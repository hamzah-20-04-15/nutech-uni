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theme/theme14.xml" ContentType="application/vnd.openxmlformats-officedocument.theme+xml"/>
  <Override PartName="/ppt/slideLayouts/slideLayout15.xml" ContentType="application/vnd.openxmlformats-officedocument.presentationml.slideLayout+xml"/>
  <Override PartName="/ppt/theme/theme15.xml" ContentType="application/vnd.openxmlformats-officedocument.theme+xml"/>
  <Override PartName="/ppt/slideLayouts/slideLayout16.xml" ContentType="application/vnd.openxmlformats-officedocument.presentationml.slideLayout+xml"/>
  <Override PartName="/ppt/theme/theme16.xml" ContentType="application/vnd.openxmlformats-officedocument.theme+xml"/>
  <Override PartName="/ppt/slideLayouts/slideLayout17.xml" ContentType="application/vnd.openxmlformats-officedocument.presentationml.slideLayout+xml"/>
  <Override PartName="/ppt/theme/theme17.xml" ContentType="application/vnd.openxmlformats-officedocument.theme+xml"/>
  <Override PartName="/ppt/slideLayouts/slideLayout18.xml" ContentType="application/vnd.openxmlformats-officedocument.presentationml.slideLayout+xml"/>
  <Override PartName="/ppt/theme/theme18.xml" ContentType="application/vnd.openxmlformats-officedocument.theme+xml"/>
  <Override PartName="/ppt/slideLayouts/slideLayout19.xml" ContentType="application/vnd.openxmlformats-officedocument.presentationml.slideLayout+xml"/>
  <Override PartName="/ppt/theme/theme19.xml" ContentType="application/vnd.openxmlformats-officedocument.theme+xml"/>
  <Override PartName="/ppt/slideLayouts/slideLayout20.xml" ContentType="application/vnd.openxmlformats-officedocument.presentationml.slideLayout+xml"/>
  <Override PartName="/ppt/theme/theme20.xml" ContentType="application/vnd.openxmlformats-officedocument.theme+xml"/>
  <Override PartName="/ppt/slideLayouts/slideLayout21.xml" ContentType="application/vnd.openxmlformats-officedocument.presentationml.slideLayout+xml"/>
  <Override PartName="/ppt/theme/theme21.xml" ContentType="application/vnd.openxmlformats-officedocument.theme+xml"/>
  <Override PartName="/ppt/slideLayouts/slideLayout22.xml" ContentType="application/vnd.openxmlformats-officedocument.presentationml.slideLayout+xml"/>
  <Override PartName="/ppt/theme/theme22.xml" ContentType="application/vnd.openxmlformats-officedocument.theme+xml"/>
  <Override PartName="/ppt/slideLayouts/slideLayout23.xml" ContentType="application/vnd.openxmlformats-officedocument.presentationml.slideLayout+xml"/>
  <Override PartName="/ppt/theme/theme23.xml" ContentType="application/vnd.openxmlformats-officedocument.theme+xml"/>
  <Override PartName="/ppt/slideLayouts/slideLayout24.xml" ContentType="application/vnd.openxmlformats-officedocument.presentationml.slideLayout+xml"/>
  <Override PartName="/ppt/theme/theme24.xml" ContentType="application/vnd.openxmlformats-officedocument.theme+xml"/>
  <Override PartName="/ppt/slideLayouts/slideLayout25.xml" ContentType="application/vnd.openxmlformats-officedocument.presentationml.slideLayout+xml"/>
  <Override PartName="/ppt/theme/theme25.xml" ContentType="application/vnd.openxmlformats-officedocument.theme+xml"/>
  <Override PartName="/ppt/slideLayouts/slideLayout26.xml" ContentType="application/vnd.openxmlformats-officedocument.presentationml.slideLayout+xml"/>
  <Override PartName="/ppt/theme/theme26.xml" ContentType="application/vnd.openxmlformats-officedocument.theme+xml"/>
  <Override PartName="/ppt/slideLayouts/slideLayout27.xml" ContentType="application/vnd.openxmlformats-officedocument.presentationml.slideLayout+xml"/>
  <Override PartName="/ppt/theme/theme27.xml" ContentType="application/vnd.openxmlformats-officedocument.theme+xml"/>
  <Override PartName="/ppt/slideLayouts/slideLayout28.xml" ContentType="application/vnd.openxmlformats-officedocument.presentationml.slideLayout+xml"/>
  <Override PartName="/ppt/theme/theme28.xml" ContentType="application/vnd.openxmlformats-officedocument.theme+xml"/>
  <Override PartName="/ppt/slideLayouts/slideLayout29.xml" ContentType="application/vnd.openxmlformats-officedocument.presentationml.slideLayout+xml"/>
  <Override PartName="/ppt/theme/theme29.xml" ContentType="application/vnd.openxmlformats-officedocument.theme+xml"/>
  <Override PartName="/ppt/slideLayouts/slideLayout30.xml" ContentType="application/vnd.openxmlformats-officedocument.presentationml.slideLayout+xml"/>
  <Override PartName="/ppt/theme/theme30.xml" ContentType="application/vnd.openxmlformats-officedocument.theme+xml"/>
  <Override PartName="/ppt/slideLayouts/slideLayout31.xml" ContentType="application/vnd.openxmlformats-officedocument.presentationml.slideLayout+xml"/>
  <Override PartName="/ppt/theme/theme31.xml" ContentType="application/vnd.openxmlformats-officedocument.theme+xml"/>
  <Override PartName="/ppt/slideLayouts/slideLayout32.xml" ContentType="application/vnd.openxmlformats-officedocument.presentationml.slideLayout+xml"/>
  <Override PartName="/ppt/theme/theme32.xml" ContentType="application/vnd.openxmlformats-officedocument.theme+xml"/>
  <Override PartName="/ppt/slideLayouts/slideLayout33.xml" ContentType="application/vnd.openxmlformats-officedocument.presentationml.slideLayout+xml"/>
  <Override PartName="/ppt/theme/theme3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 id="2147483670" r:id="rId12"/>
    <p:sldMasterId id="2147483672" r:id="rId13"/>
    <p:sldMasterId id="2147483674" r:id="rId14"/>
    <p:sldMasterId id="2147483676" r:id="rId15"/>
    <p:sldMasterId id="2147483678" r:id="rId16"/>
    <p:sldMasterId id="2147483680" r:id="rId17"/>
    <p:sldMasterId id="2147483682" r:id="rId18"/>
    <p:sldMasterId id="2147483684" r:id="rId19"/>
    <p:sldMasterId id="2147483686" r:id="rId20"/>
    <p:sldMasterId id="2147483688" r:id="rId21"/>
    <p:sldMasterId id="2147483690" r:id="rId22"/>
    <p:sldMasterId id="2147483692" r:id="rId23"/>
    <p:sldMasterId id="2147483696" r:id="rId24"/>
    <p:sldMasterId id="2147483698" r:id="rId25"/>
    <p:sldMasterId id="2147483700" r:id="rId26"/>
    <p:sldMasterId id="2147483702" r:id="rId27"/>
    <p:sldMasterId id="2147483704" r:id="rId28"/>
    <p:sldMasterId id="2147483706" r:id="rId29"/>
    <p:sldMasterId id="2147483708" r:id="rId30"/>
    <p:sldMasterId id="2147483710" r:id="rId31"/>
    <p:sldMasterId id="2147483712" r:id="rId32"/>
    <p:sldMasterId id="2147483714" r:id="rId33"/>
  </p:sldMasterIdLst>
  <p:sldIdLst>
    <p:sldId id="256" r:id="rId34"/>
    <p:sldId id="257" r:id="rId35"/>
    <p:sldId id="275" r:id="rId36"/>
    <p:sldId id="258" r:id="rId37"/>
    <p:sldId id="259" r:id="rId38"/>
    <p:sldId id="260" r:id="rId39"/>
    <p:sldId id="261" r:id="rId40"/>
    <p:sldId id="271" r:id="rId41"/>
    <p:sldId id="262" r:id="rId42"/>
    <p:sldId id="263" r:id="rId43"/>
    <p:sldId id="264" r:id="rId44"/>
    <p:sldId id="280" r:id="rId45"/>
    <p:sldId id="265" r:id="rId46"/>
    <p:sldId id="266" r:id="rId47"/>
    <p:sldId id="267" r:id="rId48"/>
    <p:sldId id="269" r:id="rId49"/>
    <p:sldId id="268" r:id="rId50"/>
    <p:sldId id="272" r:id="rId51"/>
    <p:sldId id="273" r:id="rId52"/>
    <p:sldId id="278" r:id="rId53"/>
    <p:sldId id="281" r:id="rId5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45" autoAdjust="0"/>
    <p:restoredTop sz="94660"/>
  </p:normalViewPr>
  <p:slideViewPr>
    <p:cSldViewPr snapToGrid="0">
      <p:cViewPr varScale="1">
        <p:scale>
          <a:sx n="106" d="100"/>
          <a:sy n="106" d="100"/>
        </p:scale>
        <p:origin x="966"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Master" Target="slideMasters/slideMaster26.xml"/><Relationship Id="rId39" Type="http://schemas.openxmlformats.org/officeDocument/2006/relationships/slide" Target="slides/slide6.xml"/><Relationship Id="rId21" Type="http://schemas.openxmlformats.org/officeDocument/2006/relationships/slideMaster" Target="slideMasters/slideMaster21.xml"/><Relationship Id="rId34" Type="http://schemas.openxmlformats.org/officeDocument/2006/relationships/slide" Target="slides/slide1.xml"/><Relationship Id="rId42" Type="http://schemas.openxmlformats.org/officeDocument/2006/relationships/slide" Target="slides/slide9.xml"/><Relationship Id="rId47" Type="http://schemas.openxmlformats.org/officeDocument/2006/relationships/slide" Target="slides/slide14.xml"/><Relationship Id="rId50" Type="http://schemas.openxmlformats.org/officeDocument/2006/relationships/slide" Target="slides/slide17.xml"/><Relationship Id="rId55" Type="http://schemas.openxmlformats.org/officeDocument/2006/relationships/presProps" Target="pres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Master" Target="slideMasters/slideMaster29.xml"/><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Master" Target="slideMasters/slideMaster32.xml"/><Relationship Id="rId37" Type="http://schemas.openxmlformats.org/officeDocument/2006/relationships/slide" Target="slides/slide4.xml"/><Relationship Id="rId40" Type="http://schemas.openxmlformats.org/officeDocument/2006/relationships/slide" Target="slides/slide7.xml"/><Relationship Id="rId45" Type="http://schemas.openxmlformats.org/officeDocument/2006/relationships/slide" Target="slides/slide12.xml"/><Relationship Id="rId53" Type="http://schemas.openxmlformats.org/officeDocument/2006/relationships/slide" Target="slides/slide20.xml"/><Relationship Id="rId58" Type="http://schemas.openxmlformats.org/officeDocument/2006/relationships/tableStyles" Target="tableStyles.xml"/><Relationship Id="rId5" Type="http://schemas.openxmlformats.org/officeDocument/2006/relationships/slideMaster" Target="slideMasters/slideMaster5.xml"/><Relationship Id="rId19" Type="http://schemas.openxmlformats.org/officeDocument/2006/relationships/slideMaster" Target="slideMasters/slideMaster19.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30" Type="http://schemas.openxmlformats.org/officeDocument/2006/relationships/slideMaster" Target="slideMasters/slideMaster30.xml"/><Relationship Id="rId35" Type="http://schemas.openxmlformats.org/officeDocument/2006/relationships/slide" Target="slides/slide2.xml"/><Relationship Id="rId43" Type="http://schemas.openxmlformats.org/officeDocument/2006/relationships/slide" Target="slides/slide10.xml"/><Relationship Id="rId48" Type="http://schemas.openxmlformats.org/officeDocument/2006/relationships/slide" Target="slides/slide15.xml"/><Relationship Id="rId56" Type="http://schemas.openxmlformats.org/officeDocument/2006/relationships/viewProps" Target="viewProps.xml"/><Relationship Id="rId8" Type="http://schemas.openxmlformats.org/officeDocument/2006/relationships/slideMaster" Target="slideMasters/slideMaster8.xml"/><Relationship Id="rId51" Type="http://schemas.openxmlformats.org/officeDocument/2006/relationships/slide" Target="slides/slide1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Master" Target="slideMasters/slideMaster33.xml"/><Relationship Id="rId38" Type="http://schemas.openxmlformats.org/officeDocument/2006/relationships/slide" Target="slides/slide5.xml"/><Relationship Id="rId46" Type="http://schemas.openxmlformats.org/officeDocument/2006/relationships/slide" Target="slides/slide13.xml"/><Relationship Id="rId20" Type="http://schemas.openxmlformats.org/officeDocument/2006/relationships/slideMaster" Target="slideMasters/slideMaster20.xml"/><Relationship Id="rId41" Type="http://schemas.openxmlformats.org/officeDocument/2006/relationships/slide" Target="slides/slide8.xml"/><Relationship Id="rId54" Type="http://schemas.openxmlformats.org/officeDocument/2006/relationships/slide" Target="slides/slide2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 Target="slides/slide3.xml"/><Relationship Id="rId49" Type="http://schemas.openxmlformats.org/officeDocument/2006/relationships/slide" Target="slides/slide16.xml"/><Relationship Id="rId57" Type="http://schemas.openxmlformats.org/officeDocument/2006/relationships/theme" Target="theme/theme1.xml"/><Relationship Id="rId10" Type="http://schemas.openxmlformats.org/officeDocument/2006/relationships/slideMaster" Target="slideMasters/slideMaster10.xml"/><Relationship Id="rId31" Type="http://schemas.openxmlformats.org/officeDocument/2006/relationships/slideMaster" Target="slideMasters/slideMaster31.xml"/><Relationship Id="rId44" Type="http://schemas.openxmlformats.org/officeDocument/2006/relationships/slide" Target="slides/slide11.xml"/><Relationship Id="rId52"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PlaceHolder 1"/>
          <p:cNvSpPr>
            <a:spLocks noGrp="1"/>
          </p:cNvSpPr>
          <p:nvPr>
            <p:ph type="title"/>
          </p:nvPr>
        </p:nvSpPr>
        <p:spPr>
          <a:xfrm>
            <a:off x="1655280" y="949680"/>
            <a:ext cx="4515120" cy="122508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3"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FFFFFF"/>
              </a:solidFill>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_1_1">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4">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4_1">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4_2">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13">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14">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TITLE_AND_TWO_COLUMNS_1">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TITLE_AND_TWO_COLUMNS_1_1">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6">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CUSTOM_5">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USTOM_7">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USTOM_8">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USTOM_8_1">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USTOM_10">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USTOM_10_1">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USTOM_11">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sp>
        <p:nvSpPr>
          <p:cNvPr id="112" name="PlaceHolder 1"/>
          <p:cNvSpPr>
            <a:spLocks noGrp="1"/>
          </p:cNvSpPr>
          <p:nvPr>
            <p:ph type="title"/>
          </p:nvPr>
        </p:nvSpPr>
        <p:spPr>
          <a:xfrm>
            <a:off x="1655280" y="949680"/>
            <a:ext cx="4515120" cy="122508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113"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9">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9_1">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ITLE_AND_TWO_COLUMNS">
    <p:spTree>
      <p:nvGrpSpPr>
        <p:cNvPr id="1" name=""/>
        <p:cNvGrpSpPr/>
        <p:nvPr/>
      </p:nvGrpSpPr>
      <p:grpSpPr>
        <a:xfrm>
          <a:off x="0" y="0"/>
          <a:ext cx="0" cy="0"/>
          <a:chOff x="0" y="0"/>
          <a:chExt cx="0" cy="0"/>
        </a:xfrm>
      </p:grpSpPr>
      <p:sp>
        <p:nvSpPr>
          <p:cNvPr id="132" name="PlaceHolder 1"/>
          <p:cNvSpPr>
            <a:spLocks noGrp="1"/>
          </p:cNvSpPr>
          <p:nvPr>
            <p:ph type="title"/>
          </p:nvPr>
        </p:nvSpPr>
        <p:spPr>
          <a:xfrm>
            <a:off x="1655280" y="949680"/>
            <a:ext cx="4515120" cy="122508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133"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
        <p:nvSpPr>
          <p:cNvPr id="134"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_ONLY">
    <p:spTree>
      <p:nvGrpSpPr>
        <p:cNvPr id="1" name=""/>
        <p:cNvGrpSpPr/>
        <p:nvPr/>
      </p:nvGrpSpPr>
      <p:grpSpPr>
        <a:xfrm>
          <a:off x="0" y="0"/>
          <a:ext cx="0" cy="0"/>
          <a:chOff x="0" y="0"/>
          <a:chExt cx="0" cy="0"/>
        </a:xfrm>
      </p:grpSpPr>
      <p:sp>
        <p:nvSpPr>
          <p:cNvPr id="138" name="PlaceHolder 1"/>
          <p:cNvSpPr>
            <a:spLocks noGrp="1"/>
          </p:cNvSpPr>
          <p:nvPr>
            <p:ph type="title"/>
          </p:nvPr>
        </p:nvSpPr>
        <p:spPr>
          <a:xfrm>
            <a:off x="1655280" y="949680"/>
            <a:ext cx="4515120" cy="122508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ONE_COLUMN_TEXT">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MAIN_POINT">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SECTION_TITLE_AND_DESCRIPTION">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CAPTION_ONLY">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simple-light-2">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14.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15.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16.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17.xml"/></Relationships>
</file>

<file path=ppt/slideMasters/_rels/slideMaster18.xml.rels><?xml version="1.0" encoding="UTF-8" standalone="yes"?>
<Relationships xmlns="http://schemas.openxmlformats.org/package/2006/relationships"><Relationship Id="rId2" Type="http://schemas.openxmlformats.org/officeDocument/2006/relationships/theme" Target="../theme/theme18.xml"/><Relationship Id="rId1" Type="http://schemas.openxmlformats.org/officeDocument/2006/relationships/slideLayout" Target="../slideLayouts/slideLayout18.xml"/></Relationships>
</file>

<file path=ppt/slideMasters/_rels/slideMaster19.xml.rels><?xml version="1.0" encoding="UTF-8" standalone="yes"?>
<Relationships xmlns="http://schemas.openxmlformats.org/package/2006/relationships"><Relationship Id="rId2" Type="http://schemas.openxmlformats.org/officeDocument/2006/relationships/theme" Target="../theme/theme19.xml"/><Relationship Id="rId1" Type="http://schemas.openxmlformats.org/officeDocument/2006/relationships/slideLayout" Target="../slideLayouts/slideLayout19.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20.xml"/></Relationships>
</file>

<file path=ppt/slideMasters/_rels/slideMaster21.xml.rels><?xml version="1.0" encoding="UTF-8" standalone="yes"?>
<Relationships xmlns="http://schemas.openxmlformats.org/package/2006/relationships"><Relationship Id="rId2" Type="http://schemas.openxmlformats.org/officeDocument/2006/relationships/theme" Target="../theme/theme21.xml"/><Relationship Id="rId1" Type="http://schemas.openxmlformats.org/officeDocument/2006/relationships/slideLayout" Target="../slideLayouts/slideLayout21.xml"/></Relationships>
</file>

<file path=ppt/slideMasters/_rels/slideMaster22.xml.rels><?xml version="1.0" encoding="UTF-8" standalone="yes"?>
<Relationships xmlns="http://schemas.openxmlformats.org/package/2006/relationships"><Relationship Id="rId2" Type="http://schemas.openxmlformats.org/officeDocument/2006/relationships/theme" Target="../theme/theme22.xml"/><Relationship Id="rId1" Type="http://schemas.openxmlformats.org/officeDocument/2006/relationships/slideLayout" Target="../slideLayouts/slideLayout22.xml"/></Relationships>
</file>

<file path=ppt/slideMasters/_rels/slideMaster23.xml.rels><?xml version="1.0" encoding="UTF-8" standalone="yes"?>
<Relationships xmlns="http://schemas.openxmlformats.org/package/2006/relationships"><Relationship Id="rId2" Type="http://schemas.openxmlformats.org/officeDocument/2006/relationships/theme" Target="../theme/theme23.xml"/><Relationship Id="rId1" Type="http://schemas.openxmlformats.org/officeDocument/2006/relationships/slideLayout" Target="../slideLayouts/slideLayout23.xml"/></Relationships>
</file>

<file path=ppt/slideMasters/_rels/slideMaster24.xml.rels><?xml version="1.0" encoding="UTF-8" standalone="yes"?>
<Relationships xmlns="http://schemas.openxmlformats.org/package/2006/relationships"><Relationship Id="rId2" Type="http://schemas.openxmlformats.org/officeDocument/2006/relationships/theme" Target="../theme/theme24.xml"/><Relationship Id="rId1" Type="http://schemas.openxmlformats.org/officeDocument/2006/relationships/slideLayout" Target="../slideLayouts/slideLayout24.xml"/></Relationships>
</file>

<file path=ppt/slideMasters/_rels/slideMaster25.xml.rels><?xml version="1.0" encoding="UTF-8" standalone="yes"?>
<Relationships xmlns="http://schemas.openxmlformats.org/package/2006/relationships"><Relationship Id="rId2" Type="http://schemas.openxmlformats.org/officeDocument/2006/relationships/theme" Target="../theme/theme25.xml"/><Relationship Id="rId1" Type="http://schemas.openxmlformats.org/officeDocument/2006/relationships/slideLayout" Target="../slideLayouts/slideLayout25.xml"/></Relationships>
</file>

<file path=ppt/slideMasters/_rels/slideMaster26.xml.rels><?xml version="1.0" encoding="UTF-8" standalone="yes"?>
<Relationships xmlns="http://schemas.openxmlformats.org/package/2006/relationships"><Relationship Id="rId2" Type="http://schemas.openxmlformats.org/officeDocument/2006/relationships/theme" Target="../theme/theme26.xml"/><Relationship Id="rId1" Type="http://schemas.openxmlformats.org/officeDocument/2006/relationships/slideLayout" Target="../slideLayouts/slideLayout26.xml"/></Relationships>
</file>

<file path=ppt/slideMasters/_rels/slideMaster27.xml.rels><?xml version="1.0" encoding="UTF-8" standalone="yes"?>
<Relationships xmlns="http://schemas.openxmlformats.org/package/2006/relationships"><Relationship Id="rId2" Type="http://schemas.openxmlformats.org/officeDocument/2006/relationships/theme" Target="../theme/theme27.xml"/><Relationship Id="rId1" Type="http://schemas.openxmlformats.org/officeDocument/2006/relationships/slideLayout" Target="../slideLayouts/slideLayout27.xml"/></Relationships>
</file>

<file path=ppt/slideMasters/_rels/slideMaster28.xml.rels><?xml version="1.0" encoding="UTF-8" standalone="yes"?>
<Relationships xmlns="http://schemas.openxmlformats.org/package/2006/relationships"><Relationship Id="rId2" Type="http://schemas.openxmlformats.org/officeDocument/2006/relationships/theme" Target="../theme/theme28.xml"/><Relationship Id="rId1" Type="http://schemas.openxmlformats.org/officeDocument/2006/relationships/slideLayout" Target="../slideLayouts/slideLayout28.xml"/></Relationships>
</file>

<file path=ppt/slideMasters/_rels/slideMaster29.xml.rels><?xml version="1.0" encoding="UTF-8" standalone="yes"?>
<Relationships xmlns="http://schemas.openxmlformats.org/package/2006/relationships"><Relationship Id="rId2" Type="http://schemas.openxmlformats.org/officeDocument/2006/relationships/theme" Target="../theme/theme29.xml"/><Relationship Id="rId1" Type="http://schemas.openxmlformats.org/officeDocument/2006/relationships/slideLayout" Target="../slideLayouts/slideLayout29.xml"/></Relationships>
</file>

<file path=ppt/slideMasters/_rels/slideMaster30.xml.rels><?xml version="1.0" encoding="UTF-8" standalone="yes"?>
<Relationships xmlns="http://schemas.openxmlformats.org/package/2006/relationships"><Relationship Id="rId2" Type="http://schemas.openxmlformats.org/officeDocument/2006/relationships/theme" Target="../theme/theme30.xml"/><Relationship Id="rId1" Type="http://schemas.openxmlformats.org/officeDocument/2006/relationships/slideLayout" Target="../slideLayouts/slideLayout30.xml"/></Relationships>
</file>

<file path=ppt/slideMasters/_rels/slideMaster31.xml.rels><?xml version="1.0" encoding="UTF-8" standalone="yes"?>
<Relationships xmlns="http://schemas.openxmlformats.org/package/2006/relationships"><Relationship Id="rId2" Type="http://schemas.openxmlformats.org/officeDocument/2006/relationships/theme" Target="../theme/theme31.xml"/><Relationship Id="rId1" Type="http://schemas.openxmlformats.org/officeDocument/2006/relationships/slideLayout" Target="../slideLayouts/slideLayout31.xml"/></Relationships>
</file>

<file path=ppt/slideMasters/_rels/slideMaster32.xml.rels><?xml version="1.0" encoding="UTF-8" standalone="yes"?>
<Relationships xmlns="http://schemas.openxmlformats.org/package/2006/relationships"><Relationship Id="rId2" Type="http://schemas.openxmlformats.org/officeDocument/2006/relationships/theme" Target="../theme/theme32.xml"/><Relationship Id="rId1" Type="http://schemas.openxmlformats.org/officeDocument/2006/relationships/slideLayout" Target="../slideLayouts/slideLayout32.xml"/></Relationships>
</file>

<file path=ppt/slideMasters/_rels/slideMaster33.xml.rels><?xml version="1.0" encoding="UTF-8" standalone="yes"?>
<Relationships xmlns="http://schemas.openxmlformats.org/package/2006/relationships"><Relationship Id="rId2" Type="http://schemas.openxmlformats.org/officeDocument/2006/relationships/theme" Target="../theme/theme33.xml"/><Relationship Id="rId1"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2307600" y="1506960"/>
            <a:ext cx="4528440" cy="1375920"/>
          </a:xfrm>
          <a:prstGeom prst="rect">
            <a:avLst/>
          </a:prstGeom>
          <a:noFill/>
          <a:ln w="0">
            <a:noFill/>
          </a:ln>
        </p:spPr>
        <p:txBody>
          <a:bodyPr lIns="91440" tIns="91440" rIns="91440" bIns="91440" anchor="b">
            <a:noAutofit/>
          </a:bodyPr>
          <a:lstStyle/>
          <a:p>
            <a:pPr indent="0">
              <a:buNone/>
            </a:pPr>
            <a:r>
              <a:rPr lang="fr-FR" sz="10000" b="0" strike="noStrike" spc="-1">
                <a:solidFill>
                  <a:schemeClr val="dk1"/>
                </a:solidFill>
                <a:latin typeface="Arial"/>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1949400" y="1675080"/>
            <a:ext cx="5244840" cy="1198800"/>
          </a:xfrm>
          <a:prstGeom prst="rect">
            <a:avLst/>
          </a:prstGeom>
          <a:noFill/>
          <a:ln w="0">
            <a:noFill/>
          </a:ln>
        </p:spPr>
        <p:txBody>
          <a:bodyPr lIns="91440" tIns="91440" rIns="91440" bIns="91440" anchor="b">
            <a:noAutofit/>
          </a:bodyPr>
          <a:lstStyle/>
          <a:p>
            <a:pPr indent="0" algn="ctr">
              <a:lnSpc>
                <a:spcPct val="100000"/>
              </a:lnSpc>
              <a:buNone/>
            </a:pPr>
            <a:r>
              <a:rPr lang="fr-FR" sz="7500" b="0" strike="noStrike" spc="-1">
                <a:solidFill>
                  <a:schemeClr val="accent1"/>
                </a:solidFill>
                <a:latin typeface="Caveat Brush"/>
                <a:ea typeface="Caveat Brush"/>
              </a:rPr>
              <a:t>xx%</a:t>
            </a:r>
            <a:endParaRPr lang="fr-FR" sz="75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2139120" y="1310400"/>
            <a:ext cx="734400" cy="447120"/>
          </a:xfrm>
          <a:prstGeom prst="rect">
            <a:avLst/>
          </a:prstGeom>
          <a:noFill/>
          <a:ln w="0">
            <a:noFill/>
          </a:ln>
        </p:spPr>
        <p:txBody>
          <a:bodyPr lIns="91440" tIns="91440" rIns="91440" bIns="91440" anchor="ctr">
            <a:noAutofit/>
          </a:bodyPr>
          <a:lstStyle/>
          <a:p>
            <a:pPr indent="0">
              <a:lnSpc>
                <a:spcPct val="100000"/>
              </a:lnSpc>
              <a:buNone/>
            </a:pPr>
            <a:r>
              <a:rPr lang="fr-FR" sz="3000" b="0" strike="noStrike" spc="-1">
                <a:solidFill>
                  <a:schemeClr val="accent1"/>
                </a:solidFill>
                <a:latin typeface="Caveat Brush"/>
                <a:ea typeface="Caveat Brush"/>
              </a:rPr>
              <a:t>xx%</a:t>
            </a:r>
            <a:endParaRPr lang="fr-FR" sz="3000" b="0" strike="noStrike" spc="-1">
              <a:solidFill>
                <a:schemeClr val="dk1"/>
              </a:solidFill>
              <a:latin typeface="Arial"/>
            </a:endParaRPr>
          </a:p>
        </p:txBody>
      </p:sp>
      <p:sp>
        <p:nvSpPr>
          <p:cNvPr id="6" name="PlaceHolder 2"/>
          <p:cNvSpPr>
            <a:spLocks noGrp="1"/>
          </p:cNvSpPr>
          <p:nvPr>
            <p:ph type="title"/>
          </p:nvPr>
        </p:nvSpPr>
        <p:spPr>
          <a:xfrm>
            <a:off x="2139120" y="2228040"/>
            <a:ext cx="734400" cy="447120"/>
          </a:xfrm>
          <a:prstGeom prst="rect">
            <a:avLst/>
          </a:prstGeom>
          <a:noFill/>
          <a:ln w="0">
            <a:noFill/>
          </a:ln>
        </p:spPr>
        <p:txBody>
          <a:bodyPr lIns="91440" tIns="91440" rIns="91440" bIns="91440" anchor="ctr">
            <a:noAutofit/>
          </a:bodyPr>
          <a:lstStyle/>
          <a:p>
            <a:pPr indent="0">
              <a:lnSpc>
                <a:spcPct val="100000"/>
              </a:lnSpc>
              <a:buNone/>
            </a:pPr>
            <a:r>
              <a:rPr lang="fr-FR" sz="3000" b="0" strike="noStrike" spc="-1">
                <a:solidFill>
                  <a:schemeClr val="accent1"/>
                </a:solidFill>
                <a:latin typeface="Caveat Brush"/>
                <a:ea typeface="Caveat Brush"/>
              </a:rPr>
              <a:t>xx%</a:t>
            </a:r>
            <a:endParaRPr lang="fr-FR" sz="3000" b="0" strike="noStrike" spc="-1">
              <a:solidFill>
                <a:schemeClr val="dk1"/>
              </a:solidFill>
              <a:latin typeface="Arial"/>
            </a:endParaRPr>
          </a:p>
        </p:txBody>
      </p:sp>
      <p:sp>
        <p:nvSpPr>
          <p:cNvPr id="7" name="PlaceHolder 3"/>
          <p:cNvSpPr>
            <a:spLocks noGrp="1"/>
          </p:cNvSpPr>
          <p:nvPr>
            <p:ph type="title"/>
          </p:nvPr>
        </p:nvSpPr>
        <p:spPr>
          <a:xfrm>
            <a:off x="2139120" y="3145680"/>
            <a:ext cx="734400" cy="447120"/>
          </a:xfrm>
          <a:prstGeom prst="rect">
            <a:avLst/>
          </a:prstGeom>
          <a:noFill/>
          <a:ln w="0">
            <a:noFill/>
          </a:ln>
        </p:spPr>
        <p:txBody>
          <a:bodyPr lIns="91440" tIns="91440" rIns="91440" bIns="91440" anchor="ctr">
            <a:noAutofit/>
          </a:bodyPr>
          <a:lstStyle/>
          <a:p>
            <a:pPr indent="0">
              <a:lnSpc>
                <a:spcPct val="100000"/>
              </a:lnSpc>
              <a:buNone/>
            </a:pPr>
            <a:r>
              <a:rPr lang="fr-FR" sz="3000" b="0" strike="noStrike" spc="-1">
                <a:solidFill>
                  <a:schemeClr val="accent1"/>
                </a:solidFill>
                <a:latin typeface="Caveat Brush"/>
                <a:ea typeface="Caveat Brush"/>
              </a:rPr>
              <a:t>xx%</a:t>
            </a:r>
            <a:endParaRPr lang="fr-FR" sz="3000" b="0" strike="noStrike" spc="-1">
              <a:solidFill>
                <a:schemeClr val="dk1"/>
              </a:solidFill>
              <a:latin typeface="Arial"/>
            </a:endParaRPr>
          </a:p>
        </p:txBody>
      </p:sp>
      <p:sp>
        <p:nvSpPr>
          <p:cNvPr id="8" name="PlaceHolder 4"/>
          <p:cNvSpPr>
            <a:spLocks noGrp="1"/>
          </p:cNvSpPr>
          <p:nvPr>
            <p:ph type="title"/>
          </p:nvPr>
        </p:nvSpPr>
        <p:spPr>
          <a:xfrm>
            <a:off x="2139120" y="4063320"/>
            <a:ext cx="734400" cy="447120"/>
          </a:xfrm>
          <a:prstGeom prst="rect">
            <a:avLst/>
          </a:prstGeom>
          <a:noFill/>
          <a:ln w="0">
            <a:noFill/>
          </a:ln>
        </p:spPr>
        <p:txBody>
          <a:bodyPr lIns="91440" tIns="91440" rIns="91440" bIns="91440" anchor="ctr">
            <a:noAutofit/>
          </a:bodyPr>
          <a:lstStyle/>
          <a:p>
            <a:pPr indent="0">
              <a:lnSpc>
                <a:spcPct val="100000"/>
              </a:lnSpc>
              <a:buNone/>
            </a:pPr>
            <a:r>
              <a:rPr lang="fr-FR" sz="3000" b="0" strike="noStrike" spc="-1">
                <a:solidFill>
                  <a:schemeClr val="accent1"/>
                </a:solidFill>
                <a:latin typeface="Caveat Brush"/>
                <a:ea typeface="Caveat Brush"/>
              </a:rPr>
              <a:t>xx%</a:t>
            </a:r>
            <a:endParaRPr lang="fr-FR" sz="3000" b="0" strike="noStrike" spc="-1">
              <a:solidFill>
                <a:schemeClr val="dk1"/>
              </a:solidFill>
              <a:latin typeface="Arial"/>
            </a:endParaRPr>
          </a:p>
        </p:txBody>
      </p:sp>
      <p:sp>
        <p:nvSpPr>
          <p:cNvPr id="9" name="PlaceHolder 5"/>
          <p:cNvSpPr>
            <a:spLocks noGrp="1"/>
          </p:cNvSpPr>
          <p:nvPr>
            <p:ph type="title"/>
          </p:nvPr>
        </p:nvSpPr>
        <p:spPr>
          <a:xfrm>
            <a:off x="720000" y="36900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grpSp>
        <p:nvGrpSpPr>
          <p:cNvPr id="10" name="Google Shape;68;p13"/>
          <p:cNvGrpSpPr/>
          <p:nvPr/>
        </p:nvGrpSpPr>
        <p:grpSpPr>
          <a:xfrm>
            <a:off x="8129880" y="-545760"/>
            <a:ext cx="2198520" cy="6182640"/>
            <a:chOff x="8129880" y="-545760"/>
            <a:chExt cx="2198520" cy="6182640"/>
          </a:xfrm>
        </p:grpSpPr>
        <p:sp>
          <p:nvSpPr>
            <p:cNvPr id="11" name="Google Shape;69;p13"/>
            <p:cNvSpPr/>
            <p:nvPr/>
          </p:nvSpPr>
          <p:spPr>
            <a:xfrm rot="5400000">
              <a:off x="6940800" y="3237840"/>
              <a:ext cx="3715920" cy="1081800"/>
            </a:xfrm>
            <a:custGeom>
              <a:avLst/>
              <a:gdLst>
                <a:gd name="textAreaLeft" fmla="*/ 0 w 3715920"/>
                <a:gd name="textAreaRight" fmla="*/ 3716280 w 3715920"/>
                <a:gd name="textAreaTop" fmla="*/ 0 h 1081800"/>
                <a:gd name="textAreaBottom" fmla="*/ 1082160 h 1081800"/>
              </a:gdLst>
              <a:ahLst/>
              <a:cxnLst/>
              <a:rect l="textAreaLeft" t="textAreaTop" r="textAreaRight" b="textAreaBottom"/>
              <a:pathLst>
                <a:path w="1150527" h="335034">
                  <a:moveTo>
                    <a:pt x="56934" y="13410"/>
                  </a:moveTo>
                  <a:cubicBezTo>
                    <a:pt x="405739" y="-33834"/>
                    <a:pt x="759879" y="61130"/>
                    <a:pt x="1110685" y="33222"/>
                  </a:cubicBezTo>
                  <a:cubicBezTo>
                    <a:pt x="1119733" y="32460"/>
                    <a:pt x="1129735" y="31984"/>
                    <a:pt x="1136688" y="37889"/>
                  </a:cubicBezTo>
                  <a:cubicBezTo>
                    <a:pt x="1142403" y="42747"/>
                    <a:pt x="1144498" y="50748"/>
                    <a:pt x="1145927" y="58273"/>
                  </a:cubicBezTo>
                  <a:cubicBezTo>
                    <a:pt x="1162024" y="141712"/>
                    <a:pt x="1135545" y="234771"/>
                    <a:pt x="1071727" y="289254"/>
                  </a:cubicBezTo>
                  <a:cubicBezTo>
                    <a:pt x="1007910" y="343737"/>
                    <a:pt x="907516" y="351928"/>
                    <a:pt x="840841" y="301160"/>
                  </a:cubicBezTo>
                  <a:cubicBezTo>
                    <a:pt x="780357" y="255154"/>
                    <a:pt x="753021" y="171049"/>
                    <a:pt x="687108" y="133615"/>
                  </a:cubicBezTo>
                  <a:cubicBezTo>
                    <a:pt x="615575" y="93039"/>
                    <a:pt x="526993" y="121804"/>
                    <a:pt x="450412" y="151332"/>
                  </a:cubicBezTo>
                  <a:cubicBezTo>
                    <a:pt x="414693" y="165048"/>
                    <a:pt x="378974" y="178859"/>
                    <a:pt x="343255" y="192575"/>
                  </a:cubicBezTo>
                  <a:cubicBezTo>
                    <a:pt x="288868" y="213530"/>
                    <a:pt x="233241" y="234771"/>
                    <a:pt x="175139" y="236581"/>
                  </a:cubicBezTo>
                  <a:cubicBezTo>
                    <a:pt x="117037" y="238390"/>
                    <a:pt x="55029" y="217436"/>
                    <a:pt x="21501" y="168858"/>
                  </a:cubicBezTo>
                  <a:cubicBezTo>
                    <a:pt x="-12027" y="120280"/>
                    <a:pt x="-10694" y="22554"/>
                    <a:pt x="56838" y="13315"/>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70;p13"/>
            <p:cNvSpPr/>
            <p:nvPr/>
          </p:nvSpPr>
          <p:spPr>
            <a:xfrm rot="13366800">
              <a:off x="8330400" y="-107640"/>
              <a:ext cx="1796760" cy="1295280"/>
            </a:xfrm>
            <a:custGeom>
              <a:avLst/>
              <a:gdLst>
                <a:gd name="textAreaLeft" fmla="*/ 0 w 1796760"/>
                <a:gd name="textAreaRight" fmla="*/ 1797120 w 1796760"/>
                <a:gd name="textAreaTop" fmla="*/ 0 h 1295280"/>
                <a:gd name="textAreaBottom" fmla="*/ 1295640 h 1295280"/>
              </a:gdLst>
              <a:ahLst/>
              <a:cxnLst/>
              <a:rect l="textAreaLeft" t="textAreaTop" r="textAreaRight" b="textAreaBottom"/>
              <a:pathLst>
                <a:path w="231419" h="166848">
                  <a:moveTo>
                    <a:pt x="107158" y="166848"/>
                  </a:moveTo>
                  <a:cubicBezTo>
                    <a:pt x="76392" y="166848"/>
                    <a:pt x="47912" y="156847"/>
                    <a:pt x="28100" y="138750"/>
                  </a:cubicBezTo>
                  <a:cubicBezTo>
                    <a:pt x="3144" y="115985"/>
                    <a:pt x="-6475" y="80171"/>
                    <a:pt x="4478" y="51501"/>
                  </a:cubicBezTo>
                  <a:cubicBezTo>
                    <a:pt x="15622" y="22640"/>
                    <a:pt x="47150" y="1971"/>
                    <a:pt x="82964" y="161"/>
                  </a:cubicBezTo>
                  <a:lnTo>
                    <a:pt x="82964" y="161"/>
                  </a:lnTo>
                  <a:cubicBezTo>
                    <a:pt x="118111" y="-1554"/>
                    <a:pt x="154116" y="10543"/>
                    <a:pt x="176595" y="31879"/>
                  </a:cubicBezTo>
                  <a:lnTo>
                    <a:pt x="180786" y="35784"/>
                  </a:lnTo>
                  <a:cubicBezTo>
                    <a:pt x="200979" y="54644"/>
                    <a:pt x="238603" y="89696"/>
                    <a:pt x="230221" y="115508"/>
                  </a:cubicBezTo>
                  <a:cubicBezTo>
                    <a:pt x="226220" y="127796"/>
                    <a:pt x="214886" y="134749"/>
                    <a:pt x="203169" y="140464"/>
                  </a:cubicBezTo>
                  <a:cubicBezTo>
                    <a:pt x="169832" y="156752"/>
                    <a:pt x="141924" y="165039"/>
                    <a:pt x="115349" y="166563"/>
                  </a:cubicBezTo>
                  <a:cubicBezTo>
                    <a:pt x="112587" y="166753"/>
                    <a:pt x="109824" y="166848"/>
                    <a:pt x="107062" y="166848"/>
                  </a:cubicBezTo>
                  <a:close/>
                  <a:moveTo>
                    <a:pt x="83535" y="9686"/>
                  </a:moveTo>
                  <a:lnTo>
                    <a:pt x="83535" y="9686"/>
                  </a:lnTo>
                  <a:cubicBezTo>
                    <a:pt x="56770" y="11019"/>
                    <a:pt x="24766" y="25593"/>
                    <a:pt x="13432" y="54929"/>
                  </a:cubicBezTo>
                  <a:cubicBezTo>
                    <a:pt x="3811" y="79980"/>
                    <a:pt x="12479" y="111603"/>
                    <a:pt x="34577" y="131701"/>
                  </a:cubicBezTo>
                  <a:cubicBezTo>
                    <a:pt x="54199" y="149608"/>
                    <a:pt x="83535" y="158847"/>
                    <a:pt x="114968" y="157038"/>
                  </a:cubicBezTo>
                  <a:cubicBezTo>
                    <a:pt x="140305" y="155609"/>
                    <a:pt x="167070" y="147608"/>
                    <a:pt x="199169" y="131892"/>
                  </a:cubicBezTo>
                  <a:cubicBezTo>
                    <a:pt x="208980" y="127129"/>
                    <a:pt x="218410" y="121414"/>
                    <a:pt x="221362" y="112556"/>
                  </a:cubicBezTo>
                  <a:cubicBezTo>
                    <a:pt x="227839" y="92553"/>
                    <a:pt x="190502" y="57597"/>
                    <a:pt x="174500" y="42737"/>
                  </a:cubicBezTo>
                  <a:lnTo>
                    <a:pt x="170213" y="38737"/>
                  </a:lnTo>
                  <a:cubicBezTo>
                    <a:pt x="149830" y="19401"/>
                    <a:pt x="115825" y="8066"/>
                    <a:pt x="83631" y="9686"/>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3" name="Google Shape;71;p13"/>
          <p:cNvGrpSpPr/>
          <p:nvPr/>
        </p:nvGrpSpPr>
        <p:grpSpPr>
          <a:xfrm>
            <a:off x="-3583080" y="-573840"/>
            <a:ext cx="5654520" cy="6050880"/>
            <a:chOff x="-3583080" y="-573840"/>
            <a:chExt cx="5654520" cy="6050880"/>
          </a:xfrm>
        </p:grpSpPr>
        <p:sp>
          <p:nvSpPr>
            <p:cNvPr id="14" name="Google Shape;72;p13"/>
            <p:cNvSpPr/>
            <p:nvPr/>
          </p:nvSpPr>
          <p:spPr>
            <a:xfrm rot="3787800" flipH="1">
              <a:off x="-3158280" y="499320"/>
              <a:ext cx="4804920" cy="3904560"/>
            </a:xfrm>
            <a:custGeom>
              <a:avLst/>
              <a:gdLst>
                <a:gd name="textAreaLeft" fmla="*/ 360 w 4804920"/>
                <a:gd name="textAreaRight" fmla="*/ 4805640 w 4804920"/>
                <a:gd name="textAreaTop" fmla="*/ 0 h 3904560"/>
                <a:gd name="textAreaBottom" fmla="*/ 3904920 h 3904560"/>
              </a:gdLst>
              <a:ahLst/>
              <a:cxnLst/>
              <a:rect l="textAreaLeft" t="textAreaTop" r="textAreaRight" b="textAreaBottom"/>
              <a:pathLst>
                <a:path w="1930774" h="1568974">
                  <a:moveTo>
                    <a:pt x="11419" y="1021325"/>
                  </a:moveTo>
                  <a:cubicBezTo>
                    <a:pt x="-43064" y="785677"/>
                    <a:pt x="102383" y="500975"/>
                    <a:pt x="341841" y="467542"/>
                  </a:cubicBezTo>
                  <a:cubicBezTo>
                    <a:pt x="471953" y="449445"/>
                    <a:pt x="607398" y="503166"/>
                    <a:pt x="733985" y="467923"/>
                  </a:cubicBezTo>
                  <a:cubicBezTo>
                    <a:pt x="949917" y="407820"/>
                    <a:pt x="1030689" y="127690"/>
                    <a:pt x="1233477" y="32154"/>
                  </a:cubicBezTo>
                  <a:cubicBezTo>
                    <a:pt x="1407689" y="-49951"/>
                    <a:pt x="1623621" y="34726"/>
                    <a:pt x="1752113" y="178268"/>
                  </a:cubicBezTo>
                  <a:cubicBezTo>
                    <a:pt x="1937755" y="385627"/>
                    <a:pt x="1978236" y="702714"/>
                    <a:pt x="1875843" y="961509"/>
                  </a:cubicBezTo>
                  <a:cubicBezTo>
                    <a:pt x="1773449" y="1220303"/>
                    <a:pt x="1541610" y="1417661"/>
                    <a:pt x="1277577" y="1505672"/>
                  </a:cubicBezTo>
                  <a:cubicBezTo>
                    <a:pt x="832950" y="1653786"/>
                    <a:pt x="136482" y="1561298"/>
                    <a:pt x="11514" y="102123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73;p13"/>
            <p:cNvSpPr/>
            <p:nvPr/>
          </p:nvSpPr>
          <p:spPr>
            <a:xfrm rot="21261600" flipH="1">
              <a:off x="57600" y="4234680"/>
              <a:ext cx="583200" cy="759960"/>
            </a:xfrm>
            <a:custGeom>
              <a:avLst/>
              <a:gdLst>
                <a:gd name="textAreaLeft" fmla="*/ 360 w 583200"/>
                <a:gd name="textAreaRight" fmla="*/ 583920 w 583200"/>
                <a:gd name="textAreaTop" fmla="*/ 0 h 759960"/>
                <a:gd name="textAreaBottom" fmla="*/ 760320 h 759960"/>
              </a:gdLst>
              <a:ahLst/>
              <a:cxnLst/>
              <a:rect l="textAreaLeft" t="textAreaTop" r="textAreaRight" b="textAreaBottom"/>
              <a:pathLst>
                <a:path w="364045" h="474454">
                  <a:moveTo>
                    <a:pt x="157163" y="474440"/>
                  </a:moveTo>
                  <a:cubicBezTo>
                    <a:pt x="155734" y="474440"/>
                    <a:pt x="154210" y="474440"/>
                    <a:pt x="152781" y="474440"/>
                  </a:cubicBezTo>
                  <a:lnTo>
                    <a:pt x="153162" y="462058"/>
                  </a:lnTo>
                  <a:cubicBezTo>
                    <a:pt x="154686" y="462058"/>
                    <a:pt x="156210" y="462058"/>
                    <a:pt x="157829" y="462058"/>
                  </a:cubicBezTo>
                  <a:cubicBezTo>
                    <a:pt x="163068" y="462058"/>
                    <a:pt x="168307" y="461772"/>
                    <a:pt x="173641" y="461296"/>
                  </a:cubicBezTo>
                  <a:lnTo>
                    <a:pt x="174784" y="473583"/>
                  </a:lnTo>
                  <a:cubicBezTo>
                    <a:pt x="168878" y="474155"/>
                    <a:pt x="163068" y="474536"/>
                    <a:pt x="157258" y="474440"/>
                  </a:cubicBezTo>
                  <a:close/>
                  <a:moveTo>
                    <a:pt x="130873" y="472250"/>
                  </a:moveTo>
                  <a:cubicBezTo>
                    <a:pt x="123539" y="471106"/>
                    <a:pt x="116395" y="469297"/>
                    <a:pt x="109347" y="467106"/>
                  </a:cubicBezTo>
                  <a:lnTo>
                    <a:pt x="113062" y="455295"/>
                  </a:lnTo>
                  <a:cubicBezTo>
                    <a:pt x="119443" y="457295"/>
                    <a:pt x="126111" y="458914"/>
                    <a:pt x="132779" y="459962"/>
                  </a:cubicBezTo>
                  <a:lnTo>
                    <a:pt x="130778" y="472154"/>
                  </a:lnTo>
                  <a:close/>
                  <a:moveTo>
                    <a:pt x="196405" y="470154"/>
                  </a:moveTo>
                  <a:lnTo>
                    <a:pt x="193738" y="458057"/>
                  </a:lnTo>
                  <a:cubicBezTo>
                    <a:pt x="200310" y="456629"/>
                    <a:pt x="206978" y="454723"/>
                    <a:pt x="213455" y="452533"/>
                  </a:cubicBezTo>
                  <a:lnTo>
                    <a:pt x="217456" y="464248"/>
                  </a:lnTo>
                  <a:cubicBezTo>
                    <a:pt x="210502" y="466630"/>
                    <a:pt x="203454" y="468630"/>
                    <a:pt x="196405" y="470154"/>
                  </a:cubicBezTo>
                  <a:close/>
                  <a:moveTo>
                    <a:pt x="88868" y="458819"/>
                  </a:moveTo>
                  <a:cubicBezTo>
                    <a:pt x="83248" y="456057"/>
                    <a:pt x="77819" y="452819"/>
                    <a:pt x="72771" y="449389"/>
                  </a:cubicBezTo>
                  <a:lnTo>
                    <a:pt x="69913" y="447389"/>
                  </a:lnTo>
                  <a:lnTo>
                    <a:pt x="77057" y="437293"/>
                  </a:lnTo>
                  <a:lnTo>
                    <a:pt x="79343" y="438912"/>
                  </a:lnTo>
                  <a:cubicBezTo>
                    <a:pt x="84296" y="442341"/>
                    <a:pt x="89249" y="445198"/>
                    <a:pt x="94392" y="447770"/>
                  </a:cubicBezTo>
                  <a:lnTo>
                    <a:pt x="88868" y="458819"/>
                  </a:lnTo>
                  <a:close/>
                  <a:moveTo>
                    <a:pt x="237744" y="455867"/>
                  </a:moveTo>
                  <a:lnTo>
                    <a:pt x="232410" y="444722"/>
                  </a:lnTo>
                  <a:cubicBezTo>
                    <a:pt x="238506" y="441770"/>
                    <a:pt x="244507" y="438436"/>
                    <a:pt x="250222" y="434721"/>
                  </a:cubicBezTo>
                  <a:lnTo>
                    <a:pt x="256889" y="445103"/>
                  </a:lnTo>
                  <a:cubicBezTo>
                    <a:pt x="250793" y="449009"/>
                    <a:pt x="244316" y="452628"/>
                    <a:pt x="237744" y="455771"/>
                  </a:cubicBezTo>
                  <a:close/>
                  <a:moveTo>
                    <a:pt x="52959" y="433197"/>
                  </a:moveTo>
                  <a:cubicBezTo>
                    <a:pt x="47720" y="428149"/>
                    <a:pt x="42863" y="422529"/>
                    <a:pt x="38385" y="416623"/>
                  </a:cubicBezTo>
                  <a:lnTo>
                    <a:pt x="48292" y="409099"/>
                  </a:lnTo>
                  <a:cubicBezTo>
                    <a:pt x="52388" y="414528"/>
                    <a:pt x="56959" y="419671"/>
                    <a:pt x="61722" y="424339"/>
                  </a:cubicBezTo>
                  <a:lnTo>
                    <a:pt x="53054" y="433197"/>
                  </a:lnTo>
                  <a:close/>
                  <a:moveTo>
                    <a:pt x="274606" y="432149"/>
                  </a:moveTo>
                  <a:lnTo>
                    <a:pt x="266700" y="422624"/>
                  </a:lnTo>
                  <a:cubicBezTo>
                    <a:pt x="271843" y="418338"/>
                    <a:pt x="276987" y="413671"/>
                    <a:pt x="281844" y="408718"/>
                  </a:cubicBezTo>
                  <a:lnTo>
                    <a:pt x="290703" y="417386"/>
                  </a:lnTo>
                  <a:cubicBezTo>
                    <a:pt x="285559" y="422624"/>
                    <a:pt x="280130" y="427577"/>
                    <a:pt x="274606" y="432149"/>
                  </a:cubicBezTo>
                  <a:close/>
                  <a:moveTo>
                    <a:pt x="305085" y="401003"/>
                  </a:moveTo>
                  <a:lnTo>
                    <a:pt x="295370" y="393287"/>
                  </a:lnTo>
                  <a:cubicBezTo>
                    <a:pt x="299561" y="387953"/>
                    <a:pt x="303657" y="382334"/>
                    <a:pt x="307372" y="376523"/>
                  </a:cubicBezTo>
                  <a:lnTo>
                    <a:pt x="317754" y="383286"/>
                  </a:lnTo>
                  <a:cubicBezTo>
                    <a:pt x="313754" y="389382"/>
                    <a:pt x="309467" y="395288"/>
                    <a:pt x="304991" y="401003"/>
                  </a:cubicBezTo>
                  <a:close/>
                  <a:moveTo>
                    <a:pt x="26289" y="398240"/>
                  </a:moveTo>
                  <a:cubicBezTo>
                    <a:pt x="22765" y="392049"/>
                    <a:pt x="19526" y="385381"/>
                    <a:pt x="16669" y="378523"/>
                  </a:cubicBezTo>
                  <a:lnTo>
                    <a:pt x="28099" y="373761"/>
                  </a:lnTo>
                  <a:cubicBezTo>
                    <a:pt x="30766" y="380143"/>
                    <a:pt x="33718" y="386334"/>
                    <a:pt x="37052" y="392144"/>
                  </a:cubicBezTo>
                  <a:lnTo>
                    <a:pt x="26289" y="398240"/>
                  </a:lnTo>
                  <a:close/>
                  <a:moveTo>
                    <a:pt x="328898" y="364617"/>
                  </a:moveTo>
                  <a:lnTo>
                    <a:pt x="317945" y="358807"/>
                  </a:lnTo>
                  <a:cubicBezTo>
                    <a:pt x="321087" y="352806"/>
                    <a:pt x="324135" y="346615"/>
                    <a:pt x="326898" y="340138"/>
                  </a:cubicBezTo>
                  <a:lnTo>
                    <a:pt x="338233" y="345091"/>
                  </a:lnTo>
                  <a:cubicBezTo>
                    <a:pt x="335375" y="351854"/>
                    <a:pt x="332137" y="358426"/>
                    <a:pt x="328803" y="364617"/>
                  </a:cubicBezTo>
                  <a:close/>
                  <a:moveTo>
                    <a:pt x="9430" y="357854"/>
                  </a:moveTo>
                  <a:cubicBezTo>
                    <a:pt x="7429" y="351092"/>
                    <a:pt x="5715" y="343948"/>
                    <a:pt x="4381" y="336613"/>
                  </a:cubicBezTo>
                  <a:lnTo>
                    <a:pt x="16573" y="334328"/>
                  </a:lnTo>
                  <a:cubicBezTo>
                    <a:pt x="17907" y="341186"/>
                    <a:pt x="19526" y="347948"/>
                    <a:pt x="21336" y="354330"/>
                  </a:cubicBezTo>
                  <a:lnTo>
                    <a:pt x="9430" y="357854"/>
                  </a:lnTo>
                  <a:close/>
                  <a:moveTo>
                    <a:pt x="346138" y="324898"/>
                  </a:moveTo>
                  <a:lnTo>
                    <a:pt x="334423" y="320897"/>
                  </a:lnTo>
                  <a:cubicBezTo>
                    <a:pt x="336613" y="314515"/>
                    <a:pt x="338614" y="307753"/>
                    <a:pt x="340423" y="301085"/>
                  </a:cubicBezTo>
                  <a:lnTo>
                    <a:pt x="352425" y="304229"/>
                  </a:lnTo>
                  <a:cubicBezTo>
                    <a:pt x="350615" y="311277"/>
                    <a:pt x="348425" y="318230"/>
                    <a:pt x="346138" y="324993"/>
                  </a:cubicBezTo>
                  <a:close/>
                  <a:moveTo>
                    <a:pt x="1238" y="315087"/>
                  </a:moveTo>
                  <a:cubicBezTo>
                    <a:pt x="571" y="307943"/>
                    <a:pt x="95" y="300609"/>
                    <a:pt x="0" y="293370"/>
                  </a:cubicBezTo>
                  <a:lnTo>
                    <a:pt x="12382" y="293084"/>
                  </a:lnTo>
                  <a:cubicBezTo>
                    <a:pt x="12478" y="299942"/>
                    <a:pt x="12954" y="306991"/>
                    <a:pt x="13621" y="313754"/>
                  </a:cubicBezTo>
                  <a:lnTo>
                    <a:pt x="1334" y="314992"/>
                  </a:lnTo>
                  <a:close/>
                  <a:moveTo>
                    <a:pt x="357092" y="282988"/>
                  </a:moveTo>
                  <a:lnTo>
                    <a:pt x="344900" y="280702"/>
                  </a:lnTo>
                  <a:cubicBezTo>
                    <a:pt x="346138" y="273844"/>
                    <a:pt x="347186" y="266986"/>
                    <a:pt x="348043" y="260128"/>
                  </a:cubicBezTo>
                  <a:lnTo>
                    <a:pt x="360331" y="261556"/>
                  </a:lnTo>
                  <a:cubicBezTo>
                    <a:pt x="359569" y="268605"/>
                    <a:pt x="358426" y="275844"/>
                    <a:pt x="357092" y="282988"/>
                  </a:cubicBezTo>
                  <a:close/>
                  <a:moveTo>
                    <a:pt x="12763" y="272510"/>
                  </a:moveTo>
                  <a:lnTo>
                    <a:pt x="381" y="271844"/>
                  </a:lnTo>
                  <a:cubicBezTo>
                    <a:pt x="762" y="264700"/>
                    <a:pt x="1428" y="257461"/>
                    <a:pt x="2381" y="250317"/>
                  </a:cubicBezTo>
                  <a:lnTo>
                    <a:pt x="14668" y="251936"/>
                  </a:lnTo>
                  <a:cubicBezTo>
                    <a:pt x="13811" y="258794"/>
                    <a:pt x="13145" y="265747"/>
                    <a:pt x="12763" y="272605"/>
                  </a:cubicBezTo>
                  <a:close/>
                  <a:moveTo>
                    <a:pt x="362331" y="240221"/>
                  </a:moveTo>
                  <a:lnTo>
                    <a:pt x="350044" y="239363"/>
                  </a:lnTo>
                  <a:cubicBezTo>
                    <a:pt x="350520" y="232791"/>
                    <a:pt x="350901" y="225743"/>
                    <a:pt x="351187" y="218408"/>
                  </a:cubicBezTo>
                  <a:lnTo>
                    <a:pt x="363569" y="218885"/>
                  </a:lnTo>
                  <a:cubicBezTo>
                    <a:pt x="363284" y="226409"/>
                    <a:pt x="362902" y="233553"/>
                    <a:pt x="362426" y="240316"/>
                  </a:cubicBezTo>
                  <a:close/>
                  <a:moveTo>
                    <a:pt x="18002" y="231267"/>
                  </a:moveTo>
                  <a:lnTo>
                    <a:pt x="5905" y="228790"/>
                  </a:lnTo>
                  <a:lnTo>
                    <a:pt x="6953" y="223933"/>
                  </a:lnTo>
                  <a:cubicBezTo>
                    <a:pt x="8191" y="218504"/>
                    <a:pt x="9430" y="213074"/>
                    <a:pt x="10953" y="207740"/>
                  </a:cubicBezTo>
                  <a:lnTo>
                    <a:pt x="22860" y="210979"/>
                  </a:lnTo>
                  <a:cubicBezTo>
                    <a:pt x="21431" y="216122"/>
                    <a:pt x="20193" y="221361"/>
                    <a:pt x="19050" y="226600"/>
                  </a:cubicBezTo>
                  <a:lnTo>
                    <a:pt x="18097" y="231172"/>
                  </a:lnTo>
                  <a:close/>
                  <a:moveTo>
                    <a:pt x="364045" y="197453"/>
                  </a:moveTo>
                  <a:lnTo>
                    <a:pt x="351663" y="197453"/>
                  </a:lnTo>
                  <a:cubicBezTo>
                    <a:pt x="351663" y="197453"/>
                    <a:pt x="351663" y="190500"/>
                    <a:pt x="351663" y="190500"/>
                  </a:cubicBezTo>
                  <a:cubicBezTo>
                    <a:pt x="351663" y="185833"/>
                    <a:pt x="351663" y="181070"/>
                    <a:pt x="351472" y="176308"/>
                  </a:cubicBezTo>
                  <a:lnTo>
                    <a:pt x="363855" y="176022"/>
                  </a:lnTo>
                  <a:cubicBezTo>
                    <a:pt x="363950" y="180880"/>
                    <a:pt x="364045" y="185738"/>
                    <a:pt x="364045" y="190500"/>
                  </a:cubicBezTo>
                  <a:lnTo>
                    <a:pt x="364045" y="197358"/>
                  </a:lnTo>
                  <a:close/>
                  <a:moveTo>
                    <a:pt x="28860" y="191167"/>
                  </a:moveTo>
                  <a:lnTo>
                    <a:pt x="17145" y="187262"/>
                  </a:lnTo>
                  <a:cubicBezTo>
                    <a:pt x="19431" y="180404"/>
                    <a:pt x="22003" y="173546"/>
                    <a:pt x="24669" y="166973"/>
                  </a:cubicBezTo>
                  <a:lnTo>
                    <a:pt x="36100" y="171640"/>
                  </a:lnTo>
                  <a:cubicBezTo>
                    <a:pt x="33528" y="178022"/>
                    <a:pt x="31052" y="184595"/>
                    <a:pt x="28860" y="191167"/>
                  </a:cubicBezTo>
                  <a:close/>
                  <a:moveTo>
                    <a:pt x="350711" y="155353"/>
                  </a:moveTo>
                  <a:cubicBezTo>
                    <a:pt x="350329" y="148400"/>
                    <a:pt x="349853" y="141351"/>
                    <a:pt x="349186" y="134398"/>
                  </a:cubicBezTo>
                  <a:lnTo>
                    <a:pt x="361474" y="133255"/>
                  </a:lnTo>
                  <a:cubicBezTo>
                    <a:pt x="362141" y="140398"/>
                    <a:pt x="362712" y="147542"/>
                    <a:pt x="363093" y="154686"/>
                  </a:cubicBezTo>
                  <a:lnTo>
                    <a:pt x="350711" y="155353"/>
                  </a:lnTo>
                  <a:close/>
                  <a:moveTo>
                    <a:pt x="44577" y="152590"/>
                  </a:moveTo>
                  <a:lnTo>
                    <a:pt x="33433" y="147161"/>
                  </a:lnTo>
                  <a:cubicBezTo>
                    <a:pt x="36576" y="140684"/>
                    <a:pt x="40005" y="134207"/>
                    <a:pt x="43529" y="128016"/>
                  </a:cubicBezTo>
                  <a:lnTo>
                    <a:pt x="54293" y="134112"/>
                  </a:lnTo>
                  <a:cubicBezTo>
                    <a:pt x="50863" y="140018"/>
                    <a:pt x="47625" y="146209"/>
                    <a:pt x="44577" y="152495"/>
                  </a:cubicBezTo>
                  <a:close/>
                  <a:moveTo>
                    <a:pt x="65151" y="116586"/>
                  </a:moveTo>
                  <a:lnTo>
                    <a:pt x="54864" y="109728"/>
                  </a:lnTo>
                  <a:cubicBezTo>
                    <a:pt x="58864" y="103727"/>
                    <a:pt x="63151" y="97822"/>
                    <a:pt x="67532" y="92202"/>
                  </a:cubicBezTo>
                  <a:lnTo>
                    <a:pt x="77248" y="99822"/>
                  </a:lnTo>
                  <a:cubicBezTo>
                    <a:pt x="73057" y="105156"/>
                    <a:pt x="68961" y="110871"/>
                    <a:pt x="65056" y="116586"/>
                  </a:cubicBezTo>
                  <a:close/>
                  <a:moveTo>
                    <a:pt x="346710" y="113633"/>
                  </a:moveTo>
                  <a:cubicBezTo>
                    <a:pt x="345662" y="106489"/>
                    <a:pt x="344424" y="99536"/>
                    <a:pt x="343091" y="93154"/>
                  </a:cubicBezTo>
                  <a:lnTo>
                    <a:pt x="355187" y="90583"/>
                  </a:lnTo>
                  <a:cubicBezTo>
                    <a:pt x="356616" y="97250"/>
                    <a:pt x="357854" y="104394"/>
                    <a:pt x="358997" y="111823"/>
                  </a:cubicBezTo>
                  <a:lnTo>
                    <a:pt x="346710" y="113633"/>
                  </a:lnTo>
                  <a:close/>
                  <a:moveTo>
                    <a:pt x="90773" y="84011"/>
                  </a:moveTo>
                  <a:lnTo>
                    <a:pt x="81629" y="75629"/>
                  </a:lnTo>
                  <a:cubicBezTo>
                    <a:pt x="86582" y="70199"/>
                    <a:pt x="91821" y="65056"/>
                    <a:pt x="97060" y="60293"/>
                  </a:cubicBezTo>
                  <a:lnTo>
                    <a:pt x="105442" y="69437"/>
                  </a:lnTo>
                  <a:cubicBezTo>
                    <a:pt x="100489" y="74009"/>
                    <a:pt x="95535" y="78867"/>
                    <a:pt x="90773" y="84011"/>
                  </a:cubicBezTo>
                  <a:close/>
                  <a:moveTo>
                    <a:pt x="337851" y="73152"/>
                  </a:moveTo>
                  <a:cubicBezTo>
                    <a:pt x="335661" y="66199"/>
                    <a:pt x="333184" y="59817"/>
                    <a:pt x="330518" y="54197"/>
                  </a:cubicBezTo>
                  <a:lnTo>
                    <a:pt x="341662" y="48863"/>
                  </a:lnTo>
                  <a:cubicBezTo>
                    <a:pt x="344614" y="54959"/>
                    <a:pt x="347281" y="61913"/>
                    <a:pt x="349662" y="69437"/>
                  </a:cubicBezTo>
                  <a:lnTo>
                    <a:pt x="337851" y="73152"/>
                  </a:lnTo>
                  <a:close/>
                  <a:moveTo>
                    <a:pt x="121253" y="56197"/>
                  </a:moveTo>
                  <a:lnTo>
                    <a:pt x="113729" y="46387"/>
                  </a:lnTo>
                  <a:cubicBezTo>
                    <a:pt x="119539" y="42005"/>
                    <a:pt x="125539" y="37814"/>
                    <a:pt x="131636" y="34004"/>
                  </a:cubicBezTo>
                  <a:lnTo>
                    <a:pt x="138208" y="44482"/>
                  </a:lnTo>
                  <a:cubicBezTo>
                    <a:pt x="132493" y="48101"/>
                    <a:pt x="126778" y="52006"/>
                    <a:pt x="121253" y="56197"/>
                  </a:cubicBezTo>
                  <a:close/>
                  <a:moveTo>
                    <a:pt x="148590" y="38576"/>
                  </a:moveTo>
                  <a:lnTo>
                    <a:pt x="142875" y="27622"/>
                  </a:lnTo>
                  <a:cubicBezTo>
                    <a:pt x="149066" y="24384"/>
                    <a:pt x="155734" y="21336"/>
                    <a:pt x="162687" y="18574"/>
                  </a:cubicBezTo>
                  <a:lnTo>
                    <a:pt x="167354" y="30004"/>
                  </a:lnTo>
                  <a:cubicBezTo>
                    <a:pt x="160782" y="32671"/>
                    <a:pt x="154495" y="35528"/>
                    <a:pt x="148590" y="38576"/>
                  </a:cubicBezTo>
                  <a:close/>
                  <a:moveTo>
                    <a:pt x="320135" y="37814"/>
                  </a:moveTo>
                  <a:cubicBezTo>
                    <a:pt x="316039" y="33052"/>
                    <a:pt x="311086" y="28861"/>
                    <a:pt x="305467" y="25337"/>
                  </a:cubicBezTo>
                  <a:lnTo>
                    <a:pt x="311944" y="14859"/>
                  </a:lnTo>
                  <a:cubicBezTo>
                    <a:pt x="318611" y="18955"/>
                    <a:pt x="324517" y="24003"/>
                    <a:pt x="329469" y="29718"/>
                  </a:cubicBezTo>
                  <a:lnTo>
                    <a:pt x="320135" y="37814"/>
                  </a:lnTo>
                  <a:close/>
                  <a:moveTo>
                    <a:pt x="186880" y="22955"/>
                  </a:moveTo>
                  <a:lnTo>
                    <a:pt x="183166" y="11144"/>
                  </a:lnTo>
                  <a:cubicBezTo>
                    <a:pt x="190119" y="8954"/>
                    <a:pt x="197168" y="7048"/>
                    <a:pt x="204121" y="5525"/>
                  </a:cubicBezTo>
                  <a:lnTo>
                    <a:pt x="206787" y="17621"/>
                  </a:lnTo>
                  <a:cubicBezTo>
                    <a:pt x="200120" y="19145"/>
                    <a:pt x="193357" y="20955"/>
                    <a:pt x="186785" y="22955"/>
                  </a:cubicBezTo>
                  <a:close/>
                  <a:moveTo>
                    <a:pt x="287560" y="17336"/>
                  </a:moveTo>
                  <a:cubicBezTo>
                    <a:pt x="281559" y="15430"/>
                    <a:pt x="274987" y="14097"/>
                    <a:pt x="267938" y="13335"/>
                  </a:cubicBezTo>
                  <a:lnTo>
                    <a:pt x="269367" y="1048"/>
                  </a:lnTo>
                  <a:cubicBezTo>
                    <a:pt x="277177" y="2000"/>
                    <a:pt x="284512" y="3429"/>
                    <a:pt x="291179" y="5525"/>
                  </a:cubicBezTo>
                  <a:lnTo>
                    <a:pt x="287560" y="17336"/>
                  </a:lnTo>
                  <a:close/>
                  <a:moveTo>
                    <a:pt x="227171" y="14002"/>
                  </a:moveTo>
                  <a:lnTo>
                    <a:pt x="225552" y="1714"/>
                  </a:lnTo>
                  <a:cubicBezTo>
                    <a:pt x="232981" y="762"/>
                    <a:pt x="240316" y="95"/>
                    <a:pt x="247364" y="0"/>
                  </a:cubicBezTo>
                  <a:lnTo>
                    <a:pt x="247650" y="12382"/>
                  </a:lnTo>
                  <a:cubicBezTo>
                    <a:pt x="241078" y="12573"/>
                    <a:pt x="234125" y="13049"/>
                    <a:pt x="227171" y="1400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2827800" y="3037680"/>
            <a:ext cx="5602680" cy="65664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
        <p:nvSpPr>
          <p:cNvPr id="17" name="Google Shape;77;p14"/>
          <p:cNvSpPr/>
          <p:nvPr/>
        </p:nvSpPr>
        <p:spPr>
          <a:xfrm rot="8100600" flipH="1">
            <a:off x="-2890440" y="183240"/>
            <a:ext cx="5411160" cy="5619240"/>
          </a:xfrm>
          <a:custGeom>
            <a:avLst/>
            <a:gdLst>
              <a:gd name="textAreaLeft" fmla="*/ 360 w 5411160"/>
              <a:gd name="textAreaRight" fmla="*/ 5411880 w 5411160"/>
              <a:gd name="textAreaTop" fmla="*/ 0 h 5619240"/>
              <a:gd name="textAreaBottom" fmla="*/ 5619600 h 5619240"/>
            </a:gdLst>
            <a:ahLst/>
            <a:cxnLst/>
            <a:rect l="textAreaLeft" t="textAreaTop" r="textAreaRight" b="textAreaBottom"/>
            <a:pathLst>
              <a:path w="276908" h="287550">
                <a:moveTo>
                  <a:pt x="130073" y="275114"/>
                </a:moveTo>
                <a:cubicBezTo>
                  <a:pt x="84543" y="257493"/>
                  <a:pt x="34823" y="235966"/>
                  <a:pt x="13868" y="191008"/>
                </a:cubicBezTo>
                <a:cubicBezTo>
                  <a:pt x="5581" y="173196"/>
                  <a:pt x="2723" y="153289"/>
                  <a:pt x="1104" y="133668"/>
                </a:cubicBezTo>
                <a:cubicBezTo>
                  <a:pt x="-1182" y="105854"/>
                  <a:pt x="-991" y="76327"/>
                  <a:pt x="12344" y="51943"/>
                </a:cubicBezTo>
                <a:cubicBezTo>
                  <a:pt x="29203" y="21177"/>
                  <a:pt x="64064" y="4699"/>
                  <a:pt x="98259" y="603"/>
                </a:cubicBezTo>
                <a:cubicBezTo>
                  <a:pt x="119690" y="-1969"/>
                  <a:pt x="146551" y="3270"/>
                  <a:pt x="153123" y="24321"/>
                </a:cubicBezTo>
                <a:cubicBezTo>
                  <a:pt x="159981" y="46514"/>
                  <a:pt x="138740" y="68707"/>
                  <a:pt x="141312" y="91853"/>
                </a:cubicBezTo>
                <a:cubicBezTo>
                  <a:pt x="143312" y="109665"/>
                  <a:pt x="159029" y="122714"/>
                  <a:pt x="175316" y="129191"/>
                </a:cubicBezTo>
                <a:cubicBezTo>
                  <a:pt x="191604" y="135668"/>
                  <a:pt x="209416" y="137573"/>
                  <a:pt x="225608" y="144431"/>
                </a:cubicBezTo>
                <a:cubicBezTo>
                  <a:pt x="250754" y="154908"/>
                  <a:pt x="271043" y="178149"/>
                  <a:pt x="275900" y="205486"/>
                </a:cubicBezTo>
                <a:cubicBezTo>
                  <a:pt x="280663" y="232823"/>
                  <a:pt x="268280" y="263208"/>
                  <a:pt x="244563" y="276543"/>
                </a:cubicBezTo>
                <a:cubicBezTo>
                  <a:pt x="228656" y="285496"/>
                  <a:pt x="209797" y="286544"/>
                  <a:pt x="191699" y="287401"/>
                </a:cubicBezTo>
                <a:cubicBezTo>
                  <a:pt x="174173" y="288258"/>
                  <a:pt x="156838" y="285591"/>
                  <a:pt x="130168" y="275304"/>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720000" y="1070280"/>
            <a:ext cx="2992320" cy="1809720"/>
          </a:xfrm>
          <a:prstGeom prst="rect">
            <a:avLst/>
          </a:prstGeom>
          <a:noFill/>
          <a:ln w="0">
            <a:noFill/>
          </a:ln>
        </p:spPr>
        <p:txBody>
          <a:bodyPr lIns="91440" tIns="91440" rIns="91440" bIns="91440" anchor="b">
            <a:noAutofit/>
          </a:bodyPr>
          <a:lstStyle/>
          <a:p>
            <a:pPr indent="0">
              <a:buNone/>
            </a:pPr>
            <a:r>
              <a:rPr lang="fr-FR" sz="3500" b="0" strike="noStrike" spc="-1">
                <a:solidFill>
                  <a:schemeClr val="dk1"/>
                </a:solidFill>
                <a:latin typeface="Arial"/>
              </a:rPr>
              <a:t>Click to edit the title text format</a:t>
            </a:r>
          </a:p>
        </p:txBody>
      </p:sp>
      <p:sp>
        <p:nvSpPr>
          <p:cNvPr id="19" name="PlaceHolder 2"/>
          <p:cNvSpPr>
            <a:spLocks noGrp="1"/>
          </p:cNvSpPr>
          <p:nvPr>
            <p:ph type="body"/>
          </p:nvPr>
        </p:nvSpPr>
        <p:spPr>
          <a:xfrm>
            <a:off x="4182480" y="417960"/>
            <a:ext cx="5873040" cy="430704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grpSp>
        <p:nvGrpSpPr>
          <p:cNvPr id="20" name="Google Shape;82;p15"/>
          <p:cNvGrpSpPr/>
          <p:nvPr/>
        </p:nvGrpSpPr>
        <p:grpSpPr>
          <a:xfrm>
            <a:off x="-1394640" y="-838800"/>
            <a:ext cx="4783680" cy="7026840"/>
            <a:chOff x="-1394640" y="-838800"/>
            <a:chExt cx="4783680" cy="7026840"/>
          </a:xfrm>
        </p:grpSpPr>
        <p:sp>
          <p:nvSpPr>
            <p:cNvPr id="21" name="Google Shape;83;p15"/>
            <p:cNvSpPr/>
            <p:nvPr/>
          </p:nvSpPr>
          <p:spPr>
            <a:xfrm rot="20885400" flipH="1">
              <a:off x="-811080" y="-437040"/>
              <a:ext cx="4068000" cy="1704960"/>
            </a:xfrm>
            <a:custGeom>
              <a:avLst/>
              <a:gdLst>
                <a:gd name="textAreaLeft" fmla="*/ 360 w 4068000"/>
                <a:gd name="textAreaRight" fmla="*/ 4068720 w 4068000"/>
                <a:gd name="textAreaTop" fmla="*/ 0 h 1704960"/>
                <a:gd name="textAreaBottom" fmla="*/ 1705320 h 1704960"/>
              </a:gdLst>
              <a:ahLst/>
              <a:cxnLst/>
              <a:rect l="textAreaLeft" t="textAreaTop" r="textAreaRight" b="textAreaBottom"/>
              <a:pathLst>
                <a:path w="1150527" h="335034">
                  <a:moveTo>
                    <a:pt x="56934" y="13410"/>
                  </a:moveTo>
                  <a:cubicBezTo>
                    <a:pt x="405739" y="-33834"/>
                    <a:pt x="759879" y="61130"/>
                    <a:pt x="1110685" y="33222"/>
                  </a:cubicBezTo>
                  <a:cubicBezTo>
                    <a:pt x="1119733" y="32460"/>
                    <a:pt x="1129735" y="31984"/>
                    <a:pt x="1136688" y="37889"/>
                  </a:cubicBezTo>
                  <a:cubicBezTo>
                    <a:pt x="1142403" y="42747"/>
                    <a:pt x="1144498" y="50748"/>
                    <a:pt x="1145927" y="58273"/>
                  </a:cubicBezTo>
                  <a:cubicBezTo>
                    <a:pt x="1162024" y="141712"/>
                    <a:pt x="1135545" y="234771"/>
                    <a:pt x="1071727" y="289254"/>
                  </a:cubicBezTo>
                  <a:cubicBezTo>
                    <a:pt x="1007910" y="343737"/>
                    <a:pt x="907516" y="351928"/>
                    <a:pt x="840841" y="301160"/>
                  </a:cubicBezTo>
                  <a:cubicBezTo>
                    <a:pt x="780357" y="255154"/>
                    <a:pt x="753021" y="171049"/>
                    <a:pt x="687108" y="133615"/>
                  </a:cubicBezTo>
                  <a:cubicBezTo>
                    <a:pt x="615575" y="93039"/>
                    <a:pt x="526993" y="121804"/>
                    <a:pt x="450412" y="151332"/>
                  </a:cubicBezTo>
                  <a:cubicBezTo>
                    <a:pt x="414693" y="165048"/>
                    <a:pt x="378974" y="178859"/>
                    <a:pt x="343255" y="192575"/>
                  </a:cubicBezTo>
                  <a:cubicBezTo>
                    <a:pt x="288868" y="213530"/>
                    <a:pt x="233241" y="234771"/>
                    <a:pt x="175139" y="236581"/>
                  </a:cubicBezTo>
                  <a:cubicBezTo>
                    <a:pt x="117037" y="238390"/>
                    <a:pt x="55029" y="217436"/>
                    <a:pt x="21501" y="168858"/>
                  </a:cubicBezTo>
                  <a:cubicBezTo>
                    <a:pt x="-12027" y="120280"/>
                    <a:pt x="-10694" y="22554"/>
                    <a:pt x="56838" y="13315"/>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2" name="Google Shape;84;p15"/>
            <p:cNvSpPr/>
            <p:nvPr/>
          </p:nvSpPr>
          <p:spPr>
            <a:xfrm rot="5400000">
              <a:off x="-1549800" y="3497400"/>
              <a:ext cx="2845800" cy="2535480"/>
            </a:xfrm>
            <a:custGeom>
              <a:avLst/>
              <a:gdLst>
                <a:gd name="textAreaLeft" fmla="*/ 0 w 2845800"/>
                <a:gd name="textAreaRight" fmla="*/ 2846160 w 2845800"/>
                <a:gd name="textAreaTop" fmla="*/ 0 h 2535480"/>
                <a:gd name="textAreaBottom" fmla="*/ 2535840 h 2535480"/>
              </a:gdLst>
              <a:ahLst/>
              <a:cxnLst/>
              <a:rect l="textAreaLeft" t="textAreaTop" r="textAreaRight" b="textAreaBottom"/>
              <a:pathLst>
                <a:path w="1776031" h="1582483">
                  <a:moveTo>
                    <a:pt x="804196" y="1582484"/>
                  </a:moveTo>
                  <a:lnTo>
                    <a:pt x="804196" y="1568768"/>
                  </a:lnTo>
                  <a:cubicBezTo>
                    <a:pt x="811911" y="1568768"/>
                    <a:pt x="819722" y="1568768"/>
                    <a:pt x="827532" y="1568482"/>
                  </a:cubicBezTo>
                  <a:lnTo>
                    <a:pt x="827818" y="1582198"/>
                  </a:lnTo>
                  <a:cubicBezTo>
                    <a:pt x="819912" y="1582388"/>
                    <a:pt x="812101" y="1582484"/>
                    <a:pt x="804196" y="1582484"/>
                  </a:cubicBezTo>
                  <a:close/>
                  <a:moveTo>
                    <a:pt x="780574" y="1582293"/>
                  </a:moveTo>
                  <a:cubicBezTo>
                    <a:pt x="772668" y="1582103"/>
                    <a:pt x="764858" y="1581912"/>
                    <a:pt x="756952" y="1581531"/>
                  </a:cubicBezTo>
                  <a:lnTo>
                    <a:pt x="757523" y="1567815"/>
                  </a:lnTo>
                  <a:cubicBezTo>
                    <a:pt x="765334" y="1568101"/>
                    <a:pt x="773049" y="1568387"/>
                    <a:pt x="780860" y="1568577"/>
                  </a:cubicBezTo>
                  <a:lnTo>
                    <a:pt x="780574" y="1582293"/>
                  </a:lnTo>
                  <a:close/>
                  <a:moveTo>
                    <a:pt x="851440" y="1581531"/>
                  </a:moveTo>
                  <a:lnTo>
                    <a:pt x="850868" y="1567815"/>
                  </a:lnTo>
                  <a:cubicBezTo>
                    <a:pt x="858679" y="1567529"/>
                    <a:pt x="866394" y="1567053"/>
                    <a:pt x="874205" y="1566577"/>
                  </a:cubicBezTo>
                  <a:lnTo>
                    <a:pt x="875062" y="1580293"/>
                  </a:lnTo>
                  <a:cubicBezTo>
                    <a:pt x="867156" y="1580769"/>
                    <a:pt x="859346" y="1581150"/>
                    <a:pt x="851440" y="1581531"/>
                  </a:cubicBezTo>
                  <a:close/>
                  <a:moveTo>
                    <a:pt x="733330" y="1580293"/>
                  </a:moveTo>
                  <a:cubicBezTo>
                    <a:pt x="725424" y="1579817"/>
                    <a:pt x="717613" y="1579150"/>
                    <a:pt x="709708" y="1578483"/>
                  </a:cubicBezTo>
                  <a:lnTo>
                    <a:pt x="710851" y="1564862"/>
                  </a:lnTo>
                  <a:cubicBezTo>
                    <a:pt x="718566" y="1565529"/>
                    <a:pt x="726376" y="1566101"/>
                    <a:pt x="734092" y="1566577"/>
                  </a:cubicBezTo>
                  <a:lnTo>
                    <a:pt x="733235" y="1580293"/>
                  </a:lnTo>
                  <a:close/>
                  <a:moveTo>
                    <a:pt x="898588" y="1578578"/>
                  </a:moveTo>
                  <a:lnTo>
                    <a:pt x="897446" y="1564958"/>
                  </a:lnTo>
                  <a:cubicBezTo>
                    <a:pt x="905161" y="1564291"/>
                    <a:pt x="912971" y="1563624"/>
                    <a:pt x="920687" y="1562862"/>
                  </a:cubicBezTo>
                  <a:lnTo>
                    <a:pt x="922020" y="1576483"/>
                  </a:lnTo>
                  <a:cubicBezTo>
                    <a:pt x="914210" y="1577245"/>
                    <a:pt x="906304" y="1578007"/>
                    <a:pt x="898493" y="1578578"/>
                  </a:cubicBezTo>
                  <a:close/>
                  <a:moveTo>
                    <a:pt x="686276" y="1576197"/>
                  </a:moveTo>
                  <a:cubicBezTo>
                    <a:pt x="678466" y="1575340"/>
                    <a:pt x="670655" y="1574387"/>
                    <a:pt x="662749" y="1573339"/>
                  </a:cubicBezTo>
                  <a:lnTo>
                    <a:pt x="664559" y="1559719"/>
                  </a:lnTo>
                  <a:cubicBezTo>
                    <a:pt x="672274" y="1560767"/>
                    <a:pt x="679990" y="1561719"/>
                    <a:pt x="687705" y="1562576"/>
                  </a:cubicBezTo>
                  <a:lnTo>
                    <a:pt x="686181" y="1576197"/>
                  </a:lnTo>
                  <a:close/>
                  <a:moveTo>
                    <a:pt x="945547" y="1573911"/>
                  </a:moveTo>
                  <a:lnTo>
                    <a:pt x="943928" y="1560290"/>
                  </a:lnTo>
                  <a:cubicBezTo>
                    <a:pt x="951643" y="1559338"/>
                    <a:pt x="959358" y="1558385"/>
                    <a:pt x="967073" y="1557338"/>
                  </a:cubicBezTo>
                  <a:lnTo>
                    <a:pt x="968978" y="1570958"/>
                  </a:lnTo>
                  <a:cubicBezTo>
                    <a:pt x="961168" y="1572006"/>
                    <a:pt x="953357" y="1573054"/>
                    <a:pt x="945547" y="1573911"/>
                  </a:cubicBezTo>
                  <a:close/>
                  <a:moveTo>
                    <a:pt x="639318" y="1569815"/>
                  </a:moveTo>
                  <a:cubicBezTo>
                    <a:pt x="631508" y="1568577"/>
                    <a:pt x="623792" y="1567243"/>
                    <a:pt x="615982" y="1565815"/>
                  </a:cubicBezTo>
                  <a:lnTo>
                    <a:pt x="618459" y="1552385"/>
                  </a:lnTo>
                  <a:cubicBezTo>
                    <a:pt x="626078" y="1553813"/>
                    <a:pt x="633794" y="1555147"/>
                    <a:pt x="641413" y="1556385"/>
                  </a:cubicBezTo>
                  <a:lnTo>
                    <a:pt x="639223" y="1569910"/>
                  </a:lnTo>
                  <a:close/>
                  <a:moveTo>
                    <a:pt x="992315" y="1567529"/>
                  </a:moveTo>
                  <a:lnTo>
                    <a:pt x="990219" y="1554004"/>
                  </a:lnTo>
                  <a:cubicBezTo>
                    <a:pt x="997934" y="1552861"/>
                    <a:pt x="1005649" y="1551527"/>
                    <a:pt x="1013269" y="1550289"/>
                  </a:cubicBezTo>
                  <a:lnTo>
                    <a:pt x="1015556" y="1563814"/>
                  </a:lnTo>
                  <a:cubicBezTo>
                    <a:pt x="1007841" y="1565148"/>
                    <a:pt x="1000030" y="1566386"/>
                    <a:pt x="992219" y="1567625"/>
                  </a:cubicBezTo>
                  <a:close/>
                  <a:moveTo>
                    <a:pt x="592836" y="1561148"/>
                  </a:moveTo>
                  <a:cubicBezTo>
                    <a:pt x="585121" y="1559528"/>
                    <a:pt x="577406" y="1557814"/>
                    <a:pt x="569785" y="1555909"/>
                  </a:cubicBezTo>
                  <a:lnTo>
                    <a:pt x="572929" y="1542574"/>
                  </a:lnTo>
                  <a:cubicBezTo>
                    <a:pt x="580454" y="1544384"/>
                    <a:pt x="588074" y="1546098"/>
                    <a:pt x="595694" y="1547717"/>
                  </a:cubicBezTo>
                  <a:lnTo>
                    <a:pt x="592836" y="1561148"/>
                  </a:lnTo>
                  <a:close/>
                  <a:moveTo>
                    <a:pt x="1038892" y="1559528"/>
                  </a:moveTo>
                  <a:lnTo>
                    <a:pt x="1036320" y="1546098"/>
                  </a:lnTo>
                  <a:cubicBezTo>
                    <a:pt x="1043940" y="1544669"/>
                    <a:pt x="1051655" y="1543145"/>
                    <a:pt x="1059275" y="1541621"/>
                  </a:cubicBezTo>
                  <a:lnTo>
                    <a:pt x="1062038" y="1555052"/>
                  </a:lnTo>
                  <a:cubicBezTo>
                    <a:pt x="1054323" y="1556671"/>
                    <a:pt x="1046607" y="1558195"/>
                    <a:pt x="1038892" y="1559624"/>
                  </a:cubicBezTo>
                  <a:close/>
                  <a:moveTo>
                    <a:pt x="546830" y="1550194"/>
                  </a:moveTo>
                  <a:cubicBezTo>
                    <a:pt x="539210" y="1548193"/>
                    <a:pt x="531591" y="1546003"/>
                    <a:pt x="524065" y="1543812"/>
                  </a:cubicBezTo>
                  <a:lnTo>
                    <a:pt x="527971" y="1530668"/>
                  </a:lnTo>
                  <a:cubicBezTo>
                    <a:pt x="535400" y="1532858"/>
                    <a:pt x="542925" y="1534954"/>
                    <a:pt x="550450" y="1536954"/>
                  </a:cubicBezTo>
                  <a:lnTo>
                    <a:pt x="546926" y="1550194"/>
                  </a:lnTo>
                  <a:close/>
                  <a:moveTo>
                    <a:pt x="1085088" y="1550099"/>
                  </a:moveTo>
                  <a:lnTo>
                    <a:pt x="1082135" y="1536764"/>
                  </a:lnTo>
                  <a:cubicBezTo>
                    <a:pt x="1089755" y="1535049"/>
                    <a:pt x="1097375" y="1533335"/>
                    <a:pt x="1104900" y="1531525"/>
                  </a:cubicBezTo>
                  <a:lnTo>
                    <a:pt x="1108043" y="1544860"/>
                  </a:lnTo>
                  <a:cubicBezTo>
                    <a:pt x="1100423" y="1546670"/>
                    <a:pt x="1092708" y="1548384"/>
                    <a:pt x="1085088" y="1550099"/>
                  </a:cubicBezTo>
                  <a:close/>
                  <a:moveTo>
                    <a:pt x="1130999" y="1539240"/>
                  </a:moveTo>
                  <a:lnTo>
                    <a:pt x="1127665" y="1526000"/>
                  </a:lnTo>
                  <a:cubicBezTo>
                    <a:pt x="1135190" y="1524095"/>
                    <a:pt x="1142810" y="1522095"/>
                    <a:pt x="1150334" y="1520095"/>
                  </a:cubicBezTo>
                  <a:lnTo>
                    <a:pt x="1153858" y="1533335"/>
                  </a:lnTo>
                  <a:cubicBezTo>
                    <a:pt x="1146239" y="1535335"/>
                    <a:pt x="1138619" y="1537335"/>
                    <a:pt x="1130999" y="1539240"/>
                  </a:cubicBezTo>
                  <a:close/>
                  <a:moveTo>
                    <a:pt x="501396" y="1536859"/>
                  </a:moveTo>
                  <a:cubicBezTo>
                    <a:pt x="493871" y="1534478"/>
                    <a:pt x="486442" y="1531906"/>
                    <a:pt x="478917" y="1529334"/>
                  </a:cubicBezTo>
                  <a:lnTo>
                    <a:pt x="483489" y="1516380"/>
                  </a:lnTo>
                  <a:cubicBezTo>
                    <a:pt x="490823" y="1518952"/>
                    <a:pt x="498158" y="1521428"/>
                    <a:pt x="505587" y="1523810"/>
                  </a:cubicBezTo>
                  <a:lnTo>
                    <a:pt x="501396" y="1536859"/>
                  </a:lnTo>
                  <a:close/>
                  <a:moveTo>
                    <a:pt x="1176528" y="1527048"/>
                  </a:moveTo>
                  <a:lnTo>
                    <a:pt x="1172813" y="1513904"/>
                  </a:lnTo>
                  <a:cubicBezTo>
                    <a:pt x="1180338" y="1511808"/>
                    <a:pt x="1187767" y="1509617"/>
                    <a:pt x="1195293" y="1507331"/>
                  </a:cubicBezTo>
                  <a:lnTo>
                    <a:pt x="1199198" y="1520476"/>
                  </a:lnTo>
                  <a:cubicBezTo>
                    <a:pt x="1191673" y="1522762"/>
                    <a:pt x="1184148" y="1524953"/>
                    <a:pt x="1176528" y="1527048"/>
                  </a:cubicBezTo>
                  <a:close/>
                  <a:moveTo>
                    <a:pt x="456724" y="1521143"/>
                  </a:moveTo>
                  <a:cubicBezTo>
                    <a:pt x="449390" y="1518285"/>
                    <a:pt x="442055" y="1515428"/>
                    <a:pt x="434721" y="1512380"/>
                  </a:cubicBezTo>
                  <a:lnTo>
                    <a:pt x="439960" y="1499711"/>
                  </a:lnTo>
                  <a:cubicBezTo>
                    <a:pt x="447104" y="1502664"/>
                    <a:pt x="454342" y="1505522"/>
                    <a:pt x="461581" y="1508284"/>
                  </a:cubicBezTo>
                  <a:lnTo>
                    <a:pt x="456724" y="1521047"/>
                  </a:lnTo>
                  <a:close/>
                  <a:moveTo>
                    <a:pt x="1221772" y="1513523"/>
                  </a:moveTo>
                  <a:lnTo>
                    <a:pt x="1217676" y="1500473"/>
                  </a:lnTo>
                  <a:cubicBezTo>
                    <a:pt x="1225106" y="1498187"/>
                    <a:pt x="1232535" y="1495806"/>
                    <a:pt x="1239965" y="1493330"/>
                  </a:cubicBezTo>
                  <a:lnTo>
                    <a:pt x="1244251" y="1506379"/>
                  </a:lnTo>
                  <a:cubicBezTo>
                    <a:pt x="1236726" y="1508855"/>
                    <a:pt x="1229297" y="1511237"/>
                    <a:pt x="1221772" y="1513618"/>
                  </a:cubicBezTo>
                  <a:close/>
                  <a:moveTo>
                    <a:pt x="413004" y="1503045"/>
                  </a:moveTo>
                  <a:cubicBezTo>
                    <a:pt x="405765" y="1499807"/>
                    <a:pt x="398621" y="1496473"/>
                    <a:pt x="391573" y="1493044"/>
                  </a:cubicBezTo>
                  <a:lnTo>
                    <a:pt x="397478" y="1480661"/>
                  </a:lnTo>
                  <a:cubicBezTo>
                    <a:pt x="404431" y="1483995"/>
                    <a:pt x="411480" y="1487329"/>
                    <a:pt x="418624" y="1490472"/>
                  </a:cubicBezTo>
                  <a:lnTo>
                    <a:pt x="413004" y="1502950"/>
                  </a:lnTo>
                  <a:close/>
                  <a:moveTo>
                    <a:pt x="1266539" y="1498759"/>
                  </a:moveTo>
                  <a:lnTo>
                    <a:pt x="1262063" y="1485805"/>
                  </a:lnTo>
                  <a:cubicBezTo>
                    <a:pt x="1269397" y="1483233"/>
                    <a:pt x="1276731" y="1480661"/>
                    <a:pt x="1284066" y="1477994"/>
                  </a:cubicBezTo>
                  <a:lnTo>
                    <a:pt x="1288733" y="1490853"/>
                  </a:lnTo>
                  <a:cubicBezTo>
                    <a:pt x="1281303" y="1493520"/>
                    <a:pt x="1273969" y="1496187"/>
                    <a:pt x="1266539" y="1498759"/>
                  </a:cubicBezTo>
                  <a:close/>
                  <a:moveTo>
                    <a:pt x="1310831" y="1482566"/>
                  </a:moveTo>
                  <a:lnTo>
                    <a:pt x="1305878" y="1469803"/>
                  </a:lnTo>
                  <a:cubicBezTo>
                    <a:pt x="1313117" y="1467041"/>
                    <a:pt x="1320356" y="1464088"/>
                    <a:pt x="1327594" y="1461135"/>
                  </a:cubicBezTo>
                  <a:lnTo>
                    <a:pt x="1332738" y="1473803"/>
                  </a:lnTo>
                  <a:cubicBezTo>
                    <a:pt x="1325404" y="1476756"/>
                    <a:pt x="1318165" y="1479709"/>
                    <a:pt x="1310831" y="1482566"/>
                  </a:cubicBezTo>
                  <a:close/>
                  <a:moveTo>
                    <a:pt x="370332" y="1482471"/>
                  </a:moveTo>
                  <a:cubicBezTo>
                    <a:pt x="363283" y="1478852"/>
                    <a:pt x="356330" y="1475137"/>
                    <a:pt x="349473" y="1471232"/>
                  </a:cubicBezTo>
                  <a:lnTo>
                    <a:pt x="356140" y="1459230"/>
                  </a:lnTo>
                  <a:cubicBezTo>
                    <a:pt x="362903" y="1463040"/>
                    <a:pt x="369760" y="1466660"/>
                    <a:pt x="376619" y="1470279"/>
                  </a:cubicBezTo>
                  <a:lnTo>
                    <a:pt x="370332" y="1482471"/>
                  </a:lnTo>
                  <a:close/>
                  <a:moveTo>
                    <a:pt x="1354550" y="1464659"/>
                  </a:moveTo>
                  <a:lnTo>
                    <a:pt x="1349121" y="1452086"/>
                  </a:lnTo>
                  <a:cubicBezTo>
                    <a:pt x="1356265" y="1449038"/>
                    <a:pt x="1363408" y="1445800"/>
                    <a:pt x="1370457" y="1442561"/>
                  </a:cubicBezTo>
                  <a:lnTo>
                    <a:pt x="1376172" y="1455039"/>
                  </a:lnTo>
                  <a:cubicBezTo>
                    <a:pt x="1369028" y="1458278"/>
                    <a:pt x="1361789" y="1461516"/>
                    <a:pt x="1354550" y="1464659"/>
                  </a:cubicBezTo>
                  <a:close/>
                  <a:moveTo>
                    <a:pt x="328994" y="1459516"/>
                  </a:moveTo>
                  <a:cubicBezTo>
                    <a:pt x="322231" y="1455515"/>
                    <a:pt x="315468" y="1451324"/>
                    <a:pt x="308801" y="1447038"/>
                  </a:cubicBezTo>
                  <a:lnTo>
                    <a:pt x="316135" y="1435513"/>
                  </a:lnTo>
                  <a:cubicBezTo>
                    <a:pt x="322707" y="1439704"/>
                    <a:pt x="329279" y="1443800"/>
                    <a:pt x="335947" y="1447705"/>
                  </a:cubicBezTo>
                  <a:lnTo>
                    <a:pt x="328898" y="1459516"/>
                  </a:lnTo>
                  <a:close/>
                  <a:moveTo>
                    <a:pt x="1397603" y="1445038"/>
                  </a:moveTo>
                  <a:lnTo>
                    <a:pt x="1391603" y="1432751"/>
                  </a:lnTo>
                  <a:cubicBezTo>
                    <a:pt x="1398651" y="1429322"/>
                    <a:pt x="1405604" y="1425893"/>
                    <a:pt x="1412462" y="1422368"/>
                  </a:cubicBezTo>
                  <a:lnTo>
                    <a:pt x="1418749" y="1434560"/>
                  </a:lnTo>
                  <a:cubicBezTo>
                    <a:pt x="1411700" y="1438180"/>
                    <a:pt x="1404652" y="1441704"/>
                    <a:pt x="1397603" y="1445133"/>
                  </a:cubicBezTo>
                  <a:close/>
                  <a:moveTo>
                    <a:pt x="289084" y="1433989"/>
                  </a:moveTo>
                  <a:cubicBezTo>
                    <a:pt x="282607" y="1429512"/>
                    <a:pt x="276130" y="1424940"/>
                    <a:pt x="269748" y="1420273"/>
                  </a:cubicBezTo>
                  <a:lnTo>
                    <a:pt x="277844" y="1409224"/>
                  </a:lnTo>
                  <a:cubicBezTo>
                    <a:pt x="284131" y="1413796"/>
                    <a:pt x="290417" y="1418273"/>
                    <a:pt x="296799" y="1422654"/>
                  </a:cubicBezTo>
                  <a:lnTo>
                    <a:pt x="289084" y="1433989"/>
                  </a:lnTo>
                  <a:close/>
                  <a:moveTo>
                    <a:pt x="1439704" y="1423416"/>
                  </a:moveTo>
                  <a:lnTo>
                    <a:pt x="1433131" y="1411414"/>
                  </a:lnTo>
                  <a:cubicBezTo>
                    <a:pt x="1439990" y="1407700"/>
                    <a:pt x="1446752" y="1403890"/>
                    <a:pt x="1453515" y="1399985"/>
                  </a:cubicBezTo>
                  <a:lnTo>
                    <a:pt x="1460373" y="1411891"/>
                  </a:lnTo>
                  <a:cubicBezTo>
                    <a:pt x="1453515" y="1415796"/>
                    <a:pt x="1446657" y="1419701"/>
                    <a:pt x="1439704" y="1423511"/>
                  </a:cubicBezTo>
                  <a:close/>
                  <a:moveTo>
                    <a:pt x="250793" y="1405985"/>
                  </a:moveTo>
                  <a:cubicBezTo>
                    <a:pt x="244602" y="1401128"/>
                    <a:pt x="238411" y="1396175"/>
                    <a:pt x="232410" y="1391031"/>
                  </a:cubicBezTo>
                  <a:lnTo>
                    <a:pt x="241173" y="1380554"/>
                  </a:lnTo>
                  <a:cubicBezTo>
                    <a:pt x="247079" y="1385507"/>
                    <a:pt x="253174" y="1390460"/>
                    <a:pt x="259271" y="1395222"/>
                  </a:cubicBezTo>
                  <a:lnTo>
                    <a:pt x="250793" y="1405985"/>
                  </a:lnTo>
                  <a:close/>
                  <a:moveTo>
                    <a:pt x="1480661" y="1399699"/>
                  </a:moveTo>
                  <a:lnTo>
                    <a:pt x="1473517" y="1388078"/>
                  </a:lnTo>
                  <a:cubicBezTo>
                    <a:pt x="1480185" y="1383983"/>
                    <a:pt x="1486757" y="1379792"/>
                    <a:pt x="1493234" y="1375601"/>
                  </a:cubicBezTo>
                  <a:lnTo>
                    <a:pt x="1500759" y="1387031"/>
                  </a:lnTo>
                  <a:cubicBezTo>
                    <a:pt x="1494187" y="1391317"/>
                    <a:pt x="1487519" y="1395603"/>
                    <a:pt x="1480756" y="1399699"/>
                  </a:cubicBezTo>
                  <a:close/>
                  <a:moveTo>
                    <a:pt x="214408" y="1375505"/>
                  </a:moveTo>
                  <a:cubicBezTo>
                    <a:pt x="211455" y="1372838"/>
                    <a:pt x="208597" y="1370267"/>
                    <a:pt x="205740" y="1367600"/>
                  </a:cubicBezTo>
                  <a:cubicBezTo>
                    <a:pt x="202787" y="1364933"/>
                    <a:pt x="199930" y="1362170"/>
                    <a:pt x="197073" y="1359408"/>
                  </a:cubicBezTo>
                  <a:lnTo>
                    <a:pt x="206598" y="1349502"/>
                  </a:lnTo>
                  <a:cubicBezTo>
                    <a:pt x="209360" y="1352169"/>
                    <a:pt x="212217" y="1354836"/>
                    <a:pt x="215074" y="1357503"/>
                  </a:cubicBezTo>
                  <a:cubicBezTo>
                    <a:pt x="217932" y="1360170"/>
                    <a:pt x="220790" y="1362742"/>
                    <a:pt x="223647" y="1365314"/>
                  </a:cubicBezTo>
                  <a:lnTo>
                    <a:pt x="214503" y="1375505"/>
                  </a:lnTo>
                  <a:close/>
                  <a:moveTo>
                    <a:pt x="1520285" y="1373696"/>
                  </a:moveTo>
                  <a:lnTo>
                    <a:pt x="1512475" y="1362456"/>
                  </a:lnTo>
                  <a:cubicBezTo>
                    <a:pt x="1518856" y="1357979"/>
                    <a:pt x="1525143" y="1353503"/>
                    <a:pt x="1531334" y="1348835"/>
                  </a:cubicBezTo>
                  <a:lnTo>
                    <a:pt x="1539526" y="1359789"/>
                  </a:lnTo>
                  <a:cubicBezTo>
                    <a:pt x="1533239" y="1364552"/>
                    <a:pt x="1526762" y="1369124"/>
                    <a:pt x="1520285" y="1373696"/>
                  </a:cubicBezTo>
                  <a:close/>
                  <a:moveTo>
                    <a:pt x="1558290" y="1345311"/>
                  </a:moveTo>
                  <a:lnTo>
                    <a:pt x="1549717" y="1334643"/>
                  </a:lnTo>
                  <a:cubicBezTo>
                    <a:pt x="1555814" y="1329785"/>
                    <a:pt x="1561719" y="1324832"/>
                    <a:pt x="1567624" y="1319784"/>
                  </a:cubicBezTo>
                  <a:lnTo>
                    <a:pt x="1576578" y="1330166"/>
                  </a:lnTo>
                  <a:cubicBezTo>
                    <a:pt x="1570577" y="1335310"/>
                    <a:pt x="1564482" y="1340358"/>
                    <a:pt x="1558290" y="1345311"/>
                  </a:cubicBezTo>
                  <a:close/>
                  <a:moveTo>
                    <a:pt x="180213" y="1342549"/>
                  </a:moveTo>
                  <a:cubicBezTo>
                    <a:pt x="174688" y="1336834"/>
                    <a:pt x="169354" y="1331119"/>
                    <a:pt x="164021" y="1325213"/>
                  </a:cubicBezTo>
                  <a:lnTo>
                    <a:pt x="174212" y="1316069"/>
                  </a:lnTo>
                  <a:cubicBezTo>
                    <a:pt x="179356" y="1321784"/>
                    <a:pt x="184690" y="1327499"/>
                    <a:pt x="190024" y="1333024"/>
                  </a:cubicBezTo>
                  <a:lnTo>
                    <a:pt x="180213" y="1342549"/>
                  </a:lnTo>
                  <a:close/>
                  <a:moveTo>
                    <a:pt x="1594294" y="1314355"/>
                  </a:moveTo>
                  <a:lnTo>
                    <a:pt x="1584960" y="1304258"/>
                  </a:lnTo>
                  <a:cubicBezTo>
                    <a:pt x="1590675" y="1299020"/>
                    <a:pt x="1596199" y="1293590"/>
                    <a:pt x="1601724" y="1288161"/>
                  </a:cubicBezTo>
                  <a:lnTo>
                    <a:pt x="1611440" y="1297877"/>
                  </a:lnTo>
                  <a:cubicBezTo>
                    <a:pt x="1605820" y="1303496"/>
                    <a:pt x="1600105" y="1308926"/>
                    <a:pt x="1594294" y="1314355"/>
                  </a:cubicBezTo>
                  <a:close/>
                  <a:moveTo>
                    <a:pt x="148495" y="1307306"/>
                  </a:moveTo>
                  <a:cubicBezTo>
                    <a:pt x="143447" y="1301210"/>
                    <a:pt x="138398" y="1295114"/>
                    <a:pt x="133540" y="1288828"/>
                  </a:cubicBezTo>
                  <a:lnTo>
                    <a:pt x="144304" y="1280446"/>
                  </a:lnTo>
                  <a:cubicBezTo>
                    <a:pt x="149066" y="1286542"/>
                    <a:pt x="153924" y="1292543"/>
                    <a:pt x="158877" y="1298543"/>
                  </a:cubicBezTo>
                  <a:lnTo>
                    <a:pt x="148399" y="1307306"/>
                  </a:lnTo>
                  <a:close/>
                  <a:moveTo>
                    <a:pt x="1627918" y="1280827"/>
                  </a:moveTo>
                  <a:lnTo>
                    <a:pt x="1617821" y="1271492"/>
                  </a:lnTo>
                  <a:cubicBezTo>
                    <a:pt x="1623060" y="1265777"/>
                    <a:pt x="1628204" y="1260062"/>
                    <a:pt x="1633252" y="1254157"/>
                  </a:cubicBezTo>
                  <a:lnTo>
                    <a:pt x="1643634" y="1263015"/>
                  </a:lnTo>
                  <a:cubicBezTo>
                    <a:pt x="1638490" y="1269016"/>
                    <a:pt x="1633252" y="1274921"/>
                    <a:pt x="1627823" y="1280732"/>
                  </a:cubicBezTo>
                  <a:close/>
                  <a:moveTo>
                    <a:pt x="119348" y="1269873"/>
                  </a:moveTo>
                  <a:cubicBezTo>
                    <a:pt x="114681" y="1263491"/>
                    <a:pt x="110204" y="1257014"/>
                    <a:pt x="105823" y="1250442"/>
                  </a:cubicBezTo>
                  <a:lnTo>
                    <a:pt x="117158" y="1242822"/>
                  </a:lnTo>
                  <a:cubicBezTo>
                    <a:pt x="121444" y="1249299"/>
                    <a:pt x="125921" y="1255585"/>
                    <a:pt x="130398" y="1261872"/>
                  </a:cubicBezTo>
                  <a:lnTo>
                    <a:pt x="119253" y="1269873"/>
                  </a:lnTo>
                  <a:close/>
                  <a:moveTo>
                    <a:pt x="1658683" y="1244632"/>
                  </a:moveTo>
                  <a:lnTo>
                    <a:pt x="1647920" y="1236155"/>
                  </a:lnTo>
                  <a:cubicBezTo>
                    <a:pt x="1652683" y="1230059"/>
                    <a:pt x="1657255" y="1223867"/>
                    <a:pt x="1661827" y="1217581"/>
                  </a:cubicBezTo>
                  <a:lnTo>
                    <a:pt x="1672971" y="1225487"/>
                  </a:lnTo>
                  <a:cubicBezTo>
                    <a:pt x="1668399" y="1231964"/>
                    <a:pt x="1663637" y="1238250"/>
                    <a:pt x="1658779" y="1244537"/>
                  </a:cubicBezTo>
                  <a:close/>
                  <a:moveTo>
                    <a:pt x="92964" y="1230439"/>
                  </a:moveTo>
                  <a:cubicBezTo>
                    <a:pt x="88773" y="1223677"/>
                    <a:pt x="84772" y="1216914"/>
                    <a:pt x="80867" y="1210056"/>
                  </a:cubicBezTo>
                  <a:lnTo>
                    <a:pt x="92774" y="1203293"/>
                  </a:lnTo>
                  <a:cubicBezTo>
                    <a:pt x="96583" y="1210056"/>
                    <a:pt x="100584" y="1216724"/>
                    <a:pt x="104680" y="1223296"/>
                  </a:cubicBezTo>
                  <a:lnTo>
                    <a:pt x="93059" y="1230535"/>
                  </a:lnTo>
                  <a:close/>
                  <a:moveTo>
                    <a:pt x="1686306" y="1205960"/>
                  </a:moveTo>
                  <a:lnTo>
                    <a:pt x="1674781" y="1198531"/>
                  </a:lnTo>
                  <a:cubicBezTo>
                    <a:pt x="1677257" y="1194721"/>
                    <a:pt x="1679639" y="1190911"/>
                    <a:pt x="1682020" y="1187006"/>
                  </a:cubicBezTo>
                  <a:cubicBezTo>
                    <a:pt x="1683734" y="1184243"/>
                    <a:pt x="1685354" y="1181481"/>
                    <a:pt x="1686973" y="1178814"/>
                  </a:cubicBezTo>
                  <a:lnTo>
                    <a:pt x="1698784" y="1185767"/>
                  </a:lnTo>
                  <a:cubicBezTo>
                    <a:pt x="1697165" y="1188625"/>
                    <a:pt x="1695450" y="1191387"/>
                    <a:pt x="1693735" y="1194245"/>
                  </a:cubicBezTo>
                  <a:cubicBezTo>
                    <a:pt x="1691354" y="1198245"/>
                    <a:pt x="1688783" y="1202150"/>
                    <a:pt x="1686306" y="1206056"/>
                  </a:cubicBezTo>
                  <a:close/>
                  <a:moveTo>
                    <a:pt x="69437" y="1189196"/>
                  </a:moveTo>
                  <a:cubicBezTo>
                    <a:pt x="65722" y="1182148"/>
                    <a:pt x="62198" y="1175099"/>
                    <a:pt x="58865" y="1167956"/>
                  </a:cubicBezTo>
                  <a:lnTo>
                    <a:pt x="71247" y="1162050"/>
                  </a:lnTo>
                  <a:cubicBezTo>
                    <a:pt x="74581" y="1169003"/>
                    <a:pt x="78010" y="1175957"/>
                    <a:pt x="81629" y="1182814"/>
                  </a:cubicBezTo>
                  <a:lnTo>
                    <a:pt x="69533" y="1189196"/>
                  </a:lnTo>
                  <a:close/>
                  <a:moveTo>
                    <a:pt x="1710404" y="1164908"/>
                  </a:moveTo>
                  <a:lnTo>
                    <a:pt x="1698308" y="1158526"/>
                  </a:lnTo>
                  <a:cubicBezTo>
                    <a:pt x="1701927" y="1151668"/>
                    <a:pt x="1705356" y="1144714"/>
                    <a:pt x="1708594" y="1137761"/>
                  </a:cubicBezTo>
                  <a:lnTo>
                    <a:pt x="1720977" y="1143572"/>
                  </a:lnTo>
                  <a:cubicBezTo>
                    <a:pt x="1717643" y="1150715"/>
                    <a:pt x="1714119" y="1157859"/>
                    <a:pt x="1710404" y="1164908"/>
                  </a:cubicBezTo>
                  <a:close/>
                  <a:moveTo>
                    <a:pt x="48958" y="1146429"/>
                  </a:moveTo>
                  <a:cubicBezTo>
                    <a:pt x="45816" y="1139190"/>
                    <a:pt x="42767" y="1131856"/>
                    <a:pt x="39910" y="1124426"/>
                  </a:cubicBezTo>
                  <a:lnTo>
                    <a:pt x="52673" y="1119473"/>
                  </a:lnTo>
                  <a:cubicBezTo>
                    <a:pt x="55435" y="1126712"/>
                    <a:pt x="58388" y="1133856"/>
                    <a:pt x="61436" y="1141000"/>
                  </a:cubicBezTo>
                  <a:lnTo>
                    <a:pt x="48863" y="1146429"/>
                  </a:lnTo>
                  <a:close/>
                  <a:moveTo>
                    <a:pt x="1730598" y="1121855"/>
                  </a:moveTo>
                  <a:lnTo>
                    <a:pt x="1717929" y="1116616"/>
                  </a:lnTo>
                  <a:cubicBezTo>
                    <a:pt x="1720882" y="1109472"/>
                    <a:pt x="1723739" y="1102233"/>
                    <a:pt x="1726407" y="1094994"/>
                  </a:cubicBezTo>
                  <a:lnTo>
                    <a:pt x="1739265" y="1099757"/>
                  </a:lnTo>
                  <a:cubicBezTo>
                    <a:pt x="1736503" y="1107186"/>
                    <a:pt x="1733645" y="1114616"/>
                    <a:pt x="1730598" y="1121950"/>
                  </a:cubicBezTo>
                  <a:close/>
                  <a:moveTo>
                    <a:pt x="31813" y="1102138"/>
                  </a:moveTo>
                  <a:cubicBezTo>
                    <a:pt x="29242" y="1094613"/>
                    <a:pt x="26765" y="1087088"/>
                    <a:pt x="24479" y="1079564"/>
                  </a:cubicBezTo>
                  <a:lnTo>
                    <a:pt x="37624" y="1075563"/>
                  </a:lnTo>
                  <a:cubicBezTo>
                    <a:pt x="39814" y="1082993"/>
                    <a:pt x="42196" y="1090327"/>
                    <a:pt x="44767" y="1097661"/>
                  </a:cubicBezTo>
                  <a:lnTo>
                    <a:pt x="31813" y="1102138"/>
                  </a:lnTo>
                  <a:close/>
                  <a:moveTo>
                    <a:pt x="1746980" y="1077278"/>
                  </a:moveTo>
                  <a:lnTo>
                    <a:pt x="1733931" y="1073087"/>
                  </a:lnTo>
                  <a:cubicBezTo>
                    <a:pt x="1736312" y="1065752"/>
                    <a:pt x="1738503" y="1058323"/>
                    <a:pt x="1740503" y="1050893"/>
                  </a:cubicBezTo>
                  <a:lnTo>
                    <a:pt x="1753743" y="1054513"/>
                  </a:lnTo>
                  <a:cubicBezTo>
                    <a:pt x="1751648" y="1062133"/>
                    <a:pt x="1749362" y="1069753"/>
                    <a:pt x="1746980" y="1077278"/>
                  </a:cubicBezTo>
                  <a:close/>
                  <a:moveTo>
                    <a:pt x="18097" y="1056608"/>
                  </a:moveTo>
                  <a:cubicBezTo>
                    <a:pt x="16097" y="1048893"/>
                    <a:pt x="14288" y="1041273"/>
                    <a:pt x="12573" y="1033463"/>
                  </a:cubicBezTo>
                  <a:lnTo>
                    <a:pt x="26003" y="1030605"/>
                  </a:lnTo>
                  <a:cubicBezTo>
                    <a:pt x="27622" y="1038130"/>
                    <a:pt x="29432" y="1045655"/>
                    <a:pt x="31337" y="1053179"/>
                  </a:cubicBezTo>
                  <a:lnTo>
                    <a:pt x="18097" y="1056608"/>
                  </a:lnTo>
                  <a:close/>
                  <a:moveTo>
                    <a:pt x="1759553" y="1031462"/>
                  </a:moveTo>
                  <a:lnTo>
                    <a:pt x="1746218" y="1028319"/>
                  </a:lnTo>
                  <a:cubicBezTo>
                    <a:pt x="1747933" y="1020794"/>
                    <a:pt x="1749552" y="1013174"/>
                    <a:pt x="1750981" y="1005650"/>
                  </a:cubicBezTo>
                  <a:lnTo>
                    <a:pt x="1764411" y="1008221"/>
                  </a:lnTo>
                  <a:cubicBezTo>
                    <a:pt x="1762887" y="1016032"/>
                    <a:pt x="1761268" y="1023747"/>
                    <a:pt x="1759458" y="1031462"/>
                  </a:cubicBezTo>
                  <a:close/>
                  <a:moveTo>
                    <a:pt x="8096" y="1010222"/>
                  </a:moveTo>
                  <a:cubicBezTo>
                    <a:pt x="6763" y="1002411"/>
                    <a:pt x="5525" y="994601"/>
                    <a:pt x="4572" y="986695"/>
                  </a:cubicBezTo>
                  <a:lnTo>
                    <a:pt x="18193" y="984885"/>
                  </a:lnTo>
                  <a:cubicBezTo>
                    <a:pt x="19145" y="992600"/>
                    <a:pt x="20384" y="1000220"/>
                    <a:pt x="21622" y="1007840"/>
                  </a:cubicBezTo>
                  <a:lnTo>
                    <a:pt x="8096" y="1010126"/>
                  </a:lnTo>
                  <a:close/>
                  <a:moveTo>
                    <a:pt x="1768412" y="984790"/>
                  </a:moveTo>
                  <a:lnTo>
                    <a:pt x="1754886" y="982694"/>
                  </a:lnTo>
                  <a:cubicBezTo>
                    <a:pt x="1756029" y="975074"/>
                    <a:pt x="1757077" y="967359"/>
                    <a:pt x="1757934" y="959644"/>
                  </a:cubicBezTo>
                  <a:lnTo>
                    <a:pt x="1771555" y="961263"/>
                  </a:lnTo>
                  <a:cubicBezTo>
                    <a:pt x="1770602" y="969169"/>
                    <a:pt x="1769555" y="976979"/>
                    <a:pt x="1768412" y="984790"/>
                  </a:cubicBezTo>
                  <a:close/>
                  <a:moveTo>
                    <a:pt x="2000" y="963073"/>
                  </a:moveTo>
                  <a:cubicBezTo>
                    <a:pt x="1334" y="955167"/>
                    <a:pt x="762" y="947261"/>
                    <a:pt x="476" y="939355"/>
                  </a:cubicBezTo>
                  <a:lnTo>
                    <a:pt x="14192" y="938784"/>
                  </a:lnTo>
                  <a:cubicBezTo>
                    <a:pt x="14478" y="946499"/>
                    <a:pt x="15050" y="954214"/>
                    <a:pt x="15716" y="961930"/>
                  </a:cubicBezTo>
                  <a:lnTo>
                    <a:pt x="2096" y="963073"/>
                  </a:lnTo>
                  <a:close/>
                  <a:moveTo>
                    <a:pt x="1773936" y="937641"/>
                  </a:moveTo>
                  <a:lnTo>
                    <a:pt x="1760316" y="936593"/>
                  </a:lnTo>
                  <a:cubicBezTo>
                    <a:pt x="1760887" y="928878"/>
                    <a:pt x="1761363" y="921163"/>
                    <a:pt x="1761744" y="913352"/>
                  </a:cubicBezTo>
                  <a:lnTo>
                    <a:pt x="1775460" y="914019"/>
                  </a:lnTo>
                  <a:cubicBezTo>
                    <a:pt x="1775079" y="921925"/>
                    <a:pt x="1774603" y="929830"/>
                    <a:pt x="1774032" y="937641"/>
                  </a:cubicBezTo>
                  <a:close/>
                  <a:moveTo>
                    <a:pt x="13716" y="915543"/>
                  </a:moveTo>
                  <a:lnTo>
                    <a:pt x="0" y="915543"/>
                  </a:lnTo>
                  <a:cubicBezTo>
                    <a:pt x="0" y="907637"/>
                    <a:pt x="190" y="899636"/>
                    <a:pt x="571" y="891730"/>
                  </a:cubicBezTo>
                  <a:lnTo>
                    <a:pt x="14288" y="892397"/>
                  </a:lnTo>
                  <a:cubicBezTo>
                    <a:pt x="13906" y="900113"/>
                    <a:pt x="13716" y="907828"/>
                    <a:pt x="13716" y="915543"/>
                  </a:cubicBezTo>
                  <a:close/>
                  <a:moveTo>
                    <a:pt x="1776031" y="890302"/>
                  </a:moveTo>
                  <a:lnTo>
                    <a:pt x="1762315" y="890111"/>
                  </a:lnTo>
                  <a:cubicBezTo>
                    <a:pt x="1762315" y="887254"/>
                    <a:pt x="1762315" y="884396"/>
                    <a:pt x="1762315" y="881539"/>
                  </a:cubicBezTo>
                  <a:cubicBezTo>
                    <a:pt x="1762315" y="876586"/>
                    <a:pt x="1762315" y="871728"/>
                    <a:pt x="1762125" y="866775"/>
                  </a:cubicBezTo>
                  <a:lnTo>
                    <a:pt x="1775841" y="866489"/>
                  </a:lnTo>
                  <a:cubicBezTo>
                    <a:pt x="1775936" y="871538"/>
                    <a:pt x="1776031" y="876491"/>
                    <a:pt x="1776031" y="881539"/>
                  </a:cubicBezTo>
                  <a:cubicBezTo>
                    <a:pt x="1776031" y="884492"/>
                    <a:pt x="1776031" y="887349"/>
                    <a:pt x="1776031" y="890207"/>
                  </a:cubicBezTo>
                  <a:close/>
                  <a:moveTo>
                    <a:pt x="15907" y="869347"/>
                  </a:moveTo>
                  <a:lnTo>
                    <a:pt x="2286" y="868013"/>
                  </a:lnTo>
                  <a:cubicBezTo>
                    <a:pt x="3048" y="860108"/>
                    <a:pt x="4001" y="852202"/>
                    <a:pt x="5144" y="844391"/>
                  </a:cubicBezTo>
                  <a:lnTo>
                    <a:pt x="18669" y="846392"/>
                  </a:lnTo>
                  <a:cubicBezTo>
                    <a:pt x="17526" y="854011"/>
                    <a:pt x="16669" y="861727"/>
                    <a:pt x="15907" y="869347"/>
                  </a:cubicBezTo>
                  <a:close/>
                  <a:moveTo>
                    <a:pt x="1761363" y="843629"/>
                  </a:moveTo>
                  <a:cubicBezTo>
                    <a:pt x="1760982" y="835914"/>
                    <a:pt x="1760410" y="828104"/>
                    <a:pt x="1759839" y="820388"/>
                  </a:cubicBezTo>
                  <a:lnTo>
                    <a:pt x="1773460" y="819245"/>
                  </a:lnTo>
                  <a:cubicBezTo>
                    <a:pt x="1774126" y="827151"/>
                    <a:pt x="1774603" y="834961"/>
                    <a:pt x="1775079" y="842867"/>
                  </a:cubicBezTo>
                  <a:lnTo>
                    <a:pt x="1761363" y="843534"/>
                  </a:lnTo>
                  <a:close/>
                  <a:moveTo>
                    <a:pt x="22479" y="823436"/>
                  </a:moveTo>
                  <a:lnTo>
                    <a:pt x="9049" y="820865"/>
                  </a:lnTo>
                  <a:cubicBezTo>
                    <a:pt x="10573" y="813054"/>
                    <a:pt x="12287" y="805339"/>
                    <a:pt x="14097" y="797624"/>
                  </a:cubicBezTo>
                  <a:lnTo>
                    <a:pt x="27432" y="800862"/>
                  </a:lnTo>
                  <a:cubicBezTo>
                    <a:pt x="25622" y="808387"/>
                    <a:pt x="24003" y="815911"/>
                    <a:pt x="22479" y="823532"/>
                  </a:cubicBezTo>
                  <a:close/>
                  <a:moveTo>
                    <a:pt x="1757553" y="797243"/>
                  </a:moveTo>
                  <a:cubicBezTo>
                    <a:pt x="1756696" y="789527"/>
                    <a:pt x="1755743" y="781812"/>
                    <a:pt x="1754600" y="774097"/>
                  </a:cubicBezTo>
                  <a:lnTo>
                    <a:pt x="1768126" y="772192"/>
                  </a:lnTo>
                  <a:cubicBezTo>
                    <a:pt x="1769269" y="780002"/>
                    <a:pt x="1770221" y="787813"/>
                    <a:pt x="1771079" y="795719"/>
                  </a:cubicBezTo>
                  <a:lnTo>
                    <a:pt x="1757458" y="797243"/>
                  </a:lnTo>
                  <a:close/>
                  <a:moveTo>
                    <a:pt x="33433" y="778478"/>
                  </a:moveTo>
                  <a:lnTo>
                    <a:pt x="20288" y="774668"/>
                  </a:lnTo>
                  <a:cubicBezTo>
                    <a:pt x="22479" y="767048"/>
                    <a:pt x="24860" y="759524"/>
                    <a:pt x="27432" y="751999"/>
                  </a:cubicBezTo>
                  <a:lnTo>
                    <a:pt x="40386" y="756476"/>
                  </a:lnTo>
                  <a:cubicBezTo>
                    <a:pt x="37910" y="763810"/>
                    <a:pt x="35528" y="771144"/>
                    <a:pt x="33433" y="778574"/>
                  </a:cubicBezTo>
                  <a:close/>
                  <a:moveTo>
                    <a:pt x="1751076" y="751046"/>
                  </a:moveTo>
                  <a:cubicBezTo>
                    <a:pt x="1749742" y="743426"/>
                    <a:pt x="1748314" y="735711"/>
                    <a:pt x="1746885" y="728186"/>
                  </a:cubicBezTo>
                  <a:lnTo>
                    <a:pt x="1760316" y="725519"/>
                  </a:lnTo>
                  <a:cubicBezTo>
                    <a:pt x="1761839" y="733234"/>
                    <a:pt x="1763268" y="741045"/>
                    <a:pt x="1764601" y="748760"/>
                  </a:cubicBezTo>
                  <a:lnTo>
                    <a:pt x="1751076" y="751046"/>
                  </a:lnTo>
                  <a:close/>
                  <a:moveTo>
                    <a:pt x="48387" y="734568"/>
                  </a:moveTo>
                  <a:lnTo>
                    <a:pt x="35623" y="729520"/>
                  </a:lnTo>
                  <a:cubicBezTo>
                    <a:pt x="38576" y="722186"/>
                    <a:pt x="41624" y="714851"/>
                    <a:pt x="44863" y="707612"/>
                  </a:cubicBezTo>
                  <a:lnTo>
                    <a:pt x="57340" y="713232"/>
                  </a:lnTo>
                  <a:cubicBezTo>
                    <a:pt x="54198" y="720281"/>
                    <a:pt x="51149" y="727424"/>
                    <a:pt x="48387" y="734568"/>
                  </a:cubicBezTo>
                  <a:close/>
                  <a:moveTo>
                    <a:pt x="1741932" y="705422"/>
                  </a:moveTo>
                  <a:cubicBezTo>
                    <a:pt x="1740217" y="697802"/>
                    <a:pt x="1738408" y="690277"/>
                    <a:pt x="1736408" y="682752"/>
                  </a:cubicBezTo>
                  <a:lnTo>
                    <a:pt x="1749648" y="679323"/>
                  </a:lnTo>
                  <a:cubicBezTo>
                    <a:pt x="1751648" y="686943"/>
                    <a:pt x="1753457" y="694658"/>
                    <a:pt x="1755267" y="702374"/>
                  </a:cubicBezTo>
                  <a:lnTo>
                    <a:pt x="1741932" y="705422"/>
                  </a:lnTo>
                  <a:close/>
                  <a:moveTo>
                    <a:pt x="67342" y="692277"/>
                  </a:moveTo>
                  <a:lnTo>
                    <a:pt x="55054" y="686086"/>
                  </a:lnTo>
                  <a:cubicBezTo>
                    <a:pt x="58579" y="679037"/>
                    <a:pt x="62389" y="671989"/>
                    <a:pt x="66199" y="665036"/>
                  </a:cubicBezTo>
                  <a:lnTo>
                    <a:pt x="78105" y="671703"/>
                  </a:lnTo>
                  <a:cubicBezTo>
                    <a:pt x="74295" y="678466"/>
                    <a:pt x="70676" y="685229"/>
                    <a:pt x="67247" y="692182"/>
                  </a:cubicBezTo>
                  <a:close/>
                  <a:moveTo>
                    <a:pt x="1730407" y="660273"/>
                  </a:moveTo>
                  <a:cubicBezTo>
                    <a:pt x="1728311" y="652748"/>
                    <a:pt x="1726025" y="645319"/>
                    <a:pt x="1723739" y="637984"/>
                  </a:cubicBezTo>
                  <a:lnTo>
                    <a:pt x="1736789" y="633889"/>
                  </a:lnTo>
                  <a:cubicBezTo>
                    <a:pt x="1739170" y="641413"/>
                    <a:pt x="1741456" y="648938"/>
                    <a:pt x="1743551" y="656558"/>
                  </a:cubicBezTo>
                  <a:lnTo>
                    <a:pt x="1730407" y="660273"/>
                  </a:lnTo>
                  <a:close/>
                  <a:moveTo>
                    <a:pt x="90011" y="651986"/>
                  </a:moveTo>
                  <a:lnTo>
                    <a:pt x="78391" y="644747"/>
                  </a:lnTo>
                  <a:cubicBezTo>
                    <a:pt x="82582" y="637984"/>
                    <a:pt x="86963" y="631412"/>
                    <a:pt x="91440" y="624840"/>
                  </a:cubicBezTo>
                  <a:lnTo>
                    <a:pt x="102679" y="632651"/>
                  </a:lnTo>
                  <a:cubicBezTo>
                    <a:pt x="98298" y="639032"/>
                    <a:pt x="94012" y="645414"/>
                    <a:pt x="89916" y="651986"/>
                  </a:cubicBezTo>
                  <a:close/>
                  <a:moveTo>
                    <a:pt x="1716405" y="615791"/>
                  </a:moveTo>
                  <a:cubicBezTo>
                    <a:pt x="1713834" y="608457"/>
                    <a:pt x="1711262" y="601123"/>
                    <a:pt x="1708594" y="593884"/>
                  </a:cubicBezTo>
                  <a:lnTo>
                    <a:pt x="1721453" y="589121"/>
                  </a:lnTo>
                  <a:cubicBezTo>
                    <a:pt x="1724215" y="596456"/>
                    <a:pt x="1726883" y="603885"/>
                    <a:pt x="1729454" y="611410"/>
                  </a:cubicBezTo>
                  <a:lnTo>
                    <a:pt x="1716500" y="615886"/>
                  </a:lnTo>
                  <a:close/>
                  <a:moveTo>
                    <a:pt x="116396" y="613886"/>
                  </a:moveTo>
                  <a:lnTo>
                    <a:pt x="105537" y="605600"/>
                  </a:lnTo>
                  <a:cubicBezTo>
                    <a:pt x="110395" y="599313"/>
                    <a:pt x="115348" y="593122"/>
                    <a:pt x="120396" y="587026"/>
                  </a:cubicBezTo>
                  <a:lnTo>
                    <a:pt x="130874" y="595884"/>
                  </a:lnTo>
                  <a:cubicBezTo>
                    <a:pt x="125921" y="601790"/>
                    <a:pt x="121063" y="607790"/>
                    <a:pt x="116396" y="613982"/>
                  </a:cubicBezTo>
                  <a:close/>
                  <a:moveTo>
                    <a:pt x="146209" y="578453"/>
                  </a:moveTo>
                  <a:lnTo>
                    <a:pt x="136208" y="569119"/>
                  </a:lnTo>
                  <a:cubicBezTo>
                    <a:pt x="141637" y="563309"/>
                    <a:pt x="147161" y="557594"/>
                    <a:pt x="152876" y="552069"/>
                  </a:cubicBezTo>
                  <a:lnTo>
                    <a:pt x="162401" y="561880"/>
                  </a:lnTo>
                  <a:cubicBezTo>
                    <a:pt x="156877" y="567214"/>
                    <a:pt x="151447" y="572738"/>
                    <a:pt x="146209" y="578453"/>
                  </a:cubicBezTo>
                  <a:close/>
                  <a:moveTo>
                    <a:pt x="1700308" y="571976"/>
                  </a:moveTo>
                  <a:cubicBezTo>
                    <a:pt x="1697546" y="564737"/>
                    <a:pt x="1694688" y="557403"/>
                    <a:pt x="1691831" y="550164"/>
                  </a:cubicBezTo>
                  <a:lnTo>
                    <a:pt x="1704594" y="545116"/>
                  </a:lnTo>
                  <a:cubicBezTo>
                    <a:pt x="1707451" y="552450"/>
                    <a:pt x="1710309" y="559784"/>
                    <a:pt x="1713071" y="567023"/>
                  </a:cubicBezTo>
                  <a:lnTo>
                    <a:pt x="1700308" y="571881"/>
                  </a:lnTo>
                  <a:close/>
                  <a:moveTo>
                    <a:pt x="179260" y="546163"/>
                  </a:moveTo>
                  <a:lnTo>
                    <a:pt x="170212" y="535877"/>
                  </a:lnTo>
                  <a:cubicBezTo>
                    <a:pt x="176213" y="530638"/>
                    <a:pt x="182308" y="525494"/>
                    <a:pt x="188500" y="520636"/>
                  </a:cubicBezTo>
                  <a:lnTo>
                    <a:pt x="196977" y="531400"/>
                  </a:lnTo>
                  <a:cubicBezTo>
                    <a:pt x="190976" y="536162"/>
                    <a:pt x="184976" y="541115"/>
                    <a:pt x="179260" y="546259"/>
                  </a:cubicBezTo>
                  <a:close/>
                  <a:moveTo>
                    <a:pt x="1683163" y="528352"/>
                  </a:moveTo>
                  <a:cubicBezTo>
                    <a:pt x="1680210" y="521113"/>
                    <a:pt x="1677257" y="513874"/>
                    <a:pt x="1674305" y="506730"/>
                  </a:cubicBezTo>
                  <a:lnTo>
                    <a:pt x="1686973" y="501491"/>
                  </a:lnTo>
                  <a:cubicBezTo>
                    <a:pt x="1690021" y="508730"/>
                    <a:pt x="1692974" y="515969"/>
                    <a:pt x="1695926" y="523304"/>
                  </a:cubicBezTo>
                  <a:lnTo>
                    <a:pt x="1683258" y="528447"/>
                  </a:lnTo>
                  <a:close/>
                  <a:moveTo>
                    <a:pt x="215551" y="517493"/>
                  </a:moveTo>
                  <a:lnTo>
                    <a:pt x="207645" y="506349"/>
                  </a:lnTo>
                  <a:cubicBezTo>
                    <a:pt x="214122" y="501777"/>
                    <a:pt x="220790" y="497300"/>
                    <a:pt x="227457" y="493109"/>
                  </a:cubicBezTo>
                  <a:lnTo>
                    <a:pt x="234791" y="504730"/>
                  </a:lnTo>
                  <a:cubicBezTo>
                    <a:pt x="228314" y="508825"/>
                    <a:pt x="221837" y="513112"/>
                    <a:pt x="215551" y="517588"/>
                  </a:cubicBezTo>
                  <a:close/>
                  <a:moveTo>
                    <a:pt x="254699" y="492919"/>
                  </a:moveTo>
                  <a:lnTo>
                    <a:pt x="248031" y="480917"/>
                  </a:lnTo>
                  <a:cubicBezTo>
                    <a:pt x="254984" y="477012"/>
                    <a:pt x="262128" y="473392"/>
                    <a:pt x="269272" y="469963"/>
                  </a:cubicBezTo>
                  <a:lnTo>
                    <a:pt x="275177" y="482251"/>
                  </a:lnTo>
                  <a:cubicBezTo>
                    <a:pt x="268319" y="485584"/>
                    <a:pt x="261366" y="489109"/>
                    <a:pt x="254699" y="492919"/>
                  </a:cubicBezTo>
                  <a:close/>
                  <a:moveTo>
                    <a:pt x="1665160" y="485204"/>
                  </a:moveTo>
                  <a:cubicBezTo>
                    <a:pt x="1662113" y="478060"/>
                    <a:pt x="1658969" y="470916"/>
                    <a:pt x="1655826" y="463772"/>
                  </a:cubicBezTo>
                  <a:lnTo>
                    <a:pt x="1668304" y="458248"/>
                  </a:lnTo>
                  <a:cubicBezTo>
                    <a:pt x="1671447" y="465392"/>
                    <a:pt x="1674685" y="472631"/>
                    <a:pt x="1677733" y="479869"/>
                  </a:cubicBezTo>
                  <a:lnTo>
                    <a:pt x="1665160" y="485299"/>
                  </a:lnTo>
                  <a:close/>
                  <a:moveTo>
                    <a:pt x="296228" y="472821"/>
                  </a:moveTo>
                  <a:lnTo>
                    <a:pt x="290989" y="460153"/>
                  </a:lnTo>
                  <a:cubicBezTo>
                    <a:pt x="298323" y="457105"/>
                    <a:pt x="305753" y="454247"/>
                    <a:pt x="313182" y="451580"/>
                  </a:cubicBezTo>
                  <a:lnTo>
                    <a:pt x="317754" y="464439"/>
                  </a:lnTo>
                  <a:cubicBezTo>
                    <a:pt x="310515" y="467011"/>
                    <a:pt x="303276" y="469773"/>
                    <a:pt x="296132" y="472726"/>
                  </a:cubicBezTo>
                  <a:close/>
                  <a:moveTo>
                    <a:pt x="339852" y="457295"/>
                  </a:moveTo>
                  <a:lnTo>
                    <a:pt x="335851" y="444151"/>
                  </a:lnTo>
                  <a:cubicBezTo>
                    <a:pt x="343376" y="441865"/>
                    <a:pt x="350996" y="439674"/>
                    <a:pt x="358712" y="437674"/>
                  </a:cubicBezTo>
                  <a:lnTo>
                    <a:pt x="362236" y="450913"/>
                  </a:lnTo>
                  <a:cubicBezTo>
                    <a:pt x="354711" y="452914"/>
                    <a:pt x="347281" y="455009"/>
                    <a:pt x="339852" y="457295"/>
                  </a:cubicBezTo>
                  <a:close/>
                  <a:moveTo>
                    <a:pt x="384810" y="445389"/>
                  </a:moveTo>
                  <a:lnTo>
                    <a:pt x="381762" y="432054"/>
                  </a:lnTo>
                  <a:cubicBezTo>
                    <a:pt x="389477" y="430244"/>
                    <a:pt x="397192" y="428625"/>
                    <a:pt x="404908" y="427101"/>
                  </a:cubicBezTo>
                  <a:lnTo>
                    <a:pt x="407575" y="440531"/>
                  </a:lnTo>
                  <a:cubicBezTo>
                    <a:pt x="399955" y="442055"/>
                    <a:pt x="392335" y="443675"/>
                    <a:pt x="384810" y="445389"/>
                  </a:cubicBezTo>
                  <a:close/>
                  <a:moveTo>
                    <a:pt x="1646206" y="442436"/>
                  </a:moveTo>
                  <a:cubicBezTo>
                    <a:pt x="1642968" y="435388"/>
                    <a:pt x="1639633" y="428339"/>
                    <a:pt x="1636300" y="421291"/>
                  </a:cubicBezTo>
                  <a:lnTo>
                    <a:pt x="1648682" y="415385"/>
                  </a:lnTo>
                  <a:cubicBezTo>
                    <a:pt x="1652111" y="422434"/>
                    <a:pt x="1655445" y="429578"/>
                    <a:pt x="1658683" y="436721"/>
                  </a:cubicBezTo>
                  <a:lnTo>
                    <a:pt x="1646206" y="442436"/>
                  </a:lnTo>
                  <a:close/>
                  <a:moveTo>
                    <a:pt x="430530" y="436150"/>
                  </a:moveTo>
                  <a:lnTo>
                    <a:pt x="428149" y="422624"/>
                  </a:lnTo>
                  <a:cubicBezTo>
                    <a:pt x="435864" y="421291"/>
                    <a:pt x="443674" y="419957"/>
                    <a:pt x="451390" y="418719"/>
                  </a:cubicBezTo>
                  <a:lnTo>
                    <a:pt x="453581" y="432244"/>
                  </a:lnTo>
                  <a:cubicBezTo>
                    <a:pt x="445866" y="433483"/>
                    <a:pt x="438150" y="434816"/>
                    <a:pt x="430530" y="436150"/>
                  </a:cubicBezTo>
                  <a:close/>
                  <a:moveTo>
                    <a:pt x="476726" y="428720"/>
                  </a:moveTo>
                  <a:lnTo>
                    <a:pt x="474726" y="415195"/>
                  </a:lnTo>
                  <a:cubicBezTo>
                    <a:pt x="482441" y="414052"/>
                    <a:pt x="490252" y="412909"/>
                    <a:pt x="498062" y="411861"/>
                  </a:cubicBezTo>
                  <a:lnTo>
                    <a:pt x="499967" y="425386"/>
                  </a:lnTo>
                  <a:cubicBezTo>
                    <a:pt x="492252" y="426530"/>
                    <a:pt x="484537" y="427577"/>
                    <a:pt x="476726" y="428720"/>
                  </a:cubicBezTo>
                  <a:close/>
                  <a:moveTo>
                    <a:pt x="523208" y="422053"/>
                  </a:moveTo>
                  <a:lnTo>
                    <a:pt x="521303" y="408527"/>
                  </a:lnTo>
                  <a:lnTo>
                    <a:pt x="544544" y="405194"/>
                  </a:lnTo>
                  <a:lnTo>
                    <a:pt x="546544" y="418719"/>
                  </a:lnTo>
                  <a:lnTo>
                    <a:pt x="523304" y="422053"/>
                  </a:lnTo>
                  <a:close/>
                  <a:moveTo>
                    <a:pt x="569785" y="415290"/>
                  </a:moveTo>
                  <a:lnTo>
                    <a:pt x="567690" y="401765"/>
                  </a:lnTo>
                  <a:cubicBezTo>
                    <a:pt x="575405" y="400621"/>
                    <a:pt x="583121" y="399383"/>
                    <a:pt x="590740" y="398050"/>
                  </a:cubicBezTo>
                  <a:lnTo>
                    <a:pt x="593026" y="411575"/>
                  </a:lnTo>
                  <a:cubicBezTo>
                    <a:pt x="585311" y="412909"/>
                    <a:pt x="577501" y="414147"/>
                    <a:pt x="569785" y="415290"/>
                  </a:cubicBezTo>
                  <a:close/>
                  <a:moveTo>
                    <a:pt x="616267" y="407480"/>
                  </a:moveTo>
                  <a:lnTo>
                    <a:pt x="613696" y="394049"/>
                  </a:lnTo>
                  <a:cubicBezTo>
                    <a:pt x="621316" y="392621"/>
                    <a:pt x="628936" y="391096"/>
                    <a:pt x="636556" y="389477"/>
                  </a:cubicBezTo>
                  <a:lnTo>
                    <a:pt x="639413" y="402908"/>
                  </a:lnTo>
                  <a:cubicBezTo>
                    <a:pt x="631698" y="404527"/>
                    <a:pt x="623983" y="406146"/>
                    <a:pt x="616267" y="407575"/>
                  </a:cubicBezTo>
                  <a:close/>
                  <a:moveTo>
                    <a:pt x="1625917" y="400240"/>
                  </a:moveTo>
                  <a:cubicBezTo>
                    <a:pt x="1622393" y="393287"/>
                    <a:pt x="1618869" y="386334"/>
                    <a:pt x="1615249" y="379381"/>
                  </a:cubicBezTo>
                  <a:lnTo>
                    <a:pt x="1627346" y="372999"/>
                  </a:lnTo>
                  <a:cubicBezTo>
                    <a:pt x="1630966" y="379952"/>
                    <a:pt x="1634585" y="387001"/>
                    <a:pt x="1638110" y="394049"/>
                  </a:cubicBezTo>
                  <a:lnTo>
                    <a:pt x="1625823" y="400145"/>
                  </a:lnTo>
                  <a:close/>
                  <a:moveTo>
                    <a:pt x="662464" y="397383"/>
                  </a:moveTo>
                  <a:lnTo>
                    <a:pt x="659130" y="384048"/>
                  </a:lnTo>
                  <a:cubicBezTo>
                    <a:pt x="666655" y="382143"/>
                    <a:pt x="674084" y="380143"/>
                    <a:pt x="681514" y="378047"/>
                  </a:cubicBezTo>
                  <a:lnTo>
                    <a:pt x="685324" y="391192"/>
                  </a:lnTo>
                  <a:cubicBezTo>
                    <a:pt x="677799" y="393383"/>
                    <a:pt x="670084" y="395478"/>
                    <a:pt x="662464" y="397383"/>
                  </a:cubicBezTo>
                  <a:close/>
                  <a:moveTo>
                    <a:pt x="708088" y="384143"/>
                  </a:moveTo>
                  <a:lnTo>
                    <a:pt x="703707" y="371189"/>
                  </a:lnTo>
                  <a:cubicBezTo>
                    <a:pt x="711041" y="368713"/>
                    <a:pt x="718280" y="366046"/>
                    <a:pt x="725424" y="363284"/>
                  </a:cubicBezTo>
                  <a:lnTo>
                    <a:pt x="730473" y="376047"/>
                  </a:lnTo>
                  <a:cubicBezTo>
                    <a:pt x="723138" y="379000"/>
                    <a:pt x="715613" y="381667"/>
                    <a:pt x="708088" y="384238"/>
                  </a:cubicBezTo>
                  <a:close/>
                  <a:moveTo>
                    <a:pt x="752380" y="366522"/>
                  </a:moveTo>
                  <a:lnTo>
                    <a:pt x="746569" y="354140"/>
                  </a:lnTo>
                  <a:cubicBezTo>
                    <a:pt x="753618" y="350806"/>
                    <a:pt x="760571" y="347377"/>
                    <a:pt x="767144" y="343757"/>
                  </a:cubicBezTo>
                  <a:lnTo>
                    <a:pt x="773716" y="355759"/>
                  </a:lnTo>
                  <a:cubicBezTo>
                    <a:pt x="766858" y="359473"/>
                    <a:pt x="759714" y="363093"/>
                    <a:pt x="752380" y="366522"/>
                  </a:cubicBezTo>
                  <a:close/>
                  <a:moveTo>
                    <a:pt x="1604296" y="358807"/>
                  </a:moveTo>
                  <a:cubicBezTo>
                    <a:pt x="1600581" y="351949"/>
                    <a:pt x="1596771" y="345186"/>
                    <a:pt x="1592866" y="338423"/>
                  </a:cubicBezTo>
                  <a:lnTo>
                    <a:pt x="1604772" y="331565"/>
                  </a:lnTo>
                  <a:cubicBezTo>
                    <a:pt x="1608677" y="338423"/>
                    <a:pt x="1612583" y="345281"/>
                    <a:pt x="1616298" y="352234"/>
                  </a:cubicBezTo>
                  <a:lnTo>
                    <a:pt x="1604296" y="358807"/>
                  </a:lnTo>
                  <a:close/>
                  <a:moveTo>
                    <a:pt x="794385" y="343757"/>
                  </a:moveTo>
                  <a:lnTo>
                    <a:pt x="787051" y="332137"/>
                  </a:lnTo>
                  <a:cubicBezTo>
                    <a:pt x="792385" y="328708"/>
                    <a:pt x="797719" y="325184"/>
                    <a:pt x="802958" y="321373"/>
                  </a:cubicBezTo>
                  <a:lnTo>
                    <a:pt x="806006" y="319183"/>
                  </a:lnTo>
                  <a:lnTo>
                    <a:pt x="814102" y="330232"/>
                  </a:lnTo>
                  <a:lnTo>
                    <a:pt x="810863" y="332518"/>
                  </a:lnTo>
                  <a:cubicBezTo>
                    <a:pt x="805434" y="336423"/>
                    <a:pt x="799910" y="340138"/>
                    <a:pt x="794290" y="343662"/>
                  </a:cubicBezTo>
                  <a:close/>
                  <a:moveTo>
                    <a:pt x="1580960" y="318325"/>
                  </a:moveTo>
                  <a:cubicBezTo>
                    <a:pt x="1576959" y="311658"/>
                    <a:pt x="1572863" y="305086"/>
                    <a:pt x="1568673" y="298513"/>
                  </a:cubicBezTo>
                  <a:lnTo>
                    <a:pt x="1580198" y="291179"/>
                  </a:lnTo>
                  <a:cubicBezTo>
                    <a:pt x="1584389" y="297847"/>
                    <a:pt x="1588580" y="304514"/>
                    <a:pt x="1592675" y="311277"/>
                  </a:cubicBezTo>
                  <a:lnTo>
                    <a:pt x="1580960" y="318325"/>
                  </a:lnTo>
                  <a:close/>
                  <a:moveTo>
                    <a:pt x="832866" y="315373"/>
                  </a:moveTo>
                  <a:lnTo>
                    <a:pt x="824008" y="304895"/>
                  </a:lnTo>
                  <a:cubicBezTo>
                    <a:pt x="829723" y="300038"/>
                    <a:pt x="835533" y="294894"/>
                    <a:pt x="841153" y="289465"/>
                  </a:cubicBezTo>
                  <a:lnTo>
                    <a:pt x="850583" y="299371"/>
                  </a:lnTo>
                  <a:cubicBezTo>
                    <a:pt x="844677" y="304990"/>
                    <a:pt x="838676" y="310325"/>
                    <a:pt x="832771" y="315373"/>
                  </a:cubicBezTo>
                  <a:close/>
                  <a:moveTo>
                    <a:pt x="867442" y="282607"/>
                  </a:moveTo>
                  <a:lnTo>
                    <a:pt x="857536" y="273177"/>
                  </a:lnTo>
                  <a:cubicBezTo>
                    <a:pt x="862870" y="267557"/>
                    <a:pt x="868108" y="261842"/>
                    <a:pt x="873252" y="256032"/>
                  </a:cubicBezTo>
                  <a:lnTo>
                    <a:pt x="883539" y="265081"/>
                  </a:lnTo>
                  <a:cubicBezTo>
                    <a:pt x="878300" y="270986"/>
                    <a:pt x="872966" y="276892"/>
                    <a:pt x="867442" y="282607"/>
                  </a:cubicBezTo>
                  <a:close/>
                  <a:moveTo>
                    <a:pt x="1555909" y="278987"/>
                  </a:moveTo>
                  <a:cubicBezTo>
                    <a:pt x="1551527" y="272510"/>
                    <a:pt x="1547146" y="266129"/>
                    <a:pt x="1542574" y="259842"/>
                  </a:cubicBezTo>
                  <a:lnTo>
                    <a:pt x="1553718" y="251936"/>
                  </a:lnTo>
                  <a:cubicBezTo>
                    <a:pt x="1558290" y="258318"/>
                    <a:pt x="1562767" y="264890"/>
                    <a:pt x="1567244" y="271367"/>
                  </a:cubicBezTo>
                  <a:lnTo>
                    <a:pt x="1555909" y="278987"/>
                  </a:lnTo>
                  <a:close/>
                  <a:moveTo>
                    <a:pt x="898969" y="247078"/>
                  </a:moveTo>
                  <a:lnTo>
                    <a:pt x="888492" y="238316"/>
                  </a:lnTo>
                  <a:cubicBezTo>
                    <a:pt x="893445" y="232315"/>
                    <a:pt x="898398" y="226314"/>
                    <a:pt x="903256" y="220218"/>
                  </a:cubicBezTo>
                  <a:lnTo>
                    <a:pt x="913924" y="228791"/>
                  </a:lnTo>
                  <a:cubicBezTo>
                    <a:pt x="908971" y="234982"/>
                    <a:pt x="904018" y="241078"/>
                    <a:pt x="898969" y="247078"/>
                  </a:cubicBezTo>
                  <a:close/>
                  <a:moveTo>
                    <a:pt x="1528763" y="240983"/>
                  </a:moveTo>
                  <a:cubicBezTo>
                    <a:pt x="1524095" y="234791"/>
                    <a:pt x="1519238" y="228695"/>
                    <a:pt x="1514380" y="222599"/>
                  </a:cubicBezTo>
                  <a:lnTo>
                    <a:pt x="1525048" y="214027"/>
                  </a:lnTo>
                  <a:cubicBezTo>
                    <a:pt x="1530001" y="220218"/>
                    <a:pt x="1534858" y="226409"/>
                    <a:pt x="1539621" y="232696"/>
                  </a:cubicBezTo>
                  <a:lnTo>
                    <a:pt x="1528668" y="240983"/>
                  </a:lnTo>
                  <a:close/>
                  <a:moveTo>
                    <a:pt x="928592" y="210407"/>
                  </a:moveTo>
                  <a:lnTo>
                    <a:pt x="917829" y="201930"/>
                  </a:lnTo>
                  <a:lnTo>
                    <a:pt x="932307" y="183451"/>
                  </a:lnTo>
                  <a:lnTo>
                    <a:pt x="943070" y="191929"/>
                  </a:lnTo>
                  <a:lnTo>
                    <a:pt x="928592" y="210407"/>
                  </a:lnTo>
                  <a:close/>
                  <a:moveTo>
                    <a:pt x="1499521" y="204788"/>
                  </a:moveTo>
                  <a:cubicBezTo>
                    <a:pt x="1494473" y="198882"/>
                    <a:pt x="1489329" y="193072"/>
                    <a:pt x="1484091" y="187452"/>
                  </a:cubicBezTo>
                  <a:lnTo>
                    <a:pt x="1494187" y="178213"/>
                  </a:lnTo>
                  <a:cubicBezTo>
                    <a:pt x="1499521" y="184023"/>
                    <a:pt x="1504760" y="189928"/>
                    <a:pt x="1509998" y="195929"/>
                  </a:cubicBezTo>
                  <a:lnTo>
                    <a:pt x="1499616" y="204883"/>
                  </a:lnTo>
                  <a:close/>
                  <a:moveTo>
                    <a:pt x="957644" y="173546"/>
                  </a:moveTo>
                  <a:lnTo>
                    <a:pt x="946976" y="164973"/>
                  </a:lnTo>
                  <a:cubicBezTo>
                    <a:pt x="951929" y="158877"/>
                    <a:pt x="956881" y="152686"/>
                    <a:pt x="961930" y="146685"/>
                  </a:cubicBezTo>
                  <a:lnTo>
                    <a:pt x="972503" y="155448"/>
                  </a:lnTo>
                  <a:cubicBezTo>
                    <a:pt x="967549" y="161449"/>
                    <a:pt x="962597" y="167449"/>
                    <a:pt x="957739" y="173546"/>
                  </a:cubicBezTo>
                  <a:close/>
                  <a:moveTo>
                    <a:pt x="1467993" y="170593"/>
                  </a:moveTo>
                  <a:cubicBezTo>
                    <a:pt x="1462564" y="165068"/>
                    <a:pt x="1457039" y="159734"/>
                    <a:pt x="1451325" y="154400"/>
                  </a:cubicBezTo>
                  <a:lnTo>
                    <a:pt x="1460659" y="144399"/>
                  </a:lnTo>
                  <a:cubicBezTo>
                    <a:pt x="1466469" y="149828"/>
                    <a:pt x="1472089" y="155353"/>
                    <a:pt x="1477708" y="160972"/>
                  </a:cubicBezTo>
                  <a:lnTo>
                    <a:pt x="1467993" y="170593"/>
                  </a:lnTo>
                  <a:close/>
                  <a:moveTo>
                    <a:pt x="1434179" y="138874"/>
                  </a:moveTo>
                  <a:cubicBezTo>
                    <a:pt x="1428369" y="133826"/>
                    <a:pt x="1422368" y="128873"/>
                    <a:pt x="1416367" y="124016"/>
                  </a:cubicBezTo>
                  <a:lnTo>
                    <a:pt x="1424940" y="113347"/>
                  </a:lnTo>
                  <a:cubicBezTo>
                    <a:pt x="1431132" y="118300"/>
                    <a:pt x="1437227" y="123349"/>
                    <a:pt x="1443133" y="128492"/>
                  </a:cubicBezTo>
                  <a:lnTo>
                    <a:pt x="1434179" y="138874"/>
                  </a:lnTo>
                  <a:close/>
                  <a:moveTo>
                    <a:pt x="987552" y="137731"/>
                  </a:moveTo>
                  <a:lnTo>
                    <a:pt x="977265" y="128683"/>
                  </a:lnTo>
                  <a:lnTo>
                    <a:pt x="979456" y="126206"/>
                  </a:lnTo>
                  <a:cubicBezTo>
                    <a:pt x="983742" y="121348"/>
                    <a:pt x="988600" y="116396"/>
                    <a:pt x="993838" y="111347"/>
                  </a:cubicBezTo>
                  <a:lnTo>
                    <a:pt x="1003363" y="121158"/>
                  </a:lnTo>
                  <a:cubicBezTo>
                    <a:pt x="998410" y="126016"/>
                    <a:pt x="993838" y="130778"/>
                    <a:pt x="989743" y="135255"/>
                  </a:cubicBezTo>
                  <a:lnTo>
                    <a:pt x="987552" y="137731"/>
                  </a:lnTo>
                  <a:close/>
                  <a:moveTo>
                    <a:pt x="1397984" y="109919"/>
                  </a:moveTo>
                  <a:cubicBezTo>
                    <a:pt x="1391793" y="105346"/>
                    <a:pt x="1385506" y="100965"/>
                    <a:pt x="1379030" y="96583"/>
                  </a:cubicBezTo>
                  <a:lnTo>
                    <a:pt x="1386649" y="85153"/>
                  </a:lnTo>
                  <a:cubicBezTo>
                    <a:pt x="1393222" y="89535"/>
                    <a:pt x="1399699" y="94107"/>
                    <a:pt x="1406081" y="98774"/>
                  </a:cubicBezTo>
                  <a:lnTo>
                    <a:pt x="1397984" y="109823"/>
                  </a:lnTo>
                  <a:close/>
                  <a:moveTo>
                    <a:pt x="1020508" y="105632"/>
                  </a:moveTo>
                  <a:lnTo>
                    <a:pt x="1011650" y="95155"/>
                  </a:lnTo>
                  <a:cubicBezTo>
                    <a:pt x="1017556" y="90106"/>
                    <a:pt x="1023747" y="85153"/>
                    <a:pt x="1030224" y="80200"/>
                  </a:cubicBezTo>
                  <a:lnTo>
                    <a:pt x="1038511" y="91059"/>
                  </a:lnTo>
                  <a:cubicBezTo>
                    <a:pt x="1032225" y="95821"/>
                    <a:pt x="1026224" y="100679"/>
                    <a:pt x="1020508" y="105537"/>
                  </a:cubicBezTo>
                  <a:close/>
                  <a:moveTo>
                    <a:pt x="1366743" y="88582"/>
                  </a:moveTo>
                  <a:lnTo>
                    <a:pt x="1346930" y="76009"/>
                  </a:lnTo>
                  <a:lnTo>
                    <a:pt x="1354265" y="64389"/>
                  </a:lnTo>
                  <a:lnTo>
                    <a:pt x="1374172" y="76962"/>
                  </a:lnTo>
                  <a:lnTo>
                    <a:pt x="1366838" y="88582"/>
                  </a:lnTo>
                  <a:close/>
                  <a:moveTo>
                    <a:pt x="1057275" y="77533"/>
                  </a:moveTo>
                  <a:lnTo>
                    <a:pt x="1049465" y="66294"/>
                  </a:lnTo>
                  <a:cubicBezTo>
                    <a:pt x="1055942" y="61817"/>
                    <a:pt x="1062609" y="57436"/>
                    <a:pt x="1069372" y="53245"/>
                  </a:cubicBezTo>
                  <a:lnTo>
                    <a:pt x="1076611" y="64865"/>
                  </a:lnTo>
                  <a:cubicBezTo>
                    <a:pt x="1070039" y="68961"/>
                    <a:pt x="1063466" y="73247"/>
                    <a:pt x="1057180" y="77533"/>
                  </a:cubicBezTo>
                  <a:close/>
                  <a:moveTo>
                    <a:pt x="1327023" y="63532"/>
                  </a:moveTo>
                  <a:lnTo>
                    <a:pt x="1307211" y="50959"/>
                  </a:lnTo>
                  <a:lnTo>
                    <a:pt x="1314545" y="39338"/>
                  </a:lnTo>
                  <a:lnTo>
                    <a:pt x="1334357" y="51911"/>
                  </a:lnTo>
                  <a:lnTo>
                    <a:pt x="1327023" y="63532"/>
                  </a:lnTo>
                  <a:close/>
                  <a:moveTo>
                    <a:pt x="1096613" y="53054"/>
                  </a:moveTo>
                  <a:lnTo>
                    <a:pt x="1089946" y="41053"/>
                  </a:lnTo>
                  <a:cubicBezTo>
                    <a:pt x="1096899" y="37147"/>
                    <a:pt x="1103948" y="33433"/>
                    <a:pt x="1111091" y="30004"/>
                  </a:cubicBezTo>
                  <a:lnTo>
                    <a:pt x="1117092" y="42291"/>
                  </a:lnTo>
                  <a:cubicBezTo>
                    <a:pt x="1110234" y="45625"/>
                    <a:pt x="1103376" y="49244"/>
                    <a:pt x="1096613" y="53054"/>
                  </a:cubicBezTo>
                  <a:close/>
                  <a:moveTo>
                    <a:pt x="1287304" y="38481"/>
                  </a:moveTo>
                  <a:lnTo>
                    <a:pt x="1267397" y="25908"/>
                  </a:lnTo>
                  <a:lnTo>
                    <a:pt x="1274731" y="14288"/>
                  </a:lnTo>
                  <a:lnTo>
                    <a:pt x="1294543" y="26860"/>
                  </a:lnTo>
                  <a:lnTo>
                    <a:pt x="1287208" y="38481"/>
                  </a:lnTo>
                  <a:close/>
                  <a:moveTo>
                    <a:pt x="1138047" y="32861"/>
                  </a:moveTo>
                  <a:lnTo>
                    <a:pt x="1132809" y="20193"/>
                  </a:lnTo>
                  <a:cubicBezTo>
                    <a:pt x="1140428" y="17050"/>
                    <a:pt x="1147953" y="14192"/>
                    <a:pt x="1155287" y="11716"/>
                  </a:cubicBezTo>
                  <a:lnTo>
                    <a:pt x="1159669" y="24670"/>
                  </a:lnTo>
                  <a:cubicBezTo>
                    <a:pt x="1152715" y="27051"/>
                    <a:pt x="1145382" y="29718"/>
                    <a:pt x="1138143" y="32766"/>
                  </a:cubicBezTo>
                  <a:close/>
                  <a:moveTo>
                    <a:pt x="1181576" y="18478"/>
                  </a:moveTo>
                  <a:lnTo>
                    <a:pt x="1178433" y="5144"/>
                  </a:lnTo>
                  <a:cubicBezTo>
                    <a:pt x="1186624" y="3239"/>
                    <a:pt x="1194721" y="1810"/>
                    <a:pt x="1202341" y="952"/>
                  </a:cubicBezTo>
                  <a:lnTo>
                    <a:pt x="1203865" y="14573"/>
                  </a:lnTo>
                  <a:cubicBezTo>
                    <a:pt x="1196721" y="15335"/>
                    <a:pt x="1189292" y="16669"/>
                    <a:pt x="1181576" y="18574"/>
                  </a:cubicBezTo>
                  <a:close/>
                  <a:moveTo>
                    <a:pt x="1247870" y="17145"/>
                  </a:moveTo>
                  <a:cubicBezTo>
                    <a:pt x="1241203" y="15240"/>
                    <a:pt x="1233964" y="14097"/>
                    <a:pt x="1226249" y="13716"/>
                  </a:cubicBezTo>
                  <a:lnTo>
                    <a:pt x="1226916" y="0"/>
                  </a:lnTo>
                  <a:cubicBezTo>
                    <a:pt x="1235678" y="476"/>
                    <a:pt x="1243965" y="1810"/>
                    <a:pt x="1251585" y="4000"/>
                  </a:cubicBezTo>
                  <a:lnTo>
                    <a:pt x="1247775" y="17145"/>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1103400" y="1987920"/>
            <a:ext cx="3582720" cy="572400"/>
          </a:xfrm>
          <a:prstGeom prst="rect">
            <a:avLst/>
          </a:prstGeom>
          <a:noFill/>
          <a:ln w="0">
            <a:noFill/>
          </a:ln>
        </p:spPr>
        <p:txBody>
          <a:bodyPr lIns="91440" tIns="91440" rIns="91440" bIns="91440" anchor="b">
            <a:noAutofit/>
          </a:bodyPr>
          <a:lstStyle/>
          <a:p>
            <a:pPr indent="0">
              <a:buNone/>
            </a:pPr>
            <a:r>
              <a:rPr lang="fr-FR" sz="3500" b="0" strike="noStrike" spc="-1">
                <a:solidFill>
                  <a:schemeClr val="dk1"/>
                </a:solidFill>
                <a:latin typeface="Arial"/>
              </a:rPr>
              <a:t>Click to edit the title text format</a:t>
            </a:r>
          </a:p>
        </p:txBody>
      </p:sp>
      <p:sp>
        <p:nvSpPr>
          <p:cNvPr id="24" name="Google Shape;88;p16"/>
          <p:cNvSpPr/>
          <p:nvPr/>
        </p:nvSpPr>
        <p:spPr>
          <a:xfrm rot="15038400" flipH="1">
            <a:off x="7426440" y="1059120"/>
            <a:ext cx="4803840" cy="3903120"/>
          </a:xfrm>
          <a:custGeom>
            <a:avLst/>
            <a:gdLst>
              <a:gd name="textAreaLeft" fmla="*/ 360 w 4803840"/>
              <a:gd name="textAreaRight" fmla="*/ 4804560 w 4803840"/>
              <a:gd name="textAreaTop" fmla="*/ 0 h 3903120"/>
              <a:gd name="textAreaBottom" fmla="*/ 3903480 h 3903120"/>
            </a:gdLst>
            <a:ahLst/>
            <a:cxnLst/>
            <a:rect l="textAreaLeft" t="textAreaTop" r="textAreaRight" b="textAreaBottom"/>
            <a:pathLst>
              <a:path w="1930774" h="1568974">
                <a:moveTo>
                  <a:pt x="11419" y="1021325"/>
                </a:moveTo>
                <a:cubicBezTo>
                  <a:pt x="-43064" y="785677"/>
                  <a:pt x="102383" y="500975"/>
                  <a:pt x="341841" y="467542"/>
                </a:cubicBezTo>
                <a:cubicBezTo>
                  <a:pt x="471953" y="449445"/>
                  <a:pt x="607398" y="503166"/>
                  <a:pt x="733985" y="467923"/>
                </a:cubicBezTo>
                <a:cubicBezTo>
                  <a:pt x="949917" y="407820"/>
                  <a:pt x="1030689" y="127690"/>
                  <a:pt x="1233477" y="32154"/>
                </a:cubicBezTo>
                <a:cubicBezTo>
                  <a:pt x="1407689" y="-49951"/>
                  <a:pt x="1623621" y="34726"/>
                  <a:pt x="1752113" y="178268"/>
                </a:cubicBezTo>
                <a:cubicBezTo>
                  <a:pt x="1937755" y="385627"/>
                  <a:pt x="1978236" y="702714"/>
                  <a:pt x="1875843" y="961509"/>
                </a:cubicBezTo>
                <a:cubicBezTo>
                  <a:pt x="1773449" y="1220303"/>
                  <a:pt x="1541610" y="1417661"/>
                  <a:pt x="1277577" y="1505672"/>
                </a:cubicBezTo>
                <a:cubicBezTo>
                  <a:pt x="832950" y="1653786"/>
                  <a:pt x="136482" y="1561298"/>
                  <a:pt x="11514" y="102123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 name="Google Shape;89;p16"/>
          <p:cNvSpPr/>
          <p:nvPr/>
        </p:nvSpPr>
        <p:spPr>
          <a:xfrm rot="4260600" flipH="1">
            <a:off x="5459400" y="-381240"/>
            <a:ext cx="897480" cy="1170000"/>
          </a:xfrm>
          <a:custGeom>
            <a:avLst/>
            <a:gdLst>
              <a:gd name="textAreaLeft" fmla="*/ -360 w 897480"/>
              <a:gd name="textAreaRight" fmla="*/ 897480 w 897480"/>
              <a:gd name="textAreaTop" fmla="*/ 0 h 1170000"/>
              <a:gd name="textAreaBottom" fmla="*/ 1170360 h 1170000"/>
            </a:gdLst>
            <a:ahLst/>
            <a:cxnLst/>
            <a:rect l="textAreaLeft" t="textAreaTop" r="textAreaRight" b="textAreaBottom"/>
            <a:pathLst>
              <a:path w="364045" h="474454">
                <a:moveTo>
                  <a:pt x="157163" y="474440"/>
                </a:moveTo>
                <a:cubicBezTo>
                  <a:pt x="155734" y="474440"/>
                  <a:pt x="154210" y="474440"/>
                  <a:pt x="152781" y="474440"/>
                </a:cubicBezTo>
                <a:lnTo>
                  <a:pt x="153162" y="462058"/>
                </a:lnTo>
                <a:cubicBezTo>
                  <a:pt x="154686" y="462058"/>
                  <a:pt x="156210" y="462058"/>
                  <a:pt x="157829" y="462058"/>
                </a:cubicBezTo>
                <a:cubicBezTo>
                  <a:pt x="163068" y="462058"/>
                  <a:pt x="168307" y="461772"/>
                  <a:pt x="173641" y="461296"/>
                </a:cubicBezTo>
                <a:lnTo>
                  <a:pt x="174784" y="473583"/>
                </a:lnTo>
                <a:cubicBezTo>
                  <a:pt x="168878" y="474155"/>
                  <a:pt x="163068" y="474536"/>
                  <a:pt x="157258" y="474440"/>
                </a:cubicBezTo>
                <a:close/>
                <a:moveTo>
                  <a:pt x="130873" y="472250"/>
                </a:moveTo>
                <a:cubicBezTo>
                  <a:pt x="123539" y="471106"/>
                  <a:pt x="116395" y="469297"/>
                  <a:pt x="109347" y="467106"/>
                </a:cubicBezTo>
                <a:lnTo>
                  <a:pt x="113062" y="455295"/>
                </a:lnTo>
                <a:cubicBezTo>
                  <a:pt x="119443" y="457295"/>
                  <a:pt x="126111" y="458914"/>
                  <a:pt x="132779" y="459962"/>
                </a:cubicBezTo>
                <a:lnTo>
                  <a:pt x="130778" y="472154"/>
                </a:lnTo>
                <a:close/>
                <a:moveTo>
                  <a:pt x="196405" y="470154"/>
                </a:moveTo>
                <a:lnTo>
                  <a:pt x="193738" y="458057"/>
                </a:lnTo>
                <a:cubicBezTo>
                  <a:pt x="200310" y="456629"/>
                  <a:pt x="206978" y="454723"/>
                  <a:pt x="213455" y="452533"/>
                </a:cubicBezTo>
                <a:lnTo>
                  <a:pt x="217456" y="464248"/>
                </a:lnTo>
                <a:cubicBezTo>
                  <a:pt x="210502" y="466630"/>
                  <a:pt x="203454" y="468630"/>
                  <a:pt x="196405" y="470154"/>
                </a:cubicBezTo>
                <a:close/>
                <a:moveTo>
                  <a:pt x="88868" y="458819"/>
                </a:moveTo>
                <a:cubicBezTo>
                  <a:pt x="83248" y="456057"/>
                  <a:pt x="77819" y="452819"/>
                  <a:pt x="72771" y="449389"/>
                </a:cubicBezTo>
                <a:lnTo>
                  <a:pt x="69913" y="447389"/>
                </a:lnTo>
                <a:lnTo>
                  <a:pt x="77057" y="437293"/>
                </a:lnTo>
                <a:lnTo>
                  <a:pt x="79343" y="438912"/>
                </a:lnTo>
                <a:cubicBezTo>
                  <a:pt x="84296" y="442341"/>
                  <a:pt x="89249" y="445198"/>
                  <a:pt x="94392" y="447770"/>
                </a:cubicBezTo>
                <a:lnTo>
                  <a:pt x="88868" y="458819"/>
                </a:lnTo>
                <a:close/>
                <a:moveTo>
                  <a:pt x="237744" y="455867"/>
                </a:moveTo>
                <a:lnTo>
                  <a:pt x="232410" y="444722"/>
                </a:lnTo>
                <a:cubicBezTo>
                  <a:pt x="238506" y="441770"/>
                  <a:pt x="244507" y="438436"/>
                  <a:pt x="250222" y="434721"/>
                </a:cubicBezTo>
                <a:lnTo>
                  <a:pt x="256889" y="445103"/>
                </a:lnTo>
                <a:cubicBezTo>
                  <a:pt x="250793" y="449009"/>
                  <a:pt x="244316" y="452628"/>
                  <a:pt x="237744" y="455771"/>
                </a:cubicBezTo>
                <a:close/>
                <a:moveTo>
                  <a:pt x="52959" y="433197"/>
                </a:moveTo>
                <a:cubicBezTo>
                  <a:pt x="47720" y="428149"/>
                  <a:pt x="42863" y="422529"/>
                  <a:pt x="38385" y="416623"/>
                </a:cubicBezTo>
                <a:lnTo>
                  <a:pt x="48292" y="409099"/>
                </a:lnTo>
                <a:cubicBezTo>
                  <a:pt x="52388" y="414528"/>
                  <a:pt x="56959" y="419671"/>
                  <a:pt x="61722" y="424339"/>
                </a:cubicBezTo>
                <a:lnTo>
                  <a:pt x="53054" y="433197"/>
                </a:lnTo>
                <a:close/>
                <a:moveTo>
                  <a:pt x="274606" y="432149"/>
                </a:moveTo>
                <a:lnTo>
                  <a:pt x="266700" y="422624"/>
                </a:lnTo>
                <a:cubicBezTo>
                  <a:pt x="271843" y="418338"/>
                  <a:pt x="276987" y="413671"/>
                  <a:pt x="281844" y="408718"/>
                </a:cubicBezTo>
                <a:lnTo>
                  <a:pt x="290703" y="417386"/>
                </a:lnTo>
                <a:cubicBezTo>
                  <a:pt x="285559" y="422624"/>
                  <a:pt x="280130" y="427577"/>
                  <a:pt x="274606" y="432149"/>
                </a:cubicBezTo>
                <a:close/>
                <a:moveTo>
                  <a:pt x="305085" y="401003"/>
                </a:moveTo>
                <a:lnTo>
                  <a:pt x="295370" y="393287"/>
                </a:lnTo>
                <a:cubicBezTo>
                  <a:pt x="299561" y="387953"/>
                  <a:pt x="303657" y="382334"/>
                  <a:pt x="307372" y="376523"/>
                </a:cubicBezTo>
                <a:lnTo>
                  <a:pt x="317754" y="383286"/>
                </a:lnTo>
                <a:cubicBezTo>
                  <a:pt x="313754" y="389382"/>
                  <a:pt x="309467" y="395288"/>
                  <a:pt x="304991" y="401003"/>
                </a:cubicBezTo>
                <a:close/>
                <a:moveTo>
                  <a:pt x="26289" y="398240"/>
                </a:moveTo>
                <a:cubicBezTo>
                  <a:pt x="22765" y="392049"/>
                  <a:pt x="19526" y="385381"/>
                  <a:pt x="16669" y="378523"/>
                </a:cubicBezTo>
                <a:lnTo>
                  <a:pt x="28099" y="373761"/>
                </a:lnTo>
                <a:cubicBezTo>
                  <a:pt x="30766" y="380143"/>
                  <a:pt x="33718" y="386334"/>
                  <a:pt x="37052" y="392144"/>
                </a:cubicBezTo>
                <a:lnTo>
                  <a:pt x="26289" y="398240"/>
                </a:lnTo>
                <a:close/>
                <a:moveTo>
                  <a:pt x="328898" y="364617"/>
                </a:moveTo>
                <a:lnTo>
                  <a:pt x="317945" y="358807"/>
                </a:lnTo>
                <a:cubicBezTo>
                  <a:pt x="321087" y="352806"/>
                  <a:pt x="324135" y="346615"/>
                  <a:pt x="326898" y="340138"/>
                </a:cubicBezTo>
                <a:lnTo>
                  <a:pt x="338233" y="345091"/>
                </a:lnTo>
                <a:cubicBezTo>
                  <a:pt x="335375" y="351854"/>
                  <a:pt x="332137" y="358426"/>
                  <a:pt x="328803" y="364617"/>
                </a:cubicBezTo>
                <a:close/>
                <a:moveTo>
                  <a:pt x="9430" y="357854"/>
                </a:moveTo>
                <a:cubicBezTo>
                  <a:pt x="7429" y="351092"/>
                  <a:pt x="5715" y="343948"/>
                  <a:pt x="4381" y="336613"/>
                </a:cubicBezTo>
                <a:lnTo>
                  <a:pt x="16573" y="334328"/>
                </a:lnTo>
                <a:cubicBezTo>
                  <a:pt x="17907" y="341186"/>
                  <a:pt x="19526" y="347948"/>
                  <a:pt x="21336" y="354330"/>
                </a:cubicBezTo>
                <a:lnTo>
                  <a:pt x="9430" y="357854"/>
                </a:lnTo>
                <a:close/>
                <a:moveTo>
                  <a:pt x="346138" y="324898"/>
                </a:moveTo>
                <a:lnTo>
                  <a:pt x="334423" y="320897"/>
                </a:lnTo>
                <a:cubicBezTo>
                  <a:pt x="336613" y="314515"/>
                  <a:pt x="338614" y="307753"/>
                  <a:pt x="340423" y="301085"/>
                </a:cubicBezTo>
                <a:lnTo>
                  <a:pt x="352425" y="304229"/>
                </a:lnTo>
                <a:cubicBezTo>
                  <a:pt x="350615" y="311277"/>
                  <a:pt x="348425" y="318230"/>
                  <a:pt x="346138" y="324993"/>
                </a:cubicBezTo>
                <a:close/>
                <a:moveTo>
                  <a:pt x="1238" y="315087"/>
                </a:moveTo>
                <a:cubicBezTo>
                  <a:pt x="571" y="307943"/>
                  <a:pt x="95" y="300609"/>
                  <a:pt x="0" y="293370"/>
                </a:cubicBezTo>
                <a:lnTo>
                  <a:pt x="12382" y="293084"/>
                </a:lnTo>
                <a:cubicBezTo>
                  <a:pt x="12478" y="299942"/>
                  <a:pt x="12954" y="306991"/>
                  <a:pt x="13621" y="313754"/>
                </a:cubicBezTo>
                <a:lnTo>
                  <a:pt x="1334" y="314992"/>
                </a:lnTo>
                <a:close/>
                <a:moveTo>
                  <a:pt x="357092" y="282988"/>
                </a:moveTo>
                <a:lnTo>
                  <a:pt x="344900" y="280702"/>
                </a:lnTo>
                <a:cubicBezTo>
                  <a:pt x="346138" y="273844"/>
                  <a:pt x="347186" y="266986"/>
                  <a:pt x="348043" y="260128"/>
                </a:cubicBezTo>
                <a:lnTo>
                  <a:pt x="360331" y="261556"/>
                </a:lnTo>
                <a:cubicBezTo>
                  <a:pt x="359569" y="268605"/>
                  <a:pt x="358426" y="275844"/>
                  <a:pt x="357092" y="282988"/>
                </a:cubicBezTo>
                <a:close/>
                <a:moveTo>
                  <a:pt x="12763" y="272510"/>
                </a:moveTo>
                <a:lnTo>
                  <a:pt x="381" y="271844"/>
                </a:lnTo>
                <a:cubicBezTo>
                  <a:pt x="762" y="264700"/>
                  <a:pt x="1428" y="257461"/>
                  <a:pt x="2381" y="250317"/>
                </a:cubicBezTo>
                <a:lnTo>
                  <a:pt x="14668" y="251936"/>
                </a:lnTo>
                <a:cubicBezTo>
                  <a:pt x="13811" y="258794"/>
                  <a:pt x="13145" y="265747"/>
                  <a:pt x="12763" y="272605"/>
                </a:cubicBezTo>
                <a:close/>
                <a:moveTo>
                  <a:pt x="362331" y="240221"/>
                </a:moveTo>
                <a:lnTo>
                  <a:pt x="350044" y="239363"/>
                </a:lnTo>
                <a:cubicBezTo>
                  <a:pt x="350520" y="232791"/>
                  <a:pt x="350901" y="225743"/>
                  <a:pt x="351187" y="218408"/>
                </a:cubicBezTo>
                <a:lnTo>
                  <a:pt x="363569" y="218885"/>
                </a:lnTo>
                <a:cubicBezTo>
                  <a:pt x="363284" y="226409"/>
                  <a:pt x="362902" y="233553"/>
                  <a:pt x="362426" y="240316"/>
                </a:cubicBezTo>
                <a:close/>
                <a:moveTo>
                  <a:pt x="18002" y="231267"/>
                </a:moveTo>
                <a:lnTo>
                  <a:pt x="5905" y="228790"/>
                </a:lnTo>
                <a:lnTo>
                  <a:pt x="6953" y="223933"/>
                </a:lnTo>
                <a:cubicBezTo>
                  <a:pt x="8191" y="218504"/>
                  <a:pt x="9430" y="213074"/>
                  <a:pt x="10953" y="207740"/>
                </a:cubicBezTo>
                <a:lnTo>
                  <a:pt x="22860" y="210979"/>
                </a:lnTo>
                <a:cubicBezTo>
                  <a:pt x="21431" y="216122"/>
                  <a:pt x="20193" y="221361"/>
                  <a:pt x="19050" y="226600"/>
                </a:cubicBezTo>
                <a:lnTo>
                  <a:pt x="18097" y="231172"/>
                </a:lnTo>
                <a:close/>
                <a:moveTo>
                  <a:pt x="364045" y="197453"/>
                </a:moveTo>
                <a:lnTo>
                  <a:pt x="351663" y="197453"/>
                </a:lnTo>
                <a:cubicBezTo>
                  <a:pt x="351663" y="197453"/>
                  <a:pt x="351663" y="190500"/>
                  <a:pt x="351663" y="190500"/>
                </a:cubicBezTo>
                <a:cubicBezTo>
                  <a:pt x="351663" y="185833"/>
                  <a:pt x="351663" y="181070"/>
                  <a:pt x="351472" y="176308"/>
                </a:cubicBezTo>
                <a:lnTo>
                  <a:pt x="363855" y="176022"/>
                </a:lnTo>
                <a:cubicBezTo>
                  <a:pt x="363950" y="180880"/>
                  <a:pt x="364045" y="185738"/>
                  <a:pt x="364045" y="190500"/>
                </a:cubicBezTo>
                <a:lnTo>
                  <a:pt x="364045" y="197358"/>
                </a:lnTo>
                <a:close/>
                <a:moveTo>
                  <a:pt x="28860" y="191167"/>
                </a:moveTo>
                <a:lnTo>
                  <a:pt x="17145" y="187262"/>
                </a:lnTo>
                <a:cubicBezTo>
                  <a:pt x="19431" y="180404"/>
                  <a:pt x="22003" y="173546"/>
                  <a:pt x="24669" y="166973"/>
                </a:cubicBezTo>
                <a:lnTo>
                  <a:pt x="36100" y="171640"/>
                </a:lnTo>
                <a:cubicBezTo>
                  <a:pt x="33528" y="178022"/>
                  <a:pt x="31052" y="184595"/>
                  <a:pt x="28860" y="191167"/>
                </a:cubicBezTo>
                <a:close/>
                <a:moveTo>
                  <a:pt x="350711" y="155353"/>
                </a:moveTo>
                <a:cubicBezTo>
                  <a:pt x="350329" y="148400"/>
                  <a:pt x="349853" y="141351"/>
                  <a:pt x="349186" y="134398"/>
                </a:cubicBezTo>
                <a:lnTo>
                  <a:pt x="361474" y="133255"/>
                </a:lnTo>
                <a:cubicBezTo>
                  <a:pt x="362141" y="140398"/>
                  <a:pt x="362712" y="147542"/>
                  <a:pt x="363093" y="154686"/>
                </a:cubicBezTo>
                <a:lnTo>
                  <a:pt x="350711" y="155353"/>
                </a:lnTo>
                <a:close/>
                <a:moveTo>
                  <a:pt x="44577" y="152590"/>
                </a:moveTo>
                <a:lnTo>
                  <a:pt x="33433" y="147161"/>
                </a:lnTo>
                <a:cubicBezTo>
                  <a:pt x="36576" y="140684"/>
                  <a:pt x="40005" y="134207"/>
                  <a:pt x="43529" y="128016"/>
                </a:cubicBezTo>
                <a:lnTo>
                  <a:pt x="54293" y="134112"/>
                </a:lnTo>
                <a:cubicBezTo>
                  <a:pt x="50863" y="140018"/>
                  <a:pt x="47625" y="146209"/>
                  <a:pt x="44577" y="152495"/>
                </a:cubicBezTo>
                <a:close/>
                <a:moveTo>
                  <a:pt x="65151" y="116586"/>
                </a:moveTo>
                <a:lnTo>
                  <a:pt x="54864" y="109728"/>
                </a:lnTo>
                <a:cubicBezTo>
                  <a:pt x="58864" y="103727"/>
                  <a:pt x="63151" y="97822"/>
                  <a:pt x="67532" y="92202"/>
                </a:cubicBezTo>
                <a:lnTo>
                  <a:pt x="77248" y="99822"/>
                </a:lnTo>
                <a:cubicBezTo>
                  <a:pt x="73057" y="105156"/>
                  <a:pt x="68961" y="110871"/>
                  <a:pt x="65056" y="116586"/>
                </a:cubicBezTo>
                <a:close/>
                <a:moveTo>
                  <a:pt x="346710" y="113633"/>
                </a:moveTo>
                <a:cubicBezTo>
                  <a:pt x="345662" y="106489"/>
                  <a:pt x="344424" y="99536"/>
                  <a:pt x="343091" y="93154"/>
                </a:cubicBezTo>
                <a:lnTo>
                  <a:pt x="355187" y="90583"/>
                </a:lnTo>
                <a:cubicBezTo>
                  <a:pt x="356616" y="97250"/>
                  <a:pt x="357854" y="104394"/>
                  <a:pt x="358997" y="111823"/>
                </a:cubicBezTo>
                <a:lnTo>
                  <a:pt x="346710" y="113633"/>
                </a:lnTo>
                <a:close/>
                <a:moveTo>
                  <a:pt x="90773" y="84011"/>
                </a:moveTo>
                <a:lnTo>
                  <a:pt x="81629" y="75629"/>
                </a:lnTo>
                <a:cubicBezTo>
                  <a:pt x="86582" y="70199"/>
                  <a:pt x="91821" y="65056"/>
                  <a:pt x="97060" y="60293"/>
                </a:cubicBezTo>
                <a:lnTo>
                  <a:pt x="105442" y="69437"/>
                </a:lnTo>
                <a:cubicBezTo>
                  <a:pt x="100489" y="74009"/>
                  <a:pt x="95535" y="78867"/>
                  <a:pt x="90773" y="84011"/>
                </a:cubicBezTo>
                <a:close/>
                <a:moveTo>
                  <a:pt x="337851" y="73152"/>
                </a:moveTo>
                <a:cubicBezTo>
                  <a:pt x="335661" y="66199"/>
                  <a:pt x="333184" y="59817"/>
                  <a:pt x="330518" y="54197"/>
                </a:cubicBezTo>
                <a:lnTo>
                  <a:pt x="341662" y="48863"/>
                </a:lnTo>
                <a:cubicBezTo>
                  <a:pt x="344614" y="54959"/>
                  <a:pt x="347281" y="61913"/>
                  <a:pt x="349662" y="69437"/>
                </a:cubicBezTo>
                <a:lnTo>
                  <a:pt x="337851" y="73152"/>
                </a:lnTo>
                <a:close/>
                <a:moveTo>
                  <a:pt x="121253" y="56197"/>
                </a:moveTo>
                <a:lnTo>
                  <a:pt x="113729" y="46387"/>
                </a:lnTo>
                <a:cubicBezTo>
                  <a:pt x="119539" y="42005"/>
                  <a:pt x="125539" y="37814"/>
                  <a:pt x="131636" y="34004"/>
                </a:cubicBezTo>
                <a:lnTo>
                  <a:pt x="138208" y="44482"/>
                </a:lnTo>
                <a:cubicBezTo>
                  <a:pt x="132493" y="48101"/>
                  <a:pt x="126778" y="52006"/>
                  <a:pt x="121253" y="56197"/>
                </a:cubicBezTo>
                <a:close/>
                <a:moveTo>
                  <a:pt x="148590" y="38576"/>
                </a:moveTo>
                <a:lnTo>
                  <a:pt x="142875" y="27622"/>
                </a:lnTo>
                <a:cubicBezTo>
                  <a:pt x="149066" y="24384"/>
                  <a:pt x="155734" y="21336"/>
                  <a:pt x="162687" y="18574"/>
                </a:cubicBezTo>
                <a:lnTo>
                  <a:pt x="167354" y="30004"/>
                </a:lnTo>
                <a:cubicBezTo>
                  <a:pt x="160782" y="32671"/>
                  <a:pt x="154495" y="35528"/>
                  <a:pt x="148590" y="38576"/>
                </a:cubicBezTo>
                <a:close/>
                <a:moveTo>
                  <a:pt x="320135" y="37814"/>
                </a:moveTo>
                <a:cubicBezTo>
                  <a:pt x="316039" y="33052"/>
                  <a:pt x="311086" y="28861"/>
                  <a:pt x="305467" y="25337"/>
                </a:cubicBezTo>
                <a:lnTo>
                  <a:pt x="311944" y="14859"/>
                </a:lnTo>
                <a:cubicBezTo>
                  <a:pt x="318611" y="18955"/>
                  <a:pt x="324517" y="24003"/>
                  <a:pt x="329469" y="29718"/>
                </a:cubicBezTo>
                <a:lnTo>
                  <a:pt x="320135" y="37814"/>
                </a:lnTo>
                <a:close/>
                <a:moveTo>
                  <a:pt x="186880" y="22955"/>
                </a:moveTo>
                <a:lnTo>
                  <a:pt x="183166" y="11144"/>
                </a:lnTo>
                <a:cubicBezTo>
                  <a:pt x="190119" y="8954"/>
                  <a:pt x="197168" y="7048"/>
                  <a:pt x="204121" y="5525"/>
                </a:cubicBezTo>
                <a:lnTo>
                  <a:pt x="206787" y="17621"/>
                </a:lnTo>
                <a:cubicBezTo>
                  <a:pt x="200120" y="19145"/>
                  <a:pt x="193357" y="20955"/>
                  <a:pt x="186785" y="22955"/>
                </a:cubicBezTo>
                <a:close/>
                <a:moveTo>
                  <a:pt x="287560" y="17336"/>
                </a:moveTo>
                <a:cubicBezTo>
                  <a:pt x="281559" y="15430"/>
                  <a:pt x="274987" y="14097"/>
                  <a:pt x="267938" y="13335"/>
                </a:cubicBezTo>
                <a:lnTo>
                  <a:pt x="269367" y="1048"/>
                </a:lnTo>
                <a:cubicBezTo>
                  <a:pt x="277177" y="2000"/>
                  <a:pt x="284512" y="3429"/>
                  <a:pt x="291179" y="5525"/>
                </a:cubicBezTo>
                <a:lnTo>
                  <a:pt x="287560" y="17336"/>
                </a:lnTo>
                <a:close/>
                <a:moveTo>
                  <a:pt x="227171" y="14002"/>
                </a:moveTo>
                <a:lnTo>
                  <a:pt x="225552" y="1714"/>
                </a:lnTo>
                <a:cubicBezTo>
                  <a:pt x="232981" y="762"/>
                  <a:pt x="240316" y="95"/>
                  <a:pt x="247364" y="0"/>
                </a:cubicBezTo>
                <a:lnTo>
                  <a:pt x="247650" y="12382"/>
                </a:lnTo>
                <a:cubicBezTo>
                  <a:pt x="241078" y="12573"/>
                  <a:pt x="234125" y="13049"/>
                  <a:pt x="227171" y="1400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nvGrpSpPr>
          <p:cNvPr id="26" name="Google Shape;90;p16"/>
          <p:cNvGrpSpPr/>
          <p:nvPr/>
        </p:nvGrpSpPr>
        <p:grpSpPr>
          <a:xfrm>
            <a:off x="-345240" y="-528480"/>
            <a:ext cx="1833120" cy="3786840"/>
            <a:chOff x="-345240" y="-528480"/>
            <a:chExt cx="1833120" cy="3786840"/>
          </a:xfrm>
        </p:grpSpPr>
        <p:sp>
          <p:nvSpPr>
            <p:cNvPr id="27" name="Google Shape;91;p16"/>
            <p:cNvSpPr/>
            <p:nvPr/>
          </p:nvSpPr>
          <p:spPr>
            <a:xfrm rot="15946800">
              <a:off x="-1527480" y="823680"/>
              <a:ext cx="3717360" cy="1082160"/>
            </a:xfrm>
            <a:custGeom>
              <a:avLst/>
              <a:gdLst>
                <a:gd name="textAreaLeft" fmla="*/ 0 w 3717360"/>
                <a:gd name="textAreaRight" fmla="*/ 3717720 w 3717360"/>
                <a:gd name="textAreaTop" fmla="*/ 0 h 1082160"/>
                <a:gd name="textAreaBottom" fmla="*/ 1082520 h 1082160"/>
              </a:gdLst>
              <a:ahLst/>
              <a:cxnLst/>
              <a:rect l="textAreaLeft" t="textAreaTop" r="textAreaRight" b="textAreaBottom"/>
              <a:pathLst>
                <a:path w="1150527" h="335034">
                  <a:moveTo>
                    <a:pt x="56934" y="13410"/>
                  </a:moveTo>
                  <a:cubicBezTo>
                    <a:pt x="405739" y="-33834"/>
                    <a:pt x="759879" y="61130"/>
                    <a:pt x="1110685" y="33222"/>
                  </a:cubicBezTo>
                  <a:cubicBezTo>
                    <a:pt x="1119733" y="32460"/>
                    <a:pt x="1129735" y="31984"/>
                    <a:pt x="1136688" y="37889"/>
                  </a:cubicBezTo>
                  <a:cubicBezTo>
                    <a:pt x="1142403" y="42747"/>
                    <a:pt x="1144498" y="50748"/>
                    <a:pt x="1145927" y="58273"/>
                  </a:cubicBezTo>
                  <a:cubicBezTo>
                    <a:pt x="1162024" y="141712"/>
                    <a:pt x="1135545" y="234771"/>
                    <a:pt x="1071727" y="289254"/>
                  </a:cubicBezTo>
                  <a:cubicBezTo>
                    <a:pt x="1007910" y="343737"/>
                    <a:pt x="907516" y="351928"/>
                    <a:pt x="840841" y="301160"/>
                  </a:cubicBezTo>
                  <a:cubicBezTo>
                    <a:pt x="780357" y="255154"/>
                    <a:pt x="753021" y="171049"/>
                    <a:pt x="687108" y="133615"/>
                  </a:cubicBezTo>
                  <a:cubicBezTo>
                    <a:pt x="615575" y="93039"/>
                    <a:pt x="526993" y="121804"/>
                    <a:pt x="450412" y="151332"/>
                  </a:cubicBezTo>
                  <a:cubicBezTo>
                    <a:pt x="414693" y="165048"/>
                    <a:pt x="378974" y="178859"/>
                    <a:pt x="343255" y="192575"/>
                  </a:cubicBezTo>
                  <a:cubicBezTo>
                    <a:pt x="288868" y="213530"/>
                    <a:pt x="233241" y="234771"/>
                    <a:pt x="175139" y="236581"/>
                  </a:cubicBezTo>
                  <a:cubicBezTo>
                    <a:pt x="117037" y="238390"/>
                    <a:pt x="55029" y="217436"/>
                    <a:pt x="21501" y="168858"/>
                  </a:cubicBezTo>
                  <a:cubicBezTo>
                    <a:pt x="-12027" y="120280"/>
                    <a:pt x="-10694" y="22554"/>
                    <a:pt x="56838" y="13315"/>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8" name="Google Shape;92;p16"/>
            <p:cNvSpPr/>
            <p:nvPr/>
          </p:nvSpPr>
          <p:spPr>
            <a:xfrm rot="10206000">
              <a:off x="515880" y="-154080"/>
              <a:ext cx="921600" cy="664560"/>
            </a:xfrm>
            <a:custGeom>
              <a:avLst/>
              <a:gdLst>
                <a:gd name="textAreaLeft" fmla="*/ 0 w 921600"/>
                <a:gd name="textAreaRight" fmla="*/ 921960 w 921600"/>
                <a:gd name="textAreaTop" fmla="*/ 0 h 664560"/>
                <a:gd name="textAreaBottom" fmla="*/ 664920 h 664560"/>
              </a:gdLst>
              <a:ahLst/>
              <a:cxnLst/>
              <a:rect l="textAreaLeft" t="textAreaTop" r="textAreaRight" b="textAreaBottom"/>
              <a:pathLst>
                <a:path w="231419" h="166848">
                  <a:moveTo>
                    <a:pt x="107158" y="166848"/>
                  </a:moveTo>
                  <a:cubicBezTo>
                    <a:pt x="76392" y="166848"/>
                    <a:pt x="47912" y="156847"/>
                    <a:pt x="28100" y="138750"/>
                  </a:cubicBezTo>
                  <a:cubicBezTo>
                    <a:pt x="3144" y="115985"/>
                    <a:pt x="-6475" y="80171"/>
                    <a:pt x="4478" y="51501"/>
                  </a:cubicBezTo>
                  <a:cubicBezTo>
                    <a:pt x="15622" y="22640"/>
                    <a:pt x="47150" y="1971"/>
                    <a:pt x="82964" y="161"/>
                  </a:cubicBezTo>
                  <a:lnTo>
                    <a:pt x="82964" y="161"/>
                  </a:lnTo>
                  <a:cubicBezTo>
                    <a:pt x="118111" y="-1554"/>
                    <a:pt x="154116" y="10543"/>
                    <a:pt x="176595" y="31879"/>
                  </a:cubicBezTo>
                  <a:lnTo>
                    <a:pt x="180786" y="35784"/>
                  </a:lnTo>
                  <a:cubicBezTo>
                    <a:pt x="200979" y="54644"/>
                    <a:pt x="238603" y="89696"/>
                    <a:pt x="230221" y="115508"/>
                  </a:cubicBezTo>
                  <a:cubicBezTo>
                    <a:pt x="226220" y="127796"/>
                    <a:pt x="214886" y="134749"/>
                    <a:pt x="203169" y="140464"/>
                  </a:cubicBezTo>
                  <a:cubicBezTo>
                    <a:pt x="169832" y="156752"/>
                    <a:pt x="141924" y="165039"/>
                    <a:pt x="115349" y="166563"/>
                  </a:cubicBezTo>
                  <a:cubicBezTo>
                    <a:pt x="112587" y="166753"/>
                    <a:pt x="109824" y="166848"/>
                    <a:pt x="107062" y="166848"/>
                  </a:cubicBezTo>
                  <a:close/>
                  <a:moveTo>
                    <a:pt x="83535" y="9686"/>
                  </a:moveTo>
                  <a:lnTo>
                    <a:pt x="83535" y="9686"/>
                  </a:lnTo>
                  <a:cubicBezTo>
                    <a:pt x="56770" y="11019"/>
                    <a:pt x="24766" y="25593"/>
                    <a:pt x="13432" y="54929"/>
                  </a:cubicBezTo>
                  <a:cubicBezTo>
                    <a:pt x="3811" y="79980"/>
                    <a:pt x="12479" y="111603"/>
                    <a:pt x="34577" y="131701"/>
                  </a:cubicBezTo>
                  <a:cubicBezTo>
                    <a:pt x="54199" y="149608"/>
                    <a:pt x="83535" y="158847"/>
                    <a:pt x="114968" y="157038"/>
                  </a:cubicBezTo>
                  <a:cubicBezTo>
                    <a:pt x="140305" y="155609"/>
                    <a:pt x="167070" y="147608"/>
                    <a:pt x="199169" y="131892"/>
                  </a:cubicBezTo>
                  <a:cubicBezTo>
                    <a:pt x="208980" y="127129"/>
                    <a:pt x="218410" y="121414"/>
                    <a:pt x="221362" y="112556"/>
                  </a:cubicBezTo>
                  <a:cubicBezTo>
                    <a:pt x="227839" y="92553"/>
                    <a:pt x="190502" y="57597"/>
                    <a:pt x="174500" y="42737"/>
                  </a:cubicBezTo>
                  <a:lnTo>
                    <a:pt x="170213" y="38737"/>
                  </a:lnTo>
                  <a:cubicBezTo>
                    <a:pt x="149830" y="19401"/>
                    <a:pt x="115825" y="8066"/>
                    <a:pt x="83631" y="9686"/>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4457880" y="1987920"/>
            <a:ext cx="3582720" cy="572400"/>
          </a:xfrm>
          <a:prstGeom prst="rect">
            <a:avLst/>
          </a:prstGeom>
          <a:noFill/>
          <a:ln w="0">
            <a:noFill/>
          </a:ln>
        </p:spPr>
        <p:txBody>
          <a:bodyPr lIns="91440" tIns="91440" rIns="91440" bIns="91440" anchor="b">
            <a:noAutofit/>
          </a:bodyPr>
          <a:lstStyle/>
          <a:p>
            <a:pPr indent="0">
              <a:buNone/>
            </a:pPr>
            <a:r>
              <a:rPr lang="fr-FR" sz="3500" b="0" strike="noStrike" spc="-1">
                <a:solidFill>
                  <a:schemeClr val="dk1"/>
                </a:solidFill>
                <a:latin typeface="Arial"/>
              </a:rPr>
              <a:t>Click to edit the title text format</a:t>
            </a:r>
          </a:p>
        </p:txBody>
      </p:sp>
      <p:grpSp>
        <p:nvGrpSpPr>
          <p:cNvPr id="30" name="Google Shape;96;p17"/>
          <p:cNvGrpSpPr/>
          <p:nvPr/>
        </p:nvGrpSpPr>
        <p:grpSpPr>
          <a:xfrm>
            <a:off x="-1871640" y="-898920"/>
            <a:ext cx="5073120" cy="4622760"/>
            <a:chOff x="-1871640" y="-898920"/>
            <a:chExt cx="5073120" cy="4622760"/>
          </a:xfrm>
        </p:grpSpPr>
        <p:sp>
          <p:nvSpPr>
            <p:cNvPr id="31" name="Google Shape;97;p17"/>
            <p:cNvSpPr/>
            <p:nvPr/>
          </p:nvSpPr>
          <p:spPr>
            <a:xfrm rot="10084200" flipV="1">
              <a:off x="-1000080" y="-496440"/>
              <a:ext cx="4069440" cy="1704600"/>
            </a:xfrm>
            <a:custGeom>
              <a:avLst/>
              <a:gdLst>
                <a:gd name="textAreaLeft" fmla="*/ 0 w 4069440"/>
                <a:gd name="textAreaRight" fmla="*/ 4069800 w 4069440"/>
                <a:gd name="textAreaTop" fmla="*/ -360 h 1704600"/>
                <a:gd name="textAreaBottom" fmla="*/ 1704600 h 1704600"/>
              </a:gdLst>
              <a:ahLst/>
              <a:cxnLst/>
              <a:rect l="textAreaLeft" t="textAreaTop" r="textAreaRight" b="textAreaBottom"/>
              <a:pathLst>
                <a:path w="1150527" h="335034">
                  <a:moveTo>
                    <a:pt x="56934" y="13410"/>
                  </a:moveTo>
                  <a:cubicBezTo>
                    <a:pt x="405739" y="-33834"/>
                    <a:pt x="759879" y="61130"/>
                    <a:pt x="1110685" y="33222"/>
                  </a:cubicBezTo>
                  <a:cubicBezTo>
                    <a:pt x="1119733" y="32460"/>
                    <a:pt x="1129735" y="31984"/>
                    <a:pt x="1136688" y="37889"/>
                  </a:cubicBezTo>
                  <a:cubicBezTo>
                    <a:pt x="1142403" y="42747"/>
                    <a:pt x="1144498" y="50748"/>
                    <a:pt x="1145927" y="58273"/>
                  </a:cubicBezTo>
                  <a:cubicBezTo>
                    <a:pt x="1162024" y="141712"/>
                    <a:pt x="1135545" y="234771"/>
                    <a:pt x="1071727" y="289254"/>
                  </a:cubicBezTo>
                  <a:cubicBezTo>
                    <a:pt x="1007910" y="343737"/>
                    <a:pt x="907516" y="351928"/>
                    <a:pt x="840841" y="301160"/>
                  </a:cubicBezTo>
                  <a:cubicBezTo>
                    <a:pt x="780357" y="255154"/>
                    <a:pt x="753021" y="171049"/>
                    <a:pt x="687108" y="133615"/>
                  </a:cubicBezTo>
                  <a:cubicBezTo>
                    <a:pt x="615575" y="93039"/>
                    <a:pt x="526993" y="121804"/>
                    <a:pt x="450412" y="151332"/>
                  </a:cubicBezTo>
                  <a:cubicBezTo>
                    <a:pt x="414693" y="165048"/>
                    <a:pt x="378974" y="178859"/>
                    <a:pt x="343255" y="192575"/>
                  </a:cubicBezTo>
                  <a:cubicBezTo>
                    <a:pt x="288868" y="213530"/>
                    <a:pt x="233241" y="234771"/>
                    <a:pt x="175139" y="236581"/>
                  </a:cubicBezTo>
                  <a:cubicBezTo>
                    <a:pt x="117037" y="238390"/>
                    <a:pt x="55029" y="217436"/>
                    <a:pt x="21501" y="168858"/>
                  </a:cubicBezTo>
                  <a:cubicBezTo>
                    <a:pt x="-12027" y="120280"/>
                    <a:pt x="-10694" y="22554"/>
                    <a:pt x="56838" y="13315"/>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2" name="Google Shape;98;p17"/>
            <p:cNvSpPr/>
            <p:nvPr/>
          </p:nvSpPr>
          <p:spPr>
            <a:xfrm rot="2586600" flipV="1">
              <a:off x="-1487520" y="1118520"/>
              <a:ext cx="2390400" cy="2067480"/>
            </a:xfrm>
            <a:custGeom>
              <a:avLst/>
              <a:gdLst>
                <a:gd name="textAreaLeft" fmla="*/ 0 w 2390400"/>
                <a:gd name="textAreaRight" fmla="*/ 2390760 w 2390400"/>
                <a:gd name="textAreaTop" fmla="*/ -360 h 2067480"/>
                <a:gd name="textAreaBottom" fmla="*/ 2067480 h 2067480"/>
              </a:gdLst>
              <a:ahLst/>
              <a:cxnLst/>
              <a:rect l="textAreaLeft" t="textAreaTop" r="textAreaRight" b="textAreaBottom"/>
              <a:pathLst>
                <a:path w="2058516" h="1780329">
                  <a:moveTo>
                    <a:pt x="643542" y="1780139"/>
                  </a:moveTo>
                  <a:cubicBezTo>
                    <a:pt x="571437" y="1780139"/>
                    <a:pt x="499333" y="1768519"/>
                    <a:pt x="431515" y="1744611"/>
                  </a:cubicBezTo>
                  <a:cubicBezTo>
                    <a:pt x="211868" y="1667078"/>
                    <a:pt x="41085" y="1460099"/>
                    <a:pt x="6605" y="1229689"/>
                  </a:cubicBezTo>
                  <a:cubicBezTo>
                    <a:pt x="-27876" y="999280"/>
                    <a:pt x="74899" y="751439"/>
                    <a:pt x="262256" y="612946"/>
                  </a:cubicBezTo>
                  <a:cubicBezTo>
                    <a:pt x="336836" y="557796"/>
                    <a:pt x="423228" y="519029"/>
                    <a:pt x="506667" y="481596"/>
                  </a:cubicBezTo>
                  <a:cubicBezTo>
                    <a:pt x="596107" y="441496"/>
                    <a:pt x="688595" y="399967"/>
                    <a:pt x="766033" y="338340"/>
                  </a:cubicBezTo>
                  <a:cubicBezTo>
                    <a:pt x="807752" y="305098"/>
                    <a:pt x="845567" y="265664"/>
                    <a:pt x="882143" y="227564"/>
                  </a:cubicBezTo>
                  <a:cubicBezTo>
                    <a:pt x="926434" y="181368"/>
                    <a:pt x="972154" y="133553"/>
                    <a:pt x="1025589" y="96215"/>
                  </a:cubicBezTo>
                  <a:cubicBezTo>
                    <a:pt x="1168274" y="-3608"/>
                    <a:pt x="1366870" y="-27420"/>
                    <a:pt x="1556799" y="32587"/>
                  </a:cubicBezTo>
                  <a:cubicBezTo>
                    <a:pt x="1720153" y="84118"/>
                    <a:pt x="1859694" y="188797"/>
                    <a:pt x="1949896" y="327386"/>
                  </a:cubicBezTo>
                  <a:cubicBezTo>
                    <a:pt x="2042764" y="470071"/>
                    <a:pt x="2078388" y="644854"/>
                    <a:pt x="2047812" y="806970"/>
                  </a:cubicBezTo>
                  <a:cubicBezTo>
                    <a:pt x="2010760" y="1003185"/>
                    <a:pt x="1877696" y="1187494"/>
                    <a:pt x="1673289" y="1325987"/>
                  </a:cubicBezTo>
                  <a:cubicBezTo>
                    <a:pt x="1586040" y="1385138"/>
                    <a:pt x="1484028" y="1425143"/>
                    <a:pt x="1385349" y="1463909"/>
                  </a:cubicBezTo>
                  <a:cubicBezTo>
                    <a:pt x="1268858" y="1509629"/>
                    <a:pt x="1148367" y="1556969"/>
                    <a:pt x="1056355" y="1635264"/>
                  </a:cubicBezTo>
                  <a:cubicBezTo>
                    <a:pt x="945389" y="1729657"/>
                    <a:pt x="794608" y="1780330"/>
                    <a:pt x="643828" y="1780330"/>
                  </a:cubicBezTo>
                  <a:close/>
                  <a:moveTo>
                    <a:pt x="1348868" y="9442"/>
                  </a:moveTo>
                  <a:cubicBezTo>
                    <a:pt x="1231425" y="9442"/>
                    <a:pt x="1120078" y="41541"/>
                    <a:pt x="1030923" y="103930"/>
                  </a:cubicBezTo>
                  <a:cubicBezTo>
                    <a:pt x="978346" y="140791"/>
                    <a:pt x="932816" y="188226"/>
                    <a:pt x="888906" y="234136"/>
                  </a:cubicBezTo>
                  <a:cubicBezTo>
                    <a:pt x="852139" y="272522"/>
                    <a:pt x="814135" y="312241"/>
                    <a:pt x="771844" y="345865"/>
                  </a:cubicBezTo>
                  <a:cubicBezTo>
                    <a:pt x="693548" y="408158"/>
                    <a:pt x="600488" y="449973"/>
                    <a:pt x="510478" y="490359"/>
                  </a:cubicBezTo>
                  <a:cubicBezTo>
                    <a:pt x="427419" y="527602"/>
                    <a:pt x="341599" y="566178"/>
                    <a:pt x="267780" y="620661"/>
                  </a:cubicBezTo>
                  <a:cubicBezTo>
                    <a:pt x="83186" y="757059"/>
                    <a:pt x="-18065" y="1001280"/>
                    <a:pt x="15939" y="1228356"/>
                  </a:cubicBezTo>
                  <a:cubicBezTo>
                    <a:pt x="49943" y="1455432"/>
                    <a:pt x="218155" y="1659267"/>
                    <a:pt x="434658" y="1735753"/>
                  </a:cubicBezTo>
                  <a:lnTo>
                    <a:pt x="434658" y="1735753"/>
                  </a:lnTo>
                  <a:cubicBezTo>
                    <a:pt x="641160" y="1808714"/>
                    <a:pt x="888430" y="1765376"/>
                    <a:pt x="1049973" y="1627930"/>
                  </a:cubicBezTo>
                  <a:cubicBezTo>
                    <a:pt x="1143223" y="1548587"/>
                    <a:pt x="1264476" y="1501057"/>
                    <a:pt x="1381729" y="1455051"/>
                  </a:cubicBezTo>
                  <a:cubicBezTo>
                    <a:pt x="1479932" y="1416475"/>
                    <a:pt x="1581469" y="1376660"/>
                    <a:pt x="1667860" y="1318081"/>
                  </a:cubicBezTo>
                  <a:cubicBezTo>
                    <a:pt x="1870171" y="1181017"/>
                    <a:pt x="2001807" y="998899"/>
                    <a:pt x="2038383" y="805160"/>
                  </a:cubicBezTo>
                  <a:cubicBezTo>
                    <a:pt x="2068577" y="645426"/>
                    <a:pt x="2033335" y="473214"/>
                    <a:pt x="1941894" y="332530"/>
                  </a:cubicBezTo>
                  <a:cubicBezTo>
                    <a:pt x="1852931" y="195751"/>
                    <a:pt x="1715104" y="92500"/>
                    <a:pt x="1553941" y="41636"/>
                  </a:cubicBezTo>
                  <a:cubicBezTo>
                    <a:pt x="1485742" y="20110"/>
                    <a:pt x="1416305" y="9537"/>
                    <a:pt x="1348963" y="9537"/>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33" name="Google Shape;99;p17"/>
          <p:cNvSpPr/>
          <p:nvPr/>
        </p:nvSpPr>
        <p:spPr>
          <a:xfrm rot="21289800" flipH="1">
            <a:off x="7446600" y="3252960"/>
            <a:ext cx="2602080" cy="2701800"/>
          </a:xfrm>
          <a:custGeom>
            <a:avLst/>
            <a:gdLst>
              <a:gd name="textAreaLeft" fmla="*/ 360 w 2602080"/>
              <a:gd name="textAreaRight" fmla="*/ 2602800 w 2602080"/>
              <a:gd name="textAreaTop" fmla="*/ 0 h 2701800"/>
              <a:gd name="textAreaBottom" fmla="*/ 2702160 h 2701800"/>
            </a:gdLst>
            <a:ahLst/>
            <a:cxnLst/>
            <a:rect l="textAreaLeft" t="textAreaTop" r="textAreaRight" b="textAreaBottom"/>
            <a:pathLst>
              <a:path w="276908" h="287550">
                <a:moveTo>
                  <a:pt x="130073" y="275114"/>
                </a:moveTo>
                <a:cubicBezTo>
                  <a:pt x="84543" y="257493"/>
                  <a:pt x="34823" y="235966"/>
                  <a:pt x="13868" y="191008"/>
                </a:cubicBezTo>
                <a:cubicBezTo>
                  <a:pt x="5581" y="173196"/>
                  <a:pt x="2723" y="153289"/>
                  <a:pt x="1104" y="133668"/>
                </a:cubicBezTo>
                <a:cubicBezTo>
                  <a:pt x="-1182" y="105854"/>
                  <a:pt x="-991" y="76327"/>
                  <a:pt x="12344" y="51943"/>
                </a:cubicBezTo>
                <a:cubicBezTo>
                  <a:pt x="29203" y="21177"/>
                  <a:pt x="64064" y="4699"/>
                  <a:pt x="98259" y="603"/>
                </a:cubicBezTo>
                <a:cubicBezTo>
                  <a:pt x="119690" y="-1969"/>
                  <a:pt x="146551" y="3270"/>
                  <a:pt x="153123" y="24321"/>
                </a:cubicBezTo>
                <a:cubicBezTo>
                  <a:pt x="159981" y="46514"/>
                  <a:pt x="138740" y="68707"/>
                  <a:pt x="141312" y="91853"/>
                </a:cubicBezTo>
                <a:cubicBezTo>
                  <a:pt x="143312" y="109665"/>
                  <a:pt x="159029" y="122714"/>
                  <a:pt x="175316" y="129191"/>
                </a:cubicBezTo>
                <a:cubicBezTo>
                  <a:pt x="191604" y="135668"/>
                  <a:pt x="209416" y="137573"/>
                  <a:pt x="225608" y="144431"/>
                </a:cubicBezTo>
                <a:cubicBezTo>
                  <a:pt x="250754" y="154908"/>
                  <a:pt x="271043" y="178149"/>
                  <a:pt x="275900" y="205486"/>
                </a:cubicBezTo>
                <a:cubicBezTo>
                  <a:pt x="280663" y="232823"/>
                  <a:pt x="268280" y="263208"/>
                  <a:pt x="244563" y="276543"/>
                </a:cubicBezTo>
                <a:cubicBezTo>
                  <a:pt x="228656" y="285496"/>
                  <a:pt x="209797" y="286544"/>
                  <a:pt x="191699" y="287401"/>
                </a:cubicBezTo>
                <a:cubicBezTo>
                  <a:pt x="174173" y="288258"/>
                  <a:pt x="156838" y="285591"/>
                  <a:pt x="130168" y="275304"/>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1103400" y="1987920"/>
            <a:ext cx="3582720" cy="572400"/>
          </a:xfrm>
          <a:prstGeom prst="rect">
            <a:avLst/>
          </a:prstGeom>
          <a:noFill/>
          <a:ln w="0">
            <a:noFill/>
          </a:ln>
        </p:spPr>
        <p:txBody>
          <a:bodyPr lIns="91440" tIns="91440" rIns="91440" bIns="91440" anchor="b">
            <a:noAutofit/>
          </a:bodyPr>
          <a:lstStyle/>
          <a:p>
            <a:pPr indent="0">
              <a:buNone/>
            </a:pPr>
            <a:r>
              <a:rPr lang="fr-FR" sz="3500" b="0" strike="noStrike" spc="-1">
                <a:solidFill>
                  <a:schemeClr val="dk1"/>
                </a:solidFill>
                <a:latin typeface="Arial"/>
              </a:rPr>
              <a:t>Click to edit the title text format</a:t>
            </a:r>
          </a:p>
        </p:txBody>
      </p:sp>
      <p:grpSp>
        <p:nvGrpSpPr>
          <p:cNvPr id="35" name="Google Shape;103;p18"/>
          <p:cNvGrpSpPr/>
          <p:nvPr/>
        </p:nvGrpSpPr>
        <p:grpSpPr>
          <a:xfrm>
            <a:off x="6825960" y="1075680"/>
            <a:ext cx="4385160" cy="5611320"/>
            <a:chOff x="6825960" y="1075680"/>
            <a:chExt cx="4385160" cy="5611320"/>
          </a:xfrm>
        </p:grpSpPr>
        <p:sp>
          <p:nvSpPr>
            <p:cNvPr id="36" name="Google Shape;104;p18"/>
            <p:cNvSpPr/>
            <p:nvPr/>
          </p:nvSpPr>
          <p:spPr>
            <a:xfrm rot="14124000">
              <a:off x="7683480" y="2855520"/>
              <a:ext cx="2669760" cy="3485520"/>
            </a:xfrm>
            <a:custGeom>
              <a:avLst/>
              <a:gdLst>
                <a:gd name="textAreaLeft" fmla="*/ 0 w 2669760"/>
                <a:gd name="textAreaRight" fmla="*/ 2670120 w 2669760"/>
                <a:gd name="textAreaTop" fmla="*/ 0 h 3485520"/>
                <a:gd name="textAreaBottom" fmla="*/ 3485880 h 3485520"/>
              </a:gdLst>
              <a:ahLst/>
              <a:cxnLst/>
              <a:rect l="textAreaLeft" t="textAreaTop" r="textAreaRight" b="textAreaBottom"/>
              <a:pathLst>
                <a:path w="910992" h="1189302">
                  <a:moveTo>
                    <a:pt x="263278" y="240063"/>
                  </a:moveTo>
                  <a:cubicBezTo>
                    <a:pt x="308331" y="122620"/>
                    <a:pt x="413201" y="31371"/>
                    <a:pt x="533883" y="4796"/>
                  </a:cubicBezTo>
                  <a:cubicBezTo>
                    <a:pt x="599891" y="-9777"/>
                    <a:pt x="687331" y="7558"/>
                    <a:pt x="704095" y="74805"/>
                  </a:cubicBezTo>
                  <a:cubicBezTo>
                    <a:pt x="715144" y="119191"/>
                    <a:pt x="689236" y="162911"/>
                    <a:pt x="669995" y="204154"/>
                  </a:cubicBezTo>
                  <a:cubicBezTo>
                    <a:pt x="605701" y="341981"/>
                    <a:pt x="627799" y="536482"/>
                    <a:pt x="758768" y="611443"/>
                  </a:cubicBezTo>
                  <a:cubicBezTo>
                    <a:pt x="795154" y="632208"/>
                    <a:pt x="838397" y="643447"/>
                    <a:pt x="865829" y="675546"/>
                  </a:cubicBezTo>
                  <a:cubicBezTo>
                    <a:pt x="882498" y="695073"/>
                    <a:pt x="891356" y="720219"/>
                    <a:pt x="897833" y="745269"/>
                  </a:cubicBezTo>
                  <a:cubicBezTo>
                    <a:pt x="917740" y="822517"/>
                    <a:pt x="917169" y="907766"/>
                    <a:pt x="881450" y="978346"/>
                  </a:cubicBezTo>
                  <a:cubicBezTo>
                    <a:pt x="854399" y="1031686"/>
                    <a:pt x="809251" y="1073406"/>
                    <a:pt x="759721" y="1105695"/>
                  </a:cubicBezTo>
                  <a:cubicBezTo>
                    <a:pt x="619513" y="1197040"/>
                    <a:pt x="434632" y="1216757"/>
                    <a:pt x="281185" y="1148844"/>
                  </a:cubicBezTo>
                  <a:cubicBezTo>
                    <a:pt x="127832" y="1080930"/>
                    <a:pt x="12961" y="924054"/>
                    <a:pt x="959" y="753842"/>
                  </a:cubicBezTo>
                  <a:cubicBezTo>
                    <a:pt x="-2660" y="701835"/>
                    <a:pt x="3340" y="647352"/>
                    <a:pt x="29725" y="602966"/>
                  </a:cubicBezTo>
                  <a:cubicBezTo>
                    <a:pt x="79255" y="519622"/>
                    <a:pt x="191935" y="483618"/>
                    <a:pt x="221463" y="390749"/>
                  </a:cubicBezTo>
                  <a:cubicBezTo>
                    <a:pt x="237370" y="340552"/>
                    <a:pt x="249181" y="276925"/>
                    <a:pt x="263278" y="240254"/>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 name="Google Shape;105;p18"/>
            <p:cNvSpPr/>
            <p:nvPr/>
          </p:nvSpPr>
          <p:spPr>
            <a:xfrm rot="16658400">
              <a:off x="8064000" y="1332000"/>
              <a:ext cx="2347560" cy="2091600"/>
            </a:xfrm>
            <a:custGeom>
              <a:avLst/>
              <a:gdLst>
                <a:gd name="textAreaLeft" fmla="*/ 0 w 2347560"/>
                <a:gd name="textAreaRight" fmla="*/ 2347920 w 2347560"/>
                <a:gd name="textAreaTop" fmla="*/ 0 h 2091600"/>
                <a:gd name="textAreaBottom" fmla="*/ 2091960 h 2091600"/>
              </a:gdLst>
              <a:ahLst/>
              <a:cxnLst/>
              <a:rect l="textAreaLeft" t="textAreaTop" r="textAreaRight" b="textAreaBottom"/>
              <a:pathLst>
                <a:path w="1776031" h="1582483">
                  <a:moveTo>
                    <a:pt x="804196" y="1582484"/>
                  </a:moveTo>
                  <a:lnTo>
                    <a:pt x="804196" y="1568768"/>
                  </a:lnTo>
                  <a:cubicBezTo>
                    <a:pt x="811911" y="1568768"/>
                    <a:pt x="819722" y="1568768"/>
                    <a:pt x="827532" y="1568482"/>
                  </a:cubicBezTo>
                  <a:lnTo>
                    <a:pt x="827818" y="1582198"/>
                  </a:lnTo>
                  <a:cubicBezTo>
                    <a:pt x="819912" y="1582388"/>
                    <a:pt x="812101" y="1582484"/>
                    <a:pt x="804196" y="1582484"/>
                  </a:cubicBezTo>
                  <a:close/>
                  <a:moveTo>
                    <a:pt x="780574" y="1582293"/>
                  </a:moveTo>
                  <a:cubicBezTo>
                    <a:pt x="772668" y="1582103"/>
                    <a:pt x="764858" y="1581912"/>
                    <a:pt x="756952" y="1581531"/>
                  </a:cubicBezTo>
                  <a:lnTo>
                    <a:pt x="757523" y="1567815"/>
                  </a:lnTo>
                  <a:cubicBezTo>
                    <a:pt x="765334" y="1568101"/>
                    <a:pt x="773049" y="1568387"/>
                    <a:pt x="780860" y="1568577"/>
                  </a:cubicBezTo>
                  <a:lnTo>
                    <a:pt x="780574" y="1582293"/>
                  </a:lnTo>
                  <a:close/>
                  <a:moveTo>
                    <a:pt x="851440" y="1581531"/>
                  </a:moveTo>
                  <a:lnTo>
                    <a:pt x="850868" y="1567815"/>
                  </a:lnTo>
                  <a:cubicBezTo>
                    <a:pt x="858679" y="1567529"/>
                    <a:pt x="866394" y="1567053"/>
                    <a:pt x="874205" y="1566577"/>
                  </a:cubicBezTo>
                  <a:lnTo>
                    <a:pt x="875062" y="1580293"/>
                  </a:lnTo>
                  <a:cubicBezTo>
                    <a:pt x="867156" y="1580769"/>
                    <a:pt x="859346" y="1581150"/>
                    <a:pt x="851440" y="1581531"/>
                  </a:cubicBezTo>
                  <a:close/>
                  <a:moveTo>
                    <a:pt x="733330" y="1580293"/>
                  </a:moveTo>
                  <a:cubicBezTo>
                    <a:pt x="725424" y="1579817"/>
                    <a:pt x="717613" y="1579150"/>
                    <a:pt x="709708" y="1578483"/>
                  </a:cubicBezTo>
                  <a:lnTo>
                    <a:pt x="710851" y="1564862"/>
                  </a:lnTo>
                  <a:cubicBezTo>
                    <a:pt x="718566" y="1565529"/>
                    <a:pt x="726376" y="1566101"/>
                    <a:pt x="734092" y="1566577"/>
                  </a:cubicBezTo>
                  <a:lnTo>
                    <a:pt x="733235" y="1580293"/>
                  </a:lnTo>
                  <a:close/>
                  <a:moveTo>
                    <a:pt x="898588" y="1578578"/>
                  </a:moveTo>
                  <a:lnTo>
                    <a:pt x="897446" y="1564958"/>
                  </a:lnTo>
                  <a:cubicBezTo>
                    <a:pt x="905161" y="1564291"/>
                    <a:pt x="912971" y="1563624"/>
                    <a:pt x="920687" y="1562862"/>
                  </a:cubicBezTo>
                  <a:lnTo>
                    <a:pt x="922020" y="1576483"/>
                  </a:lnTo>
                  <a:cubicBezTo>
                    <a:pt x="914210" y="1577245"/>
                    <a:pt x="906304" y="1578007"/>
                    <a:pt x="898493" y="1578578"/>
                  </a:cubicBezTo>
                  <a:close/>
                  <a:moveTo>
                    <a:pt x="686276" y="1576197"/>
                  </a:moveTo>
                  <a:cubicBezTo>
                    <a:pt x="678466" y="1575340"/>
                    <a:pt x="670655" y="1574387"/>
                    <a:pt x="662749" y="1573339"/>
                  </a:cubicBezTo>
                  <a:lnTo>
                    <a:pt x="664559" y="1559719"/>
                  </a:lnTo>
                  <a:cubicBezTo>
                    <a:pt x="672274" y="1560767"/>
                    <a:pt x="679990" y="1561719"/>
                    <a:pt x="687705" y="1562576"/>
                  </a:cubicBezTo>
                  <a:lnTo>
                    <a:pt x="686181" y="1576197"/>
                  </a:lnTo>
                  <a:close/>
                  <a:moveTo>
                    <a:pt x="945547" y="1573911"/>
                  </a:moveTo>
                  <a:lnTo>
                    <a:pt x="943928" y="1560290"/>
                  </a:lnTo>
                  <a:cubicBezTo>
                    <a:pt x="951643" y="1559338"/>
                    <a:pt x="959358" y="1558385"/>
                    <a:pt x="967073" y="1557338"/>
                  </a:cubicBezTo>
                  <a:lnTo>
                    <a:pt x="968978" y="1570958"/>
                  </a:lnTo>
                  <a:cubicBezTo>
                    <a:pt x="961168" y="1572006"/>
                    <a:pt x="953357" y="1573054"/>
                    <a:pt x="945547" y="1573911"/>
                  </a:cubicBezTo>
                  <a:close/>
                  <a:moveTo>
                    <a:pt x="639318" y="1569815"/>
                  </a:moveTo>
                  <a:cubicBezTo>
                    <a:pt x="631508" y="1568577"/>
                    <a:pt x="623792" y="1567243"/>
                    <a:pt x="615982" y="1565815"/>
                  </a:cubicBezTo>
                  <a:lnTo>
                    <a:pt x="618459" y="1552385"/>
                  </a:lnTo>
                  <a:cubicBezTo>
                    <a:pt x="626078" y="1553813"/>
                    <a:pt x="633794" y="1555147"/>
                    <a:pt x="641413" y="1556385"/>
                  </a:cubicBezTo>
                  <a:lnTo>
                    <a:pt x="639223" y="1569910"/>
                  </a:lnTo>
                  <a:close/>
                  <a:moveTo>
                    <a:pt x="992315" y="1567529"/>
                  </a:moveTo>
                  <a:lnTo>
                    <a:pt x="990219" y="1554004"/>
                  </a:lnTo>
                  <a:cubicBezTo>
                    <a:pt x="997934" y="1552861"/>
                    <a:pt x="1005649" y="1551527"/>
                    <a:pt x="1013269" y="1550289"/>
                  </a:cubicBezTo>
                  <a:lnTo>
                    <a:pt x="1015556" y="1563814"/>
                  </a:lnTo>
                  <a:cubicBezTo>
                    <a:pt x="1007841" y="1565148"/>
                    <a:pt x="1000030" y="1566386"/>
                    <a:pt x="992219" y="1567625"/>
                  </a:cubicBezTo>
                  <a:close/>
                  <a:moveTo>
                    <a:pt x="592836" y="1561148"/>
                  </a:moveTo>
                  <a:cubicBezTo>
                    <a:pt x="585121" y="1559528"/>
                    <a:pt x="577406" y="1557814"/>
                    <a:pt x="569785" y="1555909"/>
                  </a:cubicBezTo>
                  <a:lnTo>
                    <a:pt x="572929" y="1542574"/>
                  </a:lnTo>
                  <a:cubicBezTo>
                    <a:pt x="580454" y="1544384"/>
                    <a:pt x="588074" y="1546098"/>
                    <a:pt x="595694" y="1547717"/>
                  </a:cubicBezTo>
                  <a:lnTo>
                    <a:pt x="592836" y="1561148"/>
                  </a:lnTo>
                  <a:close/>
                  <a:moveTo>
                    <a:pt x="1038892" y="1559528"/>
                  </a:moveTo>
                  <a:lnTo>
                    <a:pt x="1036320" y="1546098"/>
                  </a:lnTo>
                  <a:cubicBezTo>
                    <a:pt x="1043940" y="1544669"/>
                    <a:pt x="1051655" y="1543145"/>
                    <a:pt x="1059275" y="1541621"/>
                  </a:cubicBezTo>
                  <a:lnTo>
                    <a:pt x="1062038" y="1555052"/>
                  </a:lnTo>
                  <a:cubicBezTo>
                    <a:pt x="1054323" y="1556671"/>
                    <a:pt x="1046607" y="1558195"/>
                    <a:pt x="1038892" y="1559624"/>
                  </a:cubicBezTo>
                  <a:close/>
                  <a:moveTo>
                    <a:pt x="546830" y="1550194"/>
                  </a:moveTo>
                  <a:cubicBezTo>
                    <a:pt x="539210" y="1548193"/>
                    <a:pt x="531591" y="1546003"/>
                    <a:pt x="524065" y="1543812"/>
                  </a:cubicBezTo>
                  <a:lnTo>
                    <a:pt x="527971" y="1530668"/>
                  </a:lnTo>
                  <a:cubicBezTo>
                    <a:pt x="535400" y="1532858"/>
                    <a:pt x="542925" y="1534954"/>
                    <a:pt x="550450" y="1536954"/>
                  </a:cubicBezTo>
                  <a:lnTo>
                    <a:pt x="546926" y="1550194"/>
                  </a:lnTo>
                  <a:close/>
                  <a:moveTo>
                    <a:pt x="1085088" y="1550099"/>
                  </a:moveTo>
                  <a:lnTo>
                    <a:pt x="1082135" y="1536764"/>
                  </a:lnTo>
                  <a:cubicBezTo>
                    <a:pt x="1089755" y="1535049"/>
                    <a:pt x="1097375" y="1533335"/>
                    <a:pt x="1104900" y="1531525"/>
                  </a:cubicBezTo>
                  <a:lnTo>
                    <a:pt x="1108043" y="1544860"/>
                  </a:lnTo>
                  <a:cubicBezTo>
                    <a:pt x="1100423" y="1546670"/>
                    <a:pt x="1092708" y="1548384"/>
                    <a:pt x="1085088" y="1550099"/>
                  </a:cubicBezTo>
                  <a:close/>
                  <a:moveTo>
                    <a:pt x="1130999" y="1539240"/>
                  </a:moveTo>
                  <a:lnTo>
                    <a:pt x="1127665" y="1526000"/>
                  </a:lnTo>
                  <a:cubicBezTo>
                    <a:pt x="1135190" y="1524095"/>
                    <a:pt x="1142810" y="1522095"/>
                    <a:pt x="1150334" y="1520095"/>
                  </a:cubicBezTo>
                  <a:lnTo>
                    <a:pt x="1153858" y="1533335"/>
                  </a:lnTo>
                  <a:cubicBezTo>
                    <a:pt x="1146239" y="1535335"/>
                    <a:pt x="1138619" y="1537335"/>
                    <a:pt x="1130999" y="1539240"/>
                  </a:cubicBezTo>
                  <a:close/>
                  <a:moveTo>
                    <a:pt x="501396" y="1536859"/>
                  </a:moveTo>
                  <a:cubicBezTo>
                    <a:pt x="493871" y="1534478"/>
                    <a:pt x="486442" y="1531906"/>
                    <a:pt x="478917" y="1529334"/>
                  </a:cubicBezTo>
                  <a:lnTo>
                    <a:pt x="483489" y="1516380"/>
                  </a:lnTo>
                  <a:cubicBezTo>
                    <a:pt x="490823" y="1518952"/>
                    <a:pt x="498158" y="1521428"/>
                    <a:pt x="505587" y="1523810"/>
                  </a:cubicBezTo>
                  <a:lnTo>
                    <a:pt x="501396" y="1536859"/>
                  </a:lnTo>
                  <a:close/>
                  <a:moveTo>
                    <a:pt x="1176528" y="1527048"/>
                  </a:moveTo>
                  <a:lnTo>
                    <a:pt x="1172813" y="1513904"/>
                  </a:lnTo>
                  <a:cubicBezTo>
                    <a:pt x="1180338" y="1511808"/>
                    <a:pt x="1187767" y="1509617"/>
                    <a:pt x="1195293" y="1507331"/>
                  </a:cubicBezTo>
                  <a:lnTo>
                    <a:pt x="1199198" y="1520476"/>
                  </a:lnTo>
                  <a:cubicBezTo>
                    <a:pt x="1191673" y="1522762"/>
                    <a:pt x="1184148" y="1524953"/>
                    <a:pt x="1176528" y="1527048"/>
                  </a:cubicBezTo>
                  <a:close/>
                  <a:moveTo>
                    <a:pt x="456724" y="1521143"/>
                  </a:moveTo>
                  <a:cubicBezTo>
                    <a:pt x="449390" y="1518285"/>
                    <a:pt x="442055" y="1515428"/>
                    <a:pt x="434721" y="1512380"/>
                  </a:cubicBezTo>
                  <a:lnTo>
                    <a:pt x="439960" y="1499711"/>
                  </a:lnTo>
                  <a:cubicBezTo>
                    <a:pt x="447104" y="1502664"/>
                    <a:pt x="454342" y="1505522"/>
                    <a:pt x="461581" y="1508284"/>
                  </a:cubicBezTo>
                  <a:lnTo>
                    <a:pt x="456724" y="1521047"/>
                  </a:lnTo>
                  <a:close/>
                  <a:moveTo>
                    <a:pt x="1221772" y="1513523"/>
                  </a:moveTo>
                  <a:lnTo>
                    <a:pt x="1217676" y="1500473"/>
                  </a:lnTo>
                  <a:cubicBezTo>
                    <a:pt x="1225106" y="1498187"/>
                    <a:pt x="1232535" y="1495806"/>
                    <a:pt x="1239965" y="1493330"/>
                  </a:cubicBezTo>
                  <a:lnTo>
                    <a:pt x="1244251" y="1506379"/>
                  </a:lnTo>
                  <a:cubicBezTo>
                    <a:pt x="1236726" y="1508855"/>
                    <a:pt x="1229297" y="1511237"/>
                    <a:pt x="1221772" y="1513618"/>
                  </a:cubicBezTo>
                  <a:close/>
                  <a:moveTo>
                    <a:pt x="413004" y="1503045"/>
                  </a:moveTo>
                  <a:cubicBezTo>
                    <a:pt x="405765" y="1499807"/>
                    <a:pt x="398621" y="1496473"/>
                    <a:pt x="391573" y="1493044"/>
                  </a:cubicBezTo>
                  <a:lnTo>
                    <a:pt x="397478" y="1480661"/>
                  </a:lnTo>
                  <a:cubicBezTo>
                    <a:pt x="404431" y="1483995"/>
                    <a:pt x="411480" y="1487329"/>
                    <a:pt x="418624" y="1490472"/>
                  </a:cubicBezTo>
                  <a:lnTo>
                    <a:pt x="413004" y="1502950"/>
                  </a:lnTo>
                  <a:close/>
                  <a:moveTo>
                    <a:pt x="1266539" y="1498759"/>
                  </a:moveTo>
                  <a:lnTo>
                    <a:pt x="1262063" y="1485805"/>
                  </a:lnTo>
                  <a:cubicBezTo>
                    <a:pt x="1269397" y="1483233"/>
                    <a:pt x="1276731" y="1480661"/>
                    <a:pt x="1284066" y="1477994"/>
                  </a:cubicBezTo>
                  <a:lnTo>
                    <a:pt x="1288733" y="1490853"/>
                  </a:lnTo>
                  <a:cubicBezTo>
                    <a:pt x="1281303" y="1493520"/>
                    <a:pt x="1273969" y="1496187"/>
                    <a:pt x="1266539" y="1498759"/>
                  </a:cubicBezTo>
                  <a:close/>
                  <a:moveTo>
                    <a:pt x="1310831" y="1482566"/>
                  </a:moveTo>
                  <a:lnTo>
                    <a:pt x="1305878" y="1469803"/>
                  </a:lnTo>
                  <a:cubicBezTo>
                    <a:pt x="1313117" y="1467041"/>
                    <a:pt x="1320356" y="1464088"/>
                    <a:pt x="1327594" y="1461135"/>
                  </a:cubicBezTo>
                  <a:lnTo>
                    <a:pt x="1332738" y="1473803"/>
                  </a:lnTo>
                  <a:cubicBezTo>
                    <a:pt x="1325404" y="1476756"/>
                    <a:pt x="1318165" y="1479709"/>
                    <a:pt x="1310831" y="1482566"/>
                  </a:cubicBezTo>
                  <a:close/>
                  <a:moveTo>
                    <a:pt x="370332" y="1482471"/>
                  </a:moveTo>
                  <a:cubicBezTo>
                    <a:pt x="363283" y="1478852"/>
                    <a:pt x="356330" y="1475137"/>
                    <a:pt x="349473" y="1471232"/>
                  </a:cubicBezTo>
                  <a:lnTo>
                    <a:pt x="356140" y="1459230"/>
                  </a:lnTo>
                  <a:cubicBezTo>
                    <a:pt x="362903" y="1463040"/>
                    <a:pt x="369760" y="1466660"/>
                    <a:pt x="376619" y="1470279"/>
                  </a:cubicBezTo>
                  <a:lnTo>
                    <a:pt x="370332" y="1482471"/>
                  </a:lnTo>
                  <a:close/>
                  <a:moveTo>
                    <a:pt x="1354550" y="1464659"/>
                  </a:moveTo>
                  <a:lnTo>
                    <a:pt x="1349121" y="1452086"/>
                  </a:lnTo>
                  <a:cubicBezTo>
                    <a:pt x="1356265" y="1449038"/>
                    <a:pt x="1363408" y="1445800"/>
                    <a:pt x="1370457" y="1442561"/>
                  </a:cubicBezTo>
                  <a:lnTo>
                    <a:pt x="1376172" y="1455039"/>
                  </a:lnTo>
                  <a:cubicBezTo>
                    <a:pt x="1369028" y="1458278"/>
                    <a:pt x="1361789" y="1461516"/>
                    <a:pt x="1354550" y="1464659"/>
                  </a:cubicBezTo>
                  <a:close/>
                  <a:moveTo>
                    <a:pt x="328994" y="1459516"/>
                  </a:moveTo>
                  <a:cubicBezTo>
                    <a:pt x="322231" y="1455515"/>
                    <a:pt x="315468" y="1451324"/>
                    <a:pt x="308801" y="1447038"/>
                  </a:cubicBezTo>
                  <a:lnTo>
                    <a:pt x="316135" y="1435513"/>
                  </a:lnTo>
                  <a:cubicBezTo>
                    <a:pt x="322707" y="1439704"/>
                    <a:pt x="329279" y="1443800"/>
                    <a:pt x="335947" y="1447705"/>
                  </a:cubicBezTo>
                  <a:lnTo>
                    <a:pt x="328898" y="1459516"/>
                  </a:lnTo>
                  <a:close/>
                  <a:moveTo>
                    <a:pt x="1397603" y="1445038"/>
                  </a:moveTo>
                  <a:lnTo>
                    <a:pt x="1391603" y="1432751"/>
                  </a:lnTo>
                  <a:cubicBezTo>
                    <a:pt x="1398651" y="1429322"/>
                    <a:pt x="1405604" y="1425893"/>
                    <a:pt x="1412462" y="1422368"/>
                  </a:cubicBezTo>
                  <a:lnTo>
                    <a:pt x="1418749" y="1434560"/>
                  </a:lnTo>
                  <a:cubicBezTo>
                    <a:pt x="1411700" y="1438180"/>
                    <a:pt x="1404652" y="1441704"/>
                    <a:pt x="1397603" y="1445133"/>
                  </a:cubicBezTo>
                  <a:close/>
                  <a:moveTo>
                    <a:pt x="289084" y="1433989"/>
                  </a:moveTo>
                  <a:cubicBezTo>
                    <a:pt x="282607" y="1429512"/>
                    <a:pt x="276130" y="1424940"/>
                    <a:pt x="269748" y="1420273"/>
                  </a:cubicBezTo>
                  <a:lnTo>
                    <a:pt x="277844" y="1409224"/>
                  </a:lnTo>
                  <a:cubicBezTo>
                    <a:pt x="284131" y="1413796"/>
                    <a:pt x="290417" y="1418273"/>
                    <a:pt x="296799" y="1422654"/>
                  </a:cubicBezTo>
                  <a:lnTo>
                    <a:pt x="289084" y="1433989"/>
                  </a:lnTo>
                  <a:close/>
                  <a:moveTo>
                    <a:pt x="1439704" y="1423416"/>
                  </a:moveTo>
                  <a:lnTo>
                    <a:pt x="1433131" y="1411414"/>
                  </a:lnTo>
                  <a:cubicBezTo>
                    <a:pt x="1439990" y="1407700"/>
                    <a:pt x="1446752" y="1403890"/>
                    <a:pt x="1453515" y="1399985"/>
                  </a:cubicBezTo>
                  <a:lnTo>
                    <a:pt x="1460373" y="1411891"/>
                  </a:lnTo>
                  <a:cubicBezTo>
                    <a:pt x="1453515" y="1415796"/>
                    <a:pt x="1446657" y="1419701"/>
                    <a:pt x="1439704" y="1423511"/>
                  </a:cubicBezTo>
                  <a:close/>
                  <a:moveTo>
                    <a:pt x="250793" y="1405985"/>
                  </a:moveTo>
                  <a:cubicBezTo>
                    <a:pt x="244602" y="1401128"/>
                    <a:pt x="238411" y="1396175"/>
                    <a:pt x="232410" y="1391031"/>
                  </a:cubicBezTo>
                  <a:lnTo>
                    <a:pt x="241173" y="1380554"/>
                  </a:lnTo>
                  <a:cubicBezTo>
                    <a:pt x="247079" y="1385507"/>
                    <a:pt x="253174" y="1390460"/>
                    <a:pt x="259271" y="1395222"/>
                  </a:cubicBezTo>
                  <a:lnTo>
                    <a:pt x="250793" y="1405985"/>
                  </a:lnTo>
                  <a:close/>
                  <a:moveTo>
                    <a:pt x="1480661" y="1399699"/>
                  </a:moveTo>
                  <a:lnTo>
                    <a:pt x="1473517" y="1388078"/>
                  </a:lnTo>
                  <a:cubicBezTo>
                    <a:pt x="1480185" y="1383983"/>
                    <a:pt x="1486757" y="1379792"/>
                    <a:pt x="1493234" y="1375601"/>
                  </a:cubicBezTo>
                  <a:lnTo>
                    <a:pt x="1500759" y="1387031"/>
                  </a:lnTo>
                  <a:cubicBezTo>
                    <a:pt x="1494187" y="1391317"/>
                    <a:pt x="1487519" y="1395603"/>
                    <a:pt x="1480756" y="1399699"/>
                  </a:cubicBezTo>
                  <a:close/>
                  <a:moveTo>
                    <a:pt x="214408" y="1375505"/>
                  </a:moveTo>
                  <a:cubicBezTo>
                    <a:pt x="211455" y="1372838"/>
                    <a:pt x="208597" y="1370267"/>
                    <a:pt x="205740" y="1367600"/>
                  </a:cubicBezTo>
                  <a:cubicBezTo>
                    <a:pt x="202787" y="1364933"/>
                    <a:pt x="199930" y="1362170"/>
                    <a:pt x="197073" y="1359408"/>
                  </a:cubicBezTo>
                  <a:lnTo>
                    <a:pt x="206598" y="1349502"/>
                  </a:lnTo>
                  <a:cubicBezTo>
                    <a:pt x="209360" y="1352169"/>
                    <a:pt x="212217" y="1354836"/>
                    <a:pt x="215074" y="1357503"/>
                  </a:cubicBezTo>
                  <a:cubicBezTo>
                    <a:pt x="217932" y="1360170"/>
                    <a:pt x="220790" y="1362742"/>
                    <a:pt x="223647" y="1365314"/>
                  </a:cubicBezTo>
                  <a:lnTo>
                    <a:pt x="214503" y="1375505"/>
                  </a:lnTo>
                  <a:close/>
                  <a:moveTo>
                    <a:pt x="1520285" y="1373696"/>
                  </a:moveTo>
                  <a:lnTo>
                    <a:pt x="1512475" y="1362456"/>
                  </a:lnTo>
                  <a:cubicBezTo>
                    <a:pt x="1518856" y="1357979"/>
                    <a:pt x="1525143" y="1353503"/>
                    <a:pt x="1531334" y="1348835"/>
                  </a:cubicBezTo>
                  <a:lnTo>
                    <a:pt x="1539526" y="1359789"/>
                  </a:lnTo>
                  <a:cubicBezTo>
                    <a:pt x="1533239" y="1364552"/>
                    <a:pt x="1526762" y="1369124"/>
                    <a:pt x="1520285" y="1373696"/>
                  </a:cubicBezTo>
                  <a:close/>
                  <a:moveTo>
                    <a:pt x="1558290" y="1345311"/>
                  </a:moveTo>
                  <a:lnTo>
                    <a:pt x="1549717" y="1334643"/>
                  </a:lnTo>
                  <a:cubicBezTo>
                    <a:pt x="1555814" y="1329785"/>
                    <a:pt x="1561719" y="1324832"/>
                    <a:pt x="1567624" y="1319784"/>
                  </a:cubicBezTo>
                  <a:lnTo>
                    <a:pt x="1576578" y="1330166"/>
                  </a:lnTo>
                  <a:cubicBezTo>
                    <a:pt x="1570577" y="1335310"/>
                    <a:pt x="1564482" y="1340358"/>
                    <a:pt x="1558290" y="1345311"/>
                  </a:cubicBezTo>
                  <a:close/>
                  <a:moveTo>
                    <a:pt x="180213" y="1342549"/>
                  </a:moveTo>
                  <a:cubicBezTo>
                    <a:pt x="174688" y="1336834"/>
                    <a:pt x="169354" y="1331119"/>
                    <a:pt x="164021" y="1325213"/>
                  </a:cubicBezTo>
                  <a:lnTo>
                    <a:pt x="174212" y="1316069"/>
                  </a:lnTo>
                  <a:cubicBezTo>
                    <a:pt x="179356" y="1321784"/>
                    <a:pt x="184690" y="1327499"/>
                    <a:pt x="190024" y="1333024"/>
                  </a:cubicBezTo>
                  <a:lnTo>
                    <a:pt x="180213" y="1342549"/>
                  </a:lnTo>
                  <a:close/>
                  <a:moveTo>
                    <a:pt x="1594294" y="1314355"/>
                  </a:moveTo>
                  <a:lnTo>
                    <a:pt x="1584960" y="1304258"/>
                  </a:lnTo>
                  <a:cubicBezTo>
                    <a:pt x="1590675" y="1299020"/>
                    <a:pt x="1596199" y="1293590"/>
                    <a:pt x="1601724" y="1288161"/>
                  </a:cubicBezTo>
                  <a:lnTo>
                    <a:pt x="1611440" y="1297877"/>
                  </a:lnTo>
                  <a:cubicBezTo>
                    <a:pt x="1605820" y="1303496"/>
                    <a:pt x="1600105" y="1308926"/>
                    <a:pt x="1594294" y="1314355"/>
                  </a:cubicBezTo>
                  <a:close/>
                  <a:moveTo>
                    <a:pt x="148495" y="1307306"/>
                  </a:moveTo>
                  <a:cubicBezTo>
                    <a:pt x="143447" y="1301210"/>
                    <a:pt x="138398" y="1295114"/>
                    <a:pt x="133540" y="1288828"/>
                  </a:cubicBezTo>
                  <a:lnTo>
                    <a:pt x="144304" y="1280446"/>
                  </a:lnTo>
                  <a:cubicBezTo>
                    <a:pt x="149066" y="1286542"/>
                    <a:pt x="153924" y="1292543"/>
                    <a:pt x="158877" y="1298543"/>
                  </a:cubicBezTo>
                  <a:lnTo>
                    <a:pt x="148399" y="1307306"/>
                  </a:lnTo>
                  <a:close/>
                  <a:moveTo>
                    <a:pt x="1627918" y="1280827"/>
                  </a:moveTo>
                  <a:lnTo>
                    <a:pt x="1617821" y="1271492"/>
                  </a:lnTo>
                  <a:cubicBezTo>
                    <a:pt x="1623060" y="1265777"/>
                    <a:pt x="1628204" y="1260062"/>
                    <a:pt x="1633252" y="1254157"/>
                  </a:cubicBezTo>
                  <a:lnTo>
                    <a:pt x="1643634" y="1263015"/>
                  </a:lnTo>
                  <a:cubicBezTo>
                    <a:pt x="1638490" y="1269016"/>
                    <a:pt x="1633252" y="1274921"/>
                    <a:pt x="1627823" y="1280732"/>
                  </a:cubicBezTo>
                  <a:close/>
                  <a:moveTo>
                    <a:pt x="119348" y="1269873"/>
                  </a:moveTo>
                  <a:cubicBezTo>
                    <a:pt x="114681" y="1263491"/>
                    <a:pt x="110204" y="1257014"/>
                    <a:pt x="105823" y="1250442"/>
                  </a:cubicBezTo>
                  <a:lnTo>
                    <a:pt x="117158" y="1242822"/>
                  </a:lnTo>
                  <a:cubicBezTo>
                    <a:pt x="121444" y="1249299"/>
                    <a:pt x="125921" y="1255585"/>
                    <a:pt x="130398" y="1261872"/>
                  </a:cubicBezTo>
                  <a:lnTo>
                    <a:pt x="119253" y="1269873"/>
                  </a:lnTo>
                  <a:close/>
                  <a:moveTo>
                    <a:pt x="1658683" y="1244632"/>
                  </a:moveTo>
                  <a:lnTo>
                    <a:pt x="1647920" y="1236155"/>
                  </a:lnTo>
                  <a:cubicBezTo>
                    <a:pt x="1652683" y="1230059"/>
                    <a:pt x="1657255" y="1223867"/>
                    <a:pt x="1661827" y="1217581"/>
                  </a:cubicBezTo>
                  <a:lnTo>
                    <a:pt x="1672971" y="1225487"/>
                  </a:lnTo>
                  <a:cubicBezTo>
                    <a:pt x="1668399" y="1231964"/>
                    <a:pt x="1663637" y="1238250"/>
                    <a:pt x="1658779" y="1244537"/>
                  </a:cubicBezTo>
                  <a:close/>
                  <a:moveTo>
                    <a:pt x="92964" y="1230439"/>
                  </a:moveTo>
                  <a:cubicBezTo>
                    <a:pt x="88773" y="1223677"/>
                    <a:pt x="84772" y="1216914"/>
                    <a:pt x="80867" y="1210056"/>
                  </a:cubicBezTo>
                  <a:lnTo>
                    <a:pt x="92774" y="1203293"/>
                  </a:lnTo>
                  <a:cubicBezTo>
                    <a:pt x="96583" y="1210056"/>
                    <a:pt x="100584" y="1216724"/>
                    <a:pt x="104680" y="1223296"/>
                  </a:cubicBezTo>
                  <a:lnTo>
                    <a:pt x="93059" y="1230535"/>
                  </a:lnTo>
                  <a:close/>
                  <a:moveTo>
                    <a:pt x="1686306" y="1205960"/>
                  </a:moveTo>
                  <a:lnTo>
                    <a:pt x="1674781" y="1198531"/>
                  </a:lnTo>
                  <a:cubicBezTo>
                    <a:pt x="1677257" y="1194721"/>
                    <a:pt x="1679639" y="1190911"/>
                    <a:pt x="1682020" y="1187006"/>
                  </a:cubicBezTo>
                  <a:cubicBezTo>
                    <a:pt x="1683734" y="1184243"/>
                    <a:pt x="1685354" y="1181481"/>
                    <a:pt x="1686973" y="1178814"/>
                  </a:cubicBezTo>
                  <a:lnTo>
                    <a:pt x="1698784" y="1185767"/>
                  </a:lnTo>
                  <a:cubicBezTo>
                    <a:pt x="1697165" y="1188625"/>
                    <a:pt x="1695450" y="1191387"/>
                    <a:pt x="1693735" y="1194245"/>
                  </a:cubicBezTo>
                  <a:cubicBezTo>
                    <a:pt x="1691354" y="1198245"/>
                    <a:pt x="1688783" y="1202150"/>
                    <a:pt x="1686306" y="1206056"/>
                  </a:cubicBezTo>
                  <a:close/>
                  <a:moveTo>
                    <a:pt x="69437" y="1189196"/>
                  </a:moveTo>
                  <a:cubicBezTo>
                    <a:pt x="65722" y="1182148"/>
                    <a:pt x="62198" y="1175099"/>
                    <a:pt x="58865" y="1167956"/>
                  </a:cubicBezTo>
                  <a:lnTo>
                    <a:pt x="71247" y="1162050"/>
                  </a:lnTo>
                  <a:cubicBezTo>
                    <a:pt x="74581" y="1169003"/>
                    <a:pt x="78010" y="1175957"/>
                    <a:pt x="81629" y="1182814"/>
                  </a:cubicBezTo>
                  <a:lnTo>
                    <a:pt x="69533" y="1189196"/>
                  </a:lnTo>
                  <a:close/>
                  <a:moveTo>
                    <a:pt x="1710404" y="1164908"/>
                  </a:moveTo>
                  <a:lnTo>
                    <a:pt x="1698308" y="1158526"/>
                  </a:lnTo>
                  <a:cubicBezTo>
                    <a:pt x="1701927" y="1151668"/>
                    <a:pt x="1705356" y="1144714"/>
                    <a:pt x="1708594" y="1137761"/>
                  </a:cubicBezTo>
                  <a:lnTo>
                    <a:pt x="1720977" y="1143572"/>
                  </a:lnTo>
                  <a:cubicBezTo>
                    <a:pt x="1717643" y="1150715"/>
                    <a:pt x="1714119" y="1157859"/>
                    <a:pt x="1710404" y="1164908"/>
                  </a:cubicBezTo>
                  <a:close/>
                  <a:moveTo>
                    <a:pt x="48958" y="1146429"/>
                  </a:moveTo>
                  <a:cubicBezTo>
                    <a:pt x="45816" y="1139190"/>
                    <a:pt x="42767" y="1131856"/>
                    <a:pt x="39910" y="1124426"/>
                  </a:cubicBezTo>
                  <a:lnTo>
                    <a:pt x="52673" y="1119473"/>
                  </a:lnTo>
                  <a:cubicBezTo>
                    <a:pt x="55435" y="1126712"/>
                    <a:pt x="58388" y="1133856"/>
                    <a:pt x="61436" y="1141000"/>
                  </a:cubicBezTo>
                  <a:lnTo>
                    <a:pt x="48863" y="1146429"/>
                  </a:lnTo>
                  <a:close/>
                  <a:moveTo>
                    <a:pt x="1730598" y="1121855"/>
                  </a:moveTo>
                  <a:lnTo>
                    <a:pt x="1717929" y="1116616"/>
                  </a:lnTo>
                  <a:cubicBezTo>
                    <a:pt x="1720882" y="1109472"/>
                    <a:pt x="1723739" y="1102233"/>
                    <a:pt x="1726407" y="1094994"/>
                  </a:cubicBezTo>
                  <a:lnTo>
                    <a:pt x="1739265" y="1099757"/>
                  </a:lnTo>
                  <a:cubicBezTo>
                    <a:pt x="1736503" y="1107186"/>
                    <a:pt x="1733645" y="1114616"/>
                    <a:pt x="1730598" y="1121950"/>
                  </a:cubicBezTo>
                  <a:close/>
                  <a:moveTo>
                    <a:pt x="31813" y="1102138"/>
                  </a:moveTo>
                  <a:cubicBezTo>
                    <a:pt x="29242" y="1094613"/>
                    <a:pt x="26765" y="1087088"/>
                    <a:pt x="24479" y="1079564"/>
                  </a:cubicBezTo>
                  <a:lnTo>
                    <a:pt x="37624" y="1075563"/>
                  </a:lnTo>
                  <a:cubicBezTo>
                    <a:pt x="39814" y="1082993"/>
                    <a:pt x="42196" y="1090327"/>
                    <a:pt x="44767" y="1097661"/>
                  </a:cubicBezTo>
                  <a:lnTo>
                    <a:pt x="31813" y="1102138"/>
                  </a:lnTo>
                  <a:close/>
                  <a:moveTo>
                    <a:pt x="1746980" y="1077278"/>
                  </a:moveTo>
                  <a:lnTo>
                    <a:pt x="1733931" y="1073087"/>
                  </a:lnTo>
                  <a:cubicBezTo>
                    <a:pt x="1736312" y="1065752"/>
                    <a:pt x="1738503" y="1058323"/>
                    <a:pt x="1740503" y="1050893"/>
                  </a:cubicBezTo>
                  <a:lnTo>
                    <a:pt x="1753743" y="1054513"/>
                  </a:lnTo>
                  <a:cubicBezTo>
                    <a:pt x="1751648" y="1062133"/>
                    <a:pt x="1749362" y="1069753"/>
                    <a:pt x="1746980" y="1077278"/>
                  </a:cubicBezTo>
                  <a:close/>
                  <a:moveTo>
                    <a:pt x="18097" y="1056608"/>
                  </a:moveTo>
                  <a:cubicBezTo>
                    <a:pt x="16097" y="1048893"/>
                    <a:pt x="14288" y="1041273"/>
                    <a:pt x="12573" y="1033463"/>
                  </a:cubicBezTo>
                  <a:lnTo>
                    <a:pt x="26003" y="1030605"/>
                  </a:lnTo>
                  <a:cubicBezTo>
                    <a:pt x="27622" y="1038130"/>
                    <a:pt x="29432" y="1045655"/>
                    <a:pt x="31337" y="1053179"/>
                  </a:cubicBezTo>
                  <a:lnTo>
                    <a:pt x="18097" y="1056608"/>
                  </a:lnTo>
                  <a:close/>
                  <a:moveTo>
                    <a:pt x="1759553" y="1031462"/>
                  </a:moveTo>
                  <a:lnTo>
                    <a:pt x="1746218" y="1028319"/>
                  </a:lnTo>
                  <a:cubicBezTo>
                    <a:pt x="1747933" y="1020794"/>
                    <a:pt x="1749552" y="1013174"/>
                    <a:pt x="1750981" y="1005650"/>
                  </a:cubicBezTo>
                  <a:lnTo>
                    <a:pt x="1764411" y="1008221"/>
                  </a:lnTo>
                  <a:cubicBezTo>
                    <a:pt x="1762887" y="1016032"/>
                    <a:pt x="1761268" y="1023747"/>
                    <a:pt x="1759458" y="1031462"/>
                  </a:cubicBezTo>
                  <a:close/>
                  <a:moveTo>
                    <a:pt x="8096" y="1010222"/>
                  </a:moveTo>
                  <a:cubicBezTo>
                    <a:pt x="6763" y="1002411"/>
                    <a:pt x="5525" y="994601"/>
                    <a:pt x="4572" y="986695"/>
                  </a:cubicBezTo>
                  <a:lnTo>
                    <a:pt x="18193" y="984885"/>
                  </a:lnTo>
                  <a:cubicBezTo>
                    <a:pt x="19145" y="992600"/>
                    <a:pt x="20384" y="1000220"/>
                    <a:pt x="21622" y="1007840"/>
                  </a:cubicBezTo>
                  <a:lnTo>
                    <a:pt x="8096" y="1010126"/>
                  </a:lnTo>
                  <a:close/>
                  <a:moveTo>
                    <a:pt x="1768412" y="984790"/>
                  </a:moveTo>
                  <a:lnTo>
                    <a:pt x="1754886" y="982694"/>
                  </a:lnTo>
                  <a:cubicBezTo>
                    <a:pt x="1756029" y="975074"/>
                    <a:pt x="1757077" y="967359"/>
                    <a:pt x="1757934" y="959644"/>
                  </a:cubicBezTo>
                  <a:lnTo>
                    <a:pt x="1771555" y="961263"/>
                  </a:lnTo>
                  <a:cubicBezTo>
                    <a:pt x="1770602" y="969169"/>
                    <a:pt x="1769555" y="976979"/>
                    <a:pt x="1768412" y="984790"/>
                  </a:cubicBezTo>
                  <a:close/>
                  <a:moveTo>
                    <a:pt x="2000" y="963073"/>
                  </a:moveTo>
                  <a:cubicBezTo>
                    <a:pt x="1334" y="955167"/>
                    <a:pt x="762" y="947261"/>
                    <a:pt x="476" y="939355"/>
                  </a:cubicBezTo>
                  <a:lnTo>
                    <a:pt x="14192" y="938784"/>
                  </a:lnTo>
                  <a:cubicBezTo>
                    <a:pt x="14478" y="946499"/>
                    <a:pt x="15050" y="954214"/>
                    <a:pt x="15716" y="961930"/>
                  </a:cubicBezTo>
                  <a:lnTo>
                    <a:pt x="2096" y="963073"/>
                  </a:lnTo>
                  <a:close/>
                  <a:moveTo>
                    <a:pt x="1773936" y="937641"/>
                  </a:moveTo>
                  <a:lnTo>
                    <a:pt x="1760316" y="936593"/>
                  </a:lnTo>
                  <a:cubicBezTo>
                    <a:pt x="1760887" y="928878"/>
                    <a:pt x="1761363" y="921163"/>
                    <a:pt x="1761744" y="913352"/>
                  </a:cubicBezTo>
                  <a:lnTo>
                    <a:pt x="1775460" y="914019"/>
                  </a:lnTo>
                  <a:cubicBezTo>
                    <a:pt x="1775079" y="921925"/>
                    <a:pt x="1774603" y="929830"/>
                    <a:pt x="1774032" y="937641"/>
                  </a:cubicBezTo>
                  <a:close/>
                  <a:moveTo>
                    <a:pt x="13716" y="915543"/>
                  </a:moveTo>
                  <a:lnTo>
                    <a:pt x="0" y="915543"/>
                  </a:lnTo>
                  <a:cubicBezTo>
                    <a:pt x="0" y="907637"/>
                    <a:pt x="190" y="899636"/>
                    <a:pt x="571" y="891730"/>
                  </a:cubicBezTo>
                  <a:lnTo>
                    <a:pt x="14288" y="892397"/>
                  </a:lnTo>
                  <a:cubicBezTo>
                    <a:pt x="13906" y="900113"/>
                    <a:pt x="13716" y="907828"/>
                    <a:pt x="13716" y="915543"/>
                  </a:cubicBezTo>
                  <a:close/>
                  <a:moveTo>
                    <a:pt x="1776031" y="890302"/>
                  </a:moveTo>
                  <a:lnTo>
                    <a:pt x="1762315" y="890111"/>
                  </a:lnTo>
                  <a:cubicBezTo>
                    <a:pt x="1762315" y="887254"/>
                    <a:pt x="1762315" y="884396"/>
                    <a:pt x="1762315" y="881539"/>
                  </a:cubicBezTo>
                  <a:cubicBezTo>
                    <a:pt x="1762315" y="876586"/>
                    <a:pt x="1762315" y="871728"/>
                    <a:pt x="1762125" y="866775"/>
                  </a:cubicBezTo>
                  <a:lnTo>
                    <a:pt x="1775841" y="866489"/>
                  </a:lnTo>
                  <a:cubicBezTo>
                    <a:pt x="1775936" y="871538"/>
                    <a:pt x="1776031" y="876491"/>
                    <a:pt x="1776031" y="881539"/>
                  </a:cubicBezTo>
                  <a:cubicBezTo>
                    <a:pt x="1776031" y="884492"/>
                    <a:pt x="1776031" y="887349"/>
                    <a:pt x="1776031" y="890207"/>
                  </a:cubicBezTo>
                  <a:close/>
                  <a:moveTo>
                    <a:pt x="15907" y="869347"/>
                  </a:moveTo>
                  <a:lnTo>
                    <a:pt x="2286" y="868013"/>
                  </a:lnTo>
                  <a:cubicBezTo>
                    <a:pt x="3048" y="860108"/>
                    <a:pt x="4001" y="852202"/>
                    <a:pt x="5144" y="844391"/>
                  </a:cubicBezTo>
                  <a:lnTo>
                    <a:pt x="18669" y="846392"/>
                  </a:lnTo>
                  <a:cubicBezTo>
                    <a:pt x="17526" y="854011"/>
                    <a:pt x="16669" y="861727"/>
                    <a:pt x="15907" y="869347"/>
                  </a:cubicBezTo>
                  <a:close/>
                  <a:moveTo>
                    <a:pt x="1761363" y="843629"/>
                  </a:moveTo>
                  <a:cubicBezTo>
                    <a:pt x="1760982" y="835914"/>
                    <a:pt x="1760410" y="828104"/>
                    <a:pt x="1759839" y="820388"/>
                  </a:cubicBezTo>
                  <a:lnTo>
                    <a:pt x="1773460" y="819245"/>
                  </a:lnTo>
                  <a:cubicBezTo>
                    <a:pt x="1774126" y="827151"/>
                    <a:pt x="1774603" y="834961"/>
                    <a:pt x="1775079" y="842867"/>
                  </a:cubicBezTo>
                  <a:lnTo>
                    <a:pt x="1761363" y="843534"/>
                  </a:lnTo>
                  <a:close/>
                  <a:moveTo>
                    <a:pt x="22479" y="823436"/>
                  </a:moveTo>
                  <a:lnTo>
                    <a:pt x="9049" y="820865"/>
                  </a:lnTo>
                  <a:cubicBezTo>
                    <a:pt x="10573" y="813054"/>
                    <a:pt x="12287" y="805339"/>
                    <a:pt x="14097" y="797624"/>
                  </a:cubicBezTo>
                  <a:lnTo>
                    <a:pt x="27432" y="800862"/>
                  </a:lnTo>
                  <a:cubicBezTo>
                    <a:pt x="25622" y="808387"/>
                    <a:pt x="24003" y="815911"/>
                    <a:pt x="22479" y="823532"/>
                  </a:cubicBezTo>
                  <a:close/>
                  <a:moveTo>
                    <a:pt x="1757553" y="797243"/>
                  </a:moveTo>
                  <a:cubicBezTo>
                    <a:pt x="1756696" y="789527"/>
                    <a:pt x="1755743" y="781812"/>
                    <a:pt x="1754600" y="774097"/>
                  </a:cubicBezTo>
                  <a:lnTo>
                    <a:pt x="1768126" y="772192"/>
                  </a:lnTo>
                  <a:cubicBezTo>
                    <a:pt x="1769269" y="780002"/>
                    <a:pt x="1770221" y="787813"/>
                    <a:pt x="1771079" y="795719"/>
                  </a:cubicBezTo>
                  <a:lnTo>
                    <a:pt x="1757458" y="797243"/>
                  </a:lnTo>
                  <a:close/>
                  <a:moveTo>
                    <a:pt x="33433" y="778478"/>
                  </a:moveTo>
                  <a:lnTo>
                    <a:pt x="20288" y="774668"/>
                  </a:lnTo>
                  <a:cubicBezTo>
                    <a:pt x="22479" y="767048"/>
                    <a:pt x="24860" y="759524"/>
                    <a:pt x="27432" y="751999"/>
                  </a:cubicBezTo>
                  <a:lnTo>
                    <a:pt x="40386" y="756476"/>
                  </a:lnTo>
                  <a:cubicBezTo>
                    <a:pt x="37910" y="763810"/>
                    <a:pt x="35528" y="771144"/>
                    <a:pt x="33433" y="778574"/>
                  </a:cubicBezTo>
                  <a:close/>
                  <a:moveTo>
                    <a:pt x="1751076" y="751046"/>
                  </a:moveTo>
                  <a:cubicBezTo>
                    <a:pt x="1749742" y="743426"/>
                    <a:pt x="1748314" y="735711"/>
                    <a:pt x="1746885" y="728186"/>
                  </a:cubicBezTo>
                  <a:lnTo>
                    <a:pt x="1760316" y="725519"/>
                  </a:lnTo>
                  <a:cubicBezTo>
                    <a:pt x="1761839" y="733234"/>
                    <a:pt x="1763268" y="741045"/>
                    <a:pt x="1764601" y="748760"/>
                  </a:cubicBezTo>
                  <a:lnTo>
                    <a:pt x="1751076" y="751046"/>
                  </a:lnTo>
                  <a:close/>
                  <a:moveTo>
                    <a:pt x="48387" y="734568"/>
                  </a:moveTo>
                  <a:lnTo>
                    <a:pt x="35623" y="729520"/>
                  </a:lnTo>
                  <a:cubicBezTo>
                    <a:pt x="38576" y="722186"/>
                    <a:pt x="41624" y="714851"/>
                    <a:pt x="44863" y="707612"/>
                  </a:cubicBezTo>
                  <a:lnTo>
                    <a:pt x="57340" y="713232"/>
                  </a:lnTo>
                  <a:cubicBezTo>
                    <a:pt x="54198" y="720281"/>
                    <a:pt x="51149" y="727424"/>
                    <a:pt x="48387" y="734568"/>
                  </a:cubicBezTo>
                  <a:close/>
                  <a:moveTo>
                    <a:pt x="1741932" y="705422"/>
                  </a:moveTo>
                  <a:cubicBezTo>
                    <a:pt x="1740217" y="697802"/>
                    <a:pt x="1738408" y="690277"/>
                    <a:pt x="1736408" y="682752"/>
                  </a:cubicBezTo>
                  <a:lnTo>
                    <a:pt x="1749648" y="679323"/>
                  </a:lnTo>
                  <a:cubicBezTo>
                    <a:pt x="1751648" y="686943"/>
                    <a:pt x="1753457" y="694658"/>
                    <a:pt x="1755267" y="702374"/>
                  </a:cubicBezTo>
                  <a:lnTo>
                    <a:pt x="1741932" y="705422"/>
                  </a:lnTo>
                  <a:close/>
                  <a:moveTo>
                    <a:pt x="67342" y="692277"/>
                  </a:moveTo>
                  <a:lnTo>
                    <a:pt x="55054" y="686086"/>
                  </a:lnTo>
                  <a:cubicBezTo>
                    <a:pt x="58579" y="679037"/>
                    <a:pt x="62389" y="671989"/>
                    <a:pt x="66199" y="665036"/>
                  </a:cubicBezTo>
                  <a:lnTo>
                    <a:pt x="78105" y="671703"/>
                  </a:lnTo>
                  <a:cubicBezTo>
                    <a:pt x="74295" y="678466"/>
                    <a:pt x="70676" y="685229"/>
                    <a:pt x="67247" y="692182"/>
                  </a:cubicBezTo>
                  <a:close/>
                  <a:moveTo>
                    <a:pt x="1730407" y="660273"/>
                  </a:moveTo>
                  <a:cubicBezTo>
                    <a:pt x="1728311" y="652748"/>
                    <a:pt x="1726025" y="645319"/>
                    <a:pt x="1723739" y="637984"/>
                  </a:cubicBezTo>
                  <a:lnTo>
                    <a:pt x="1736789" y="633889"/>
                  </a:lnTo>
                  <a:cubicBezTo>
                    <a:pt x="1739170" y="641413"/>
                    <a:pt x="1741456" y="648938"/>
                    <a:pt x="1743551" y="656558"/>
                  </a:cubicBezTo>
                  <a:lnTo>
                    <a:pt x="1730407" y="660273"/>
                  </a:lnTo>
                  <a:close/>
                  <a:moveTo>
                    <a:pt x="90011" y="651986"/>
                  </a:moveTo>
                  <a:lnTo>
                    <a:pt x="78391" y="644747"/>
                  </a:lnTo>
                  <a:cubicBezTo>
                    <a:pt x="82582" y="637984"/>
                    <a:pt x="86963" y="631412"/>
                    <a:pt x="91440" y="624840"/>
                  </a:cubicBezTo>
                  <a:lnTo>
                    <a:pt x="102679" y="632651"/>
                  </a:lnTo>
                  <a:cubicBezTo>
                    <a:pt x="98298" y="639032"/>
                    <a:pt x="94012" y="645414"/>
                    <a:pt x="89916" y="651986"/>
                  </a:cubicBezTo>
                  <a:close/>
                  <a:moveTo>
                    <a:pt x="1716405" y="615791"/>
                  </a:moveTo>
                  <a:cubicBezTo>
                    <a:pt x="1713834" y="608457"/>
                    <a:pt x="1711262" y="601123"/>
                    <a:pt x="1708594" y="593884"/>
                  </a:cubicBezTo>
                  <a:lnTo>
                    <a:pt x="1721453" y="589121"/>
                  </a:lnTo>
                  <a:cubicBezTo>
                    <a:pt x="1724215" y="596456"/>
                    <a:pt x="1726883" y="603885"/>
                    <a:pt x="1729454" y="611410"/>
                  </a:cubicBezTo>
                  <a:lnTo>
                    <a:pt x="1716500" y="615886"/>
                  </a:lnTo>
                  <a:close/>
                  <a:moveTo>
                    <a:pt x="116396" y="613886"/>
                  </a:moveTo>
                  <a:lnTo>
                    <a:pt x="105537" y="605600"/>
                  </a:lnTo>
                  <a:cubicBezTo>
                    <a:pt x="110395" y="599313"/>
                    <a:pt x="115348" y="593122"/>
                    <a:pt x="120396" y="587026"/>
                  </a:cubicBezTo>
                  <a:lnTo>
                    <a:pt x="130874" y="595884"/>
                  </a:lnTo>
                  <a:cubicBezTo>
                    <a:pt x="125921" y="601790"/>
                    <a:pt x="121063" y="607790"/>
                    <a:pt x="116396" y="613982"/>
                  </a:cubicBezTo>
                  <a:close/>
                  <a:moveTo>
                    <a:pt x="146209" y="578453"/>
                  </a:moveTo>
                  <a:lnTo>
                    <a:pt x="136208" y="569119"/>
                  </a:lnTo>
                  <a:cubicBezTo>
                    <a:pt x="141637" y="563309"/>
                    <a:pt x="147161" y="557594"/>
                    <a:pt x="152876" y="552069"/>
                  </a:cubicBezTo>
                  <a:lnTo>
                    <a:pt x="162401" y="561880"/>
                  </a:lnTo>
                  <a:cubicBezTo>
                    <a:pt x="156877" y="567214"/>
                    <a:pt x="151447" y="572738"/>
                    <a:pt x="146209" y="578453"/>
                  </a:cubicBezTo>
                  <a:close/>
                  <a:moveTo>
                    <a:pt x="1700308" y="571976"/>
                  </a:moveTo>
                  <a:cubicBezTo>
                    <a:pt x="1697546" y="564737"/>
                    <a:pt x="1694688" y="557403"/>
                    <a:pt x="1691831" y="550164"/>
                  </a:cubicBezTo>
                  <a:lnTo>
                    <a:pt x="1704594" y="545116"/>
                  </a:lnTo>
                  <a:cubicBezTo>
                    <a:pt x="1707451" y="552450"/>
                    <a:pt x="1710309" y="559784"/>
                    <a:pt x="1713071" y="567023"/>
                  </a:cubicBezTo>
                  <a:lnTo>
                    <a:pt x="1700308" y="571881"/>
                  </a:lnTo>
                  <a:close/>
                  <a:moveTo>
                    <a:pt x="179260" y="546163"/>
                  </a:moveTo>
                  <a:lnTo>
                    <a:pt x="170212" y="535877"/>
                  </a:lnTo>
                  <a:cubicBezTo>
                    <a:pt x="176213" y="530638"/>
                    <a:pt x="182308" y="525494"/>
                    <a:pt x="188500" y="520636"/>
                  </a:cubicBezTo>
                  <a:lnTo>
                    <a:pt x="196977" y="531400"/>
                  </a:lnTo>
                  <a:cubicBezTo>
                    <a:pt x="190976" y="536162"/>
                    <a:pt x="184976" y="541115"/>
                    <a:pt x="179260" y="546259"/>
                  </a:cubicBezTo>
                  <a:close/>
                  <a:moveTo>
                    <a:pt x="1683163" y="528352"/>
                  </a:moveTo>
                  <a:cubicBezTo>
                    <a:pt x="1680210" y="521113"/>
                    <a:pt x="1677257" y="513874"/>
                    <a:pt x="1674305" y="506730"/>
                  </a:cubicBezTo>
                  <a:lnTo>
                    <a:pt x="1686973" y="501491"/>
                  </a:lnTo>
                  <a:cubicBezTo>
                    <a:pt x="1690021" y="508730"/>
                    <a:pt x="1692974" y="515969"/>
                    <a:pt x="1695926" y="523304"/>
                  </a:cubicBezTo>
                  <a:lnTo>
                    <a:pt x="1683258" y="528447"/>
                  </a:lnTo>
                  <a:close/>
                  <a:moveTo>
                    <a:pt x="215551" y="517493"/>
                  </a:moveTo>
                  <a:lnTo>
                    <a:pt x="207645" y="506349"/>
                  </a:lnTo>
                  <a:cubicBezTo>
                    <a:pt x="214122" y="501777"/>
                    <a:pt x="220790" y="497300"/>
                    <a:pt x="227457" y="493109"/>
                  </a:cubicBezTo>
                  <a:lnTo>
                    <a:pt x="234791" y="504730"/>
                  </a:lnTo>
                  <a:cubicBezTo>
                    <a:pt x="228314" y="508825"/>
                    <a:pt x="221837" y="513112"/>
                    <a:pt x="215551" y="517588"/>
                  </a:cubicBezTo>
                  <a:close/>
                  <a:moveTo>
                    <a:pt x="254699" y="492919"/>
                  </a:moveTo>
                  <a:lnTo>
                    <a:pt x="248031" y="480917"/>
                  </a:lnTo>
                  <a:cubicBezTo>
                    <a:pt x="254984" y="477012"/>
                    <a:pt x="262128" y="473392"/>
                    <a:pt x="269272" y="469963"/>
                  </a:cubicBezTo>
                  <a:lnTo>
                    <a:pt x="275177" y="482251"/>
                  </a:lnTo>
                  <a:cubicBezTo>
                    <a:pt x="268319" y="485584"/>
                    <a:pt x="261366" y="489109"/>
                    <a:pt x="254699" y="492919"/>
                  </a:cubicBezTo>
                  <a:close/>
                  <a:moveTo>
                    <a:pt x="1665160" y="485204"/>
                  </a:moveTo>
                  <a:cubicBezTo>
                    <a:pt x="1662113" y="478060"/>
                    <a:pt x="1658969" y="470916"/>
                    <a:pt x="1655826" y="463772"/>
                  </a:cubicBezTo>
                  <a:lnTo>
                    <a:pt x="1668304" y="458248"/>
                  </a:lnTo>
                  <a:cubicBezTo>
                    <a:pt x="1671447" y="465392"/>
                    <a:pt x="1674685" y="472631"/>
                    <a:pt x="1677733" y="479869"/>
                  </a:cubicBezTo>
                  <a:lnTo>
                    <a:pt x="1665160" y="485299"/>
                  </a:lnTo>
                  <a:close/>
                  <a:moveTo>
                    <a:pt x="296228" y="472821"/>
                  </a:moveTo>
                  <a:lnTo>
                    <a:pt x="290989" y="460153"/>
                  </a:lnTo>
                  <a:cubicBezTo>
                    <a:pt x="298323" y="457105"/>
                    <a:pt x="305753" y="454247"/>
                    <a:pt x="313182" y="451580"/>
                  </a:cubicBezTo>
                  <a:lnTo>
                    <a:pt x="317754" y="464439"/>
                  </a:lnTo>
                  <a:cubicBezTo>
                    <a:pt x="310515" y="467011"/>
                    <a:pt x="303276" y="469773"/>
                    <a:pt x="296132" y="472726"/>
                  </a:cubicBezTo>
                  <a:close/>
                  <a:moveTo>
                    <a:pt x="339852" y="457295"/>
                  </a:moveTo>
                  <a:lnTo>
                    <a:pt x="335851" y="444151"/>
                  </a:lnTo>
                  <a:cubicBezTo>
                    <a:pt x="343376" y="441865"/>
                    <a:pt x="350996" y="439674"/>
                    <a:pt x="358712" y="437674"/>
                  </a:cubicBezTo>
                  <a:lnTo>
                    <a:pt x="362236" y="450913"/>
                  </a:lnTo>
                  <a:cubicBezTo>
                    <a:pt x="354711" y="452914"/>
                    <a:pt x="347281" y="455009"/>
                    <a:pt x="339852" y="457295"/>
                  </a:cubicBezTo>
                  <a:close/>
                  <a:moveTo>
                    <a:pt x="384810" y="445389"/>
                  </a:moveTo>
                  <a:lnTo>
                    <a:pt x="381762" y="432054"/>
                  </a:lnTo>
                  <a:cubicBezTo>
                    <a:pt x="389477" y="430244"/>
                    <a:pt x="397192" y="428625"/>
                    <a:pt x="404908" y="427101"/>
                  </a:cubicBezTo>
                  <a:lnTo>
                    <a:pt x="407575" y="440531"/>
                  </a:lnTo>
                  <a:cubicBezTo>
                    <a:pt x="399955" y="442055"/>
                    <a:pt x="392335" y="443675"/>
                    <a:pt x="384810" y="445389"/>
                  </a:cubicBezTo>
                  <a:close/>
                  <a:moveTo>
                    <a:pt x="1646206" y="442436"/>
                  </a:moveTo>
                  <a:cubicBezTo>
                    <a:pt x="1642968" y="435388"/>
                    <a:pt x="1639633" y="428339"/>
                    <a:pt x="1636300" y="421291"/>
                  </a:cubicBezTo>
                  <a:lnTo>
                    <a:pt x="1648682" y="415385"/>
                  </a:lnTo>
                  <a:cubicBezTo>
                    <a:pt x="1652111" y="422434"/>
                    <a:pt x="1655445" y="429578"/>
                    <a:pt x="1658683" y="436721"/>
                  </a:cubicBezTo>
                  <a:lnTo>
                    <a:pt x="1646206" y="442436"/>
                  </a:lnTo>
                  <a:close/>
                  <a:moveTo>
                    <a:pt x="430530" y="436150"/>
                  </a:moveTo>
                  <a:lnTo>
                    <a:pt x="428149" y="422624"/>
                  </a:lnTo>
                  <a:cubicBezTo>
                    <a:pt x="435864" y="421291"/>
                    <a:pt x="443674" y="419957"/>
                    <a:pt x="451390" y="418719"/>
                  </a:cubicBezTo>
                  <a:lnTo>
                    <a:pt x="453581" y="432244"/>
                  </a:lnTo>
                  <a:cubicBezTo>
                    <a:pt x="445866" y="433483"/>
                    <a:pt x="438150" y="434816"/>
                    <a:pt x="430530" y="436150"/>
                  </a:cubicBezTo>
                  <a:close/>
                  <a:moveTo>
                    <a:pt x="476726" y="428720"/>
                  </a:moveTo>
                  <a:lnTo>
                    <a:pt x="474726" y="415195"/>
                  </a:lnTo>
                  <a:cubicBezTo>
                    <a:pt x="482441" y="414052"/>
                    <a:pt x="490252" y="412909"/>
                    <a:pt x="498062" y="411861"/>
                  </a:cubicBezTo>
                  <a:lnTo>
                    <a:pt x="499967" y="425386"/>
                  </a:lnTo>
                  <a:cubicBezTo>
                    <a:pt x="492252" y="426530"/>
                    <a:pt x="484537" y="427577"/>
                    <a:pt x="476726" y="428720"/>
                  </a:cubicBezTo>
                  <a:close/>
                  <a:moveTo>
                    <a:pt x="523208" y="422053"/>
                  </a:moveTo>
                  <a:lnTo>
                    <a:pt x="521303" y="408527"/>
                  </a:lnTo>
                  <a:lnTo>
                    <a:pt x="544544" y="405194"/>
                  </a:lnTo>
                  <a:lnTo>
                    <a:pt x="546544" y="418719"/>
                  </a:lnTo>
                  <a:lnTo>
                    <a:pt x="523304" y="422053"/>
                  </a:lnTo>
                  <a:close/>
                  <a:moveTo>
                    <a:pt x="569785" y="415290"/>
                  </a:moveTo>
                  <a:lnTo>
                    <a:pt x="567690" y="401765"/>
                  </a:lnTo>
                  <a:cubicBezTo>
                    <a:pt x="575405" y="400621"/>
                    <a:pt x="583121" y="399383"/>
                    <a:pt x="590740" y="398050"/>
                  </a:cubicBezTo>
                  <a:lnTo>
                    <a:pt x="593026" y="411575"/>
                  </a:lnTo>
                  <a:cubicBezTo>
                    <a:pt x="585311" y="412909"/>
                    <a:pt x="577501" y="414147"/>
                    <a:pt x="569785" y="415290"/>
                  </a:cubicBezTo>
                  <a:close/>
                  <a:moveTo>
                    <a:pt x="616267" y="407480"/>
                  </a:moveTo>
                  <a:lnTo>
                    <a:pt x="613696" y="394049"/>
                  </a:lnTo>
                  <a:cubicBezTo>
                    <a:pt x="621316" y="392621"/>
                    <a:pt x="628936" y="391096"/>
                    <a:pt x="636556" y="389477"/>
                  </a:cubicBezTo>
                  <a:lnTo>
                    <a:pt x="639413" y="402908"/>
                  </a:lnTo>
                  <a:cubicBezTo>
                    <a:pt x="631698" y="404527"/>
                    <a:pt x="623983" y="406146"/>
                    <a:pt x="616267" y="407575"/>
                  </a:cubicBezTo>
                  <a:close/>
                  <a:moveTo>
                    <a:pt x="1625917" y="400240"/>
                  </a:moveTo>
                  <a:cubicBezTo>
                    <a:pt x="1622393" y="393287"/>
                    <a:pt x="1618869" y="386334"/>
                    <a:pt x="1615249" y="379381"/>
                  </a:cubicBezTo>
                  <a:lnTo>
                    <a:pt x="1627346" y="372999"/>
                  </a:lnTo>
                  <a:cubicBezTo>
                    <a:pt x="1630966" y="379952"/>
                    <a:pt x="1634585" y="387001"/>
                    <a:pt x="1638110" y="394049"/>
                  </a:cubicBezTo>
                  <a:lnTo>
                    <a:pt x="1625823" y="400145"/>
                  </a:lnTo>
                  <a:close/>
                  <a:moveTo>
                    <a:pt x="662464" y="397383"/>
                  </a:moveTo>
                  <a:lnTo>
                    <a:pt x="659130" y="384048"/>
                  </a:lnTo>
                  <a:cubicBezTo>
                    <a:pt x="666655" y="382143"/>
                    <a:pt x="674084" y="380143"/>
                    <a:pt x="681514" y="378047"/>
                  </a:cubicBezTo>
                  <a:lnTo>
                    <a:pt x="685324" y="391192"/>
                  </a:lnTo>
                  <a:cubicBezTo>
                    <a:pt x="677799" y="393383"/>
                    <a:pt x="670084" y="395478"/>
                    <a:pt x="662464" y="397383"/>
                  </a:cubicBezTo>
                  <a:close/>
                  <a:moveTo>
                    <a:pt x="708088" y="384143"/>
                  </a:moveTo>
                  <a:lnTo>
                    <a:pt x="703707" y="371189"/>
                  </a:lnTo>
                  <a:cubicBezTo>
                    <a:pt x="711041" y="368713"/>
                    <a:pt x="718280" y="366046"/>
                    <a:pt x="725424" y="363284"/>
                  </a:cubicBezTo>
                  <a:lnTo>
                    <a:pt x="730473" y="376047"/>
                  </a:lnTo>
                  <a:cubicBezTo>
                    <a:pt x="723138" y="379000"/>
                    <a:pt x="715613" y="381667"/>
                    <a:pt x="708088" y="384238"/>
                  </a:cubicBezTo>
                  <a:close/>
                  <a:moveTo>
                    <a:pt x="752380" y="366522"/>
                  </a:moveTo>
                  <a:lnTo>
                    <a:pt x="746569" y="354140"/>
                  </a:lnTo>
                  <a:cubicBezTo>
                    <a:pt x="753618" y="350806"/>
                    <a:pt x="760571" y="347377"/>
                    <a:pt x="767144" y="343757"/>
                  </a:cubicBezTo>
                  <a:lnTo>
                    <a:pt x="773716" y="355759"/>
                  </a:lnTo>
                  <a:cubicBezTo>
                    <a:pt x="766858" y="359473"/>
                    <a:pt x="759714" y="363093"/>
                    <a:pt x="752380" y="366522"/>
                  </a:cubicBezTo>
                  <a:close/>
                  <a:moveTo>
                    <a:pt x="1604296" y="358807"/>
                  </a:moveTo>
                  <a:cubicBezTo>
                    <a:pt x="1600581" y="351949"/>
                    <a:pt x="1596771" y="345186"/>
                    <a:pt x="1592866" y="338423"/>
                  </a:cubicBezTo>
                  <a:lnTo>
                    <a:pt x="1604772" y="331565"/>
                  </a:lnTo>
                  <a:cubicBezTo>
                    <a:pt x="1608677" y="338423"/>
                    <a:pt x="1612583" y="345281"/>
                    <a:pt x="1616298" y="352234"/>
                  </a:cubicBezTo>
                  <a:lnTo>
                    <a:pt x="1604296" y="358807"/>
                  </a:lnTo>
                  <a:close/>
                  <a:moveTo>
                    <a:pt x="794385" y="343757"/>
                  </a:moveTo>
                  <a:lnTo>
                    <a:pt x="787051" y="332137"/>
                  </a:lnTo>
                  <a:cubicBezTo>
                    <a:pt x="792385" y="328708"/>
                    <a:pt x="797719" y="325184"/>
                    <a:pt x="802958" y="321373"/>
                  </a:cubicBezTo>
                  <a:lnTo>
                    <a:pt x="806006" y="319183"/>
                  </a:lnTo>
                  <a:lnTo>
                    <a:pt x="814102" y="330232"/>
                  </a:lnTo>
                  <a:lnTo>
                    <a:pt x="810863" y="332518"/>
                  </a:lnTo>
                  <a:cubicBezTo>
                    <a:pt x="805434" y="336423"/>
                    <a:pt x="799910" y="340138"/>
                    <a:pt x="794290" y="343662"/>
                  </a:cubicBezTo>
                  <a:close/>
                  <a:moveTo>
                    <a:pt x="1580960" y="318325"/>
                  </a:moveTo>
                  <a:cubicBezTo>
                    <a:pt x="1576959" y="311658"/>
                    <a:pt x="1572863" y="305086"/>
                    <a:pt x="1568673" y="298513"/>
                  </a:cubicBezTo>
                  <a:lnTo>
                    <a:pt x="1580198" y="291179"/>
                  </a:lnTo>
                  <a:cubicBezTo>
                    <a:pt x="1584389" y="297847"/>
                    <a:pt x="1588580" y="304514"/>
                    <a:pt x="1592675" y="311277"/>
                  </a:cubicBezTo>
                  <a:lnTo>
                    <a:pt x="1580960" y="318325"/>
                  </a:lnTo>
                  <a:close/>
                  <a:moveTo>
                    <a:pt x="832866" y="315373"/>
                  </a:moveTo>
                  <a:lnTo>
                    <a:pt x="824008" y="304895"/>
                  </a:lnTo>
                  <a:cubicBezTo>
                    <a:pt x="829723" y="300038"/>
                    <a:pt x="835533" y="294894"/>
                    <a:pt x="841153" y="289465"/>
                  </a:cubicBezTo>
                  <a:lnTo>
                    <a:pt x="850583" y="299371"/>
                  </a:lnTo>
                  <a:cubicBezTo>
                    <a:pt x="844677" y="304990"/>
                    <a:pt x="838676" y="310325"/>
                    <a:pt x="832771" y="315373"/>
                  </a:cubicBezTo>
                  <a:close/>
                  <a:moveTo>
                    <a:pt x="867442" y="282607"/>
                  </a:moveTo>
                  <a:lnTo>
                    <a:pt x="857536" y="273177"/>
                  </a:lnTo>
                  <a:cubicBezTo>
                    <a:pt x="862870" y="267557"/>
                    <a:pt x="868108" y="261842"/>
                    <a:pt x="873252" y="256032"/>
                  </a:cubicBezTo>
                  <a:lnTo>
                    <a:pt x="883539" y="265081"/>
                  </a:lnTo>
                  <a:cubicBezTo>
                    <a:pt x="878300" y="270986"/>
                    <a:pt x="872966" y="276892"/>
                    <a:pt x="867442" y="282607"/>
                  </a:cubicBezTo>
                  <a:close/>
                  <a:moveTo>
                    <a:pt x="1555909" y="278987"/>
                  </a:moveTo>
                  <a:cubicBezTo>
                    <a:pt x="1551527" y="272510"/>
                    <a:pt x="1547146" y="266129"/>
                    <a:pt x="1542574" y="259842"/>
                  </a:cubicBezTo>
                  <a:lnTo>
                    <a:pt x="1553718" y="251936"/>
                  </a:lnTo>
                  <a:cubicBezTo>
                    <a:pt x="1558290" y="258318"/>
                    <a:pt x="1562767" y="264890"/>
                    <a:pt x="1567244" y="271367"/>
                  </a:cubicBezTo>
                  <a:lnTo>
                    <a:pt x="1555909" y="278987"/>
                  </a:lnTo>
                  <a:close/>
                  <a:moveTo>
                    <a:pt x="898969" y="247078"/>
                  </a:moveTo>
                  <a:lnTo>
                    <a:pt x="888492" y="238316"/>
                  </a:lnTo>
                  <a:cubicBezTo>
                    <a:pt x="893445" y="232315"/>
                    <a:pt x="898398" y="226314"/>
                    <a:pt x="903256" y="220218"/>
                  </a:cubicBezTo>
                  <a:lnTo>
                    <a:pt x="913924" y="228791"/>
                  </a:lnTo>
                  <a:cubicBezTo>
                    <a:pt x="908971" y="234982"/>
                    <a:pt x="904018" y="241078"/>
                    <a:pt x="898969" y="247078"/>
                  </a:cubicBezTo>
                  <a:close/>
                  <a:moveTo>
                    <a:pt x="1528763" y="240983"/>
                  </a:moveTo>
                  <a:cubicBezTo>
                    <a:pt x="1524095" y="234791"/>
                    <a:pt x="1519238" y="228695"/>
                    <a:pt x="1514380" y="222599"/>
                  </a:cubicBezTo>
                  <a:lnTo>
                    <a:pt x="1525048" y="214027"/>
                  </a:lnTo>
                  <a:cubicBezTo>
                    <a:pt x="1530001" y="220218"/>
                    <a:pt x="1534858" y="226409"/>
                    <a:pt x="1539621" y="232696"/>
                  </a:cubicBezTo>
                  <a:lnTo>
                    <a:pt x="1528668" y="240983"/>
                  </a:lnTo>
                  <a:close/>
                  <a:moveTo>
                    <a:pt x="928592" y="210407"/>
                  </a:moveTo>
                  <a:lnTo>
                    <a:pt x="917829" y="201930"/>
                  </a:lnTo>
                  <a:lnTo>
                    <a:pt x="932307" y="183451"/>
                  </a:lnTo>
                  <a:lnTo>
                    <a:pt x="943070" y="191929"/>
                  </a:lnTo>
                  <a:lnTo>
                    <a:pt x="928592" y="210407"/>
                  </a:lnTo>
                  <a:close/>
                  <a:moveTo>
                    <a:pt x="1499521" y="204788"/>
                  </a:moveTo>
                  <a:cubicBezTo>
                    <a:pt x="1494473" y="198882"/>
                    <a:pt x="1489329" y="193072"/>
                    <a:pt x="1484091" y="187452"/>
                  </a:cubicBezTo>
                  <a:lnTo>
                    <a:pt x="1494187" y="178213"/>
                  </a:lnTo>
                  <a:cubicBezTo>
                    <a:pt x="1499521" y="184023"/>
                    <a:pt x="1504760" y="189928"/>
                    <a:pt x="1509998" y="195929"/>
                  </a:cubicBezTo>
                  <a:lnTo>
                    <a:pt x="1499616" y="204883"/>
                  </a:lnTo>
                  <a:close/>
                  <a:moveTo>
                    <a:pt x="957644" y="173546"/>
                  </a:moveTo>
                  <a:lnTo>
                    <a:pt x="946976" y="164973"/>
                  </a:lnTo>
                  <a:cubicBezTo>
                    <a:pt x="951929" y="158877"/>
                    <a:pt x="956881" y="152686"/>
                    <a:pt x="961930" y="146685"/>
                  </a:cubicBezTo>
                  <a:lnTo>
                    <a:pt x="972503" y="155448"/>
                  </a:lnTo>
                  <a:cubicBezTo>
                    <a:pt x="967549" y="161449"/>
                    <a:pt x="962597" y="167449"/>
                    <a:pt x="957739" y="173546"/>
                  </a:cubicBezTo>
                  <a:close/>
                  <a:moveTo>
                    <a:pt x="1467993" y="170593"/>
                  </a:moveTo>
                  <a:cubicBezTo>
                    <a:pt x="1462564" y="165068"/>
                    <a:pt x="1457039" y="159734"/>
                    <a:pt x="1451325" y="154400"/>
                  </a:cubicBezTo>
                  <a:lnTo>
                    <a:pt x="1460659" y="144399"/>
                  </a:lnTo>
                  <a:cubicBezTo>
                    <a:pt x="1466469" y="149828"/>
                    <a:pt x="1472089" y="155353"/>
                    <a:pt x="1477708" y="160972"/>
                  </a:cubicBezTo>
                  <a:lnTo>
                    <a:pt x="1467993" y="170593"/>
                  </a:lnTo>
                  <a:close/>
                  <a:moveTo>
                    <a:pt x="1434179" y="138874"/>
                  </a:moveTo>
                  <a:cubicBezTo>
                    <a:pt x="1428369" y="133826"/>
                    <a:pt x="1422368" y="128873"/>
                    <a:pt x="1416367" y="124016"/>
                  </a:cubicBezTo>
                  <a:lnTo>
                    <a:pt x="1424940" y="113347"/>
                  </a:lnTo>
                  <a:cubicBezTo>
                    <a:pt x="1431132" y="118300"/>
                    <a:pt x="1437227" y="123349"/>
                    <a:pt x="1443133" y="128492"/>
                  </a:cubicBezTo>
                  <a:lnTo>
                    <a:pt x="1434179" y="138874"/>
                  </a:lnTo>
                  <a:close/>
                  <a:moveTo>
                    <a:pt x="987552" y="137731"/>
                  </a:moveTo>
                  <a:lnTo>
                    <a:pt x="977265" y="128683"/>
                  </a:lnTo>
                  <a:lnTo>
                    <a:pt x="979456" y="126206"/>
                  </a:lnTo>
                  <a:cubicBezTo>
                    <a:pt x="983742" y="121348"/>
                    <a:pt x="988600" y="116396"/>
                    <a:pt x="993838" y="111347"/>
                  </a:cubicBezTo>
                  <a:lnTo>
                    <a:pt x="1003363" y="121158"/>
                  </a:lnTo>
                  <a:cubicBezTo>
                    <a:pt x="998410" y="126016"/>
                    <a:pt x="993838" y="130778"/>
                    <a:pt x="989743" y="135255"/>
                  </a:cubicBezTo>
                  <a:lnTo>
                    <a:pt x="987552" y="137731"/>
                  </a:lnTo>
                  <a:close/>
                  <a:moveTo>
                    <a:pt x="1397984" y="109919"/>
                  </a:moveTo>
                  <a:cubicBezTo>
                    <a:pt x="1391793" y="105346"/>
                    <a:pt x="1385506" y="100965"/>
                    <a:pt x="1379030" y="96583"/>
                  </a:cubicBezTo>
                  <a:lnTo>
                    <a:pt x="1386649" y="85153"/>
                  </a:lnTo>
                  <a:cubicBezTo>
                    <a:pt x="1393222" y="89535"/>
                    <a:pt x="1399699" y="94107"/>
                    <a:pt x="1406081" y="98774"/>
                  </a:cubicBezTo>
                  <a:lnTo>
                    <a:pt x="1397984" y="109823"/>
                  </a:lnTo>
                  <a:close/>
                  <a:moveTo>
                    <a:pt x="1020508" y="105632"/>
                  </a:moveTo>
                  <a:lnTo>
                    <a:pt x="1011650" y="95155"/>
                  </a:lnTo>
                  <a:cubicBezTo>
                    <a:pt x="1017556" y="90106"/>
                    <a:pt x="1023747" y="85153"/>
                    <a:pt x="1030224" y="80200"/>
                  </a:cubicBezTo>
                  <a:lnTo>
                    <a:pt x="1038511" y="91059"/>
                  </a:lnTo>
                  <a:cubicBezTo>
                    <a:pt x="1032225" y="95821"/>
                    <a:pt x="1026224" y="100679"/>
                    <a:pt x="1020508" y="105537"/>
                  </a:cubicBezTo>
                  <a:close/>
                  <a:moveTo>
                    <a:pt x="1366743" y="88582"/>
                  </a:moveTo>
                  <a:lnTo>
                    <a:pt x="1346930" y="76009"/>
                  </a:lnTo>
                  <a:lnTo>
                    <a:pt x="1354265" y="64389"/>
                  </a:lnTo>
                  <a:lnTo>
                    <a:pt x="1374172" y="76962"/>
                  </a:lnTo>
                  <a:lnTo>
                    <a:pt x="1366838" y="88582"/>
                  </a:lnTo>
                  <a:close/>
                  <a:moveTo>
                    <a:pt x="1057275" y="77533"/>
                  </a:moveTo>
                  <a:lnTo>
                    <a:pt x="1049465" y="66294"/>
                  </a:lnTo>
                  <a:cubicBezTo>
                    <a:pt x="1055942" y="61817"/>
                    <a:pt x="1062609" y="57436"/>
                    <a:pt x="1069372" y="53245"/>
                  </a:cubicBezTo>
                  <a:lnTo>
                    <a:pt x="1076611" y="64865"/>
                  </a:lnTo>
                  <a:cubicBezTo>
                    <a:pt x="1070039" y="68961"/>
                    <a:pt x="1063466" y="73247"/>
                    <a:pt x="1057180" y="77533"/>
                  </a:cubicBezTo>
                  <a:close/>
                  <a:moveTo>
                    <a:pt x="1327023" y="63532"/>
                  </a:moveTo>
                  <a:lnTo>
                    <a:pt x="1307211" y="50959"/>
                  </a:lnTo>
                  <a:lnTo>
                    <a:pt x="1314545" y="39338"/>
                  </a:lnTo>
                  <a:lnTo>
                    <a:pt x="1334357" y="51911"/>
                  </a:lnTo>
                  <a:lnTo>
                    <a:pt x="1327023" y="63532"/>
                  </a:lnTo>
                  <a:close/>
                  <a:moveTo>
                    <a:pt x="1096613" y="53054"/>
                  </a:moveTo>
                  <a:lnTo>
                    <a:pt x="1089946" y="41053"/>
                  </a:lnTo>
                  <a:cubicBezTo>
                    <a:pt x="1096899" y="37147"/>
                    <a:pt x="1103948" y="33433"/>
                    <a:pt x="1111091" y="30004"/>
                  </a:cubicBezTo>
                  <a:lnTo>
                    <a:pt x="1117092" y="42291"/>
                  </a:lnTo>
                  <a:cubicBezTo>
                    <a:pt x="1110234" y="45625"/>
                    <a:pt x="1103376" y="49244"/>
                    <a:pt x="1096613" y="53054"/>
                  </a:cubicBezTo>
                  <a:close/>
                  <a:moveTo>
                    <a:pt x="1287304" y="38481"/>
                  </a:moveTo>
                  <a:lnTo>
                    <a:pt x="1267397" y="25908"/>
                  </a:lnTo>
                  <a:lnTo>
                    <a:pt x="1274731" y="14288"/>
                  </a:lnTo>
                  <a:lnTo>
                    <a:pt x="1294543" y="26860"/>
                  </a:lnTo>
                  <a:lnTo>
                    <a:pt x="1287208" y="38481"/>
                  </a:lnTo>
                  <a:close/>
                  <a:moveTo>
                    <a:pt x="1138047" y="32861"/>
                  </a:moveTo>
                  <a:lnTo>
                    <a:pt x="1132809" y="20193"/>
                  </a:lnTo>
                  <a:cubicBezTo>
                    <a:pt x="1140428" y="17050"/>
                    <a:pt x="1147953" y="14192"/>
                    <a:pt x="1155287" y="11716"/>
                  </a:cubicBezTo>
                  <a:lnTo>
                    <a:pt x="1159669" y="24670"/>
                  </a:lnTo>
                  <a:cubicBezTo>
                    <a:pt x="1152715" y="27051"/>
                    <a:pt x="1145382" y="29718"/>
                    <a:pt x="1138143" y="32766"/>
                  </a:cubicBezTo>
                  <a:close/>
                  <a:moveTo>
                    <a:pt x="1181576" y="18478"/>
                  </a:moveTo>
                  <a:lnTo>
                    <a:pt x="1178433" y="5144"/>
                  </a:lnTo>
                  <a:cubicBezTo>
                    <a:pt x="1186624" y="3239"/>
                    <a:pt x="1194721" y="1810"/>
                    <a:pt x="1202341" y="952"/>
                  </a:cubicBezTo>
                  <a:lnTo>
                    <a:pt x="1203865" y="14573"/>
                  </a:lnTo>
                  <a:cubicBezTo>
                    <a:pt x="1196721" y="15335"/>
                    <a:pt x="1189292" y="16669"/>
                    <a:pt x="1181576" y="18574"/>
                  </a:cubicBezTo>
                  <a:close/>
                  <a:moveTo>
                    <a:pt x="1247870" y="17145"/>
                  </a:moveTo>
                  <a:cubicBezTo>
                    <a:pt x="1241203" y="15240"/>
                    <a:pt x="1233964" y="14097"/>
                    <a:pt x="1226249" y="13716"/>
                  </a:cubicBezTo>
                  <a:lnTo>
                    <a:pt x="1226916" y="0"/>
                  </a:lnTo>
                  <a:cubicBezTo>
                    <a:pt x="1235678" y="476"/>
                    <a:pt x="1243965" y="1810"/>
                    <a:pt x="1251585" y="4000"/>
                  </a:cubicBezTo>
                  <a:lnTo>
                    <a:pt x="1247775" y="17145"/>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
        <p:nvSpPr>
          <p:cNvPr id="38" name="Google Shape;106;p18"/>
          <p:cNvSpPr/>
          <p:nvPr/>
        </p:nvSpPr>
        <p:spPr>
          <a:xfrm rot="10474200">
            <a:off x="-1049400" y="1177200"/>
            <a:ext cx="2390760" cy="5209920"/>
          </a:xfrm>
          <a:custGeom>
            <a:avLst/>
            <a:gdLst>
              <a:gd name="textAreaLeft" fmla="*/ 0 w 2390760"/>
              <a:gd name="textAreaRight" fmla="*/ 2391120 w 2390760"/>
              <a:gd name="textAreaTop" fmla="*/ 0 h 5209920"/>
              <a:gd name="textAreaBottom" fmla="*/ 5210280 h 5209920"/>
            </a:gdLst>
            <a:ahLst/>
            <a:cxnLst/>
            <a:rect l="textAreaLeft" t="textAreaTop" r="textAreaRight" b="textAreaBottom"/>
            <a:pathLst>
              <a:path w="508359" h="1107754">
                <a:moveTo>
                  <a:pt x="160183" y="39264"/>
                </a:moveTo>
                <a:cubicBezTo>
                  <a:pt x="104366" y="47360"/>
                  <a:pt x="49121" y="76126"/>
                  <a:pt x="19594" y="125370"/>
                </a:cubicBezTo>
                <a:cubicBezTo>
                  <a:pt x="-9934" y="174614"/>
                  <a:pt x="-6981" y="245385"/>
                  <a:pt x="34548" y="284533"/>
                </a:cubicBezTo>
                <a:cubicBezTo>
                  <a:pt x="54646" y="303488"/>
                  <a:pt x="81125" y="313584"/>
                  <a:pt x="103985" y="328824"/>
                </a:cubicBezTo>
                <a:cubicBezTo>
                  <a:pt x="181423" y="380354"/>
                  <a:pt x="208474" y="497226"/>
                  <a:pt x="161802" y="578855"/>
                </a:cubicBezTo>
                <a:cubicBezTo>
                  <a:pt x="149324" y="600763"/>
                  <a:pt x="131894" y="621527"/>
                  <a:pt x="130370" y="646768"/>
                </a:cubicBezTo>
                <a:cubicBezTo>
                  <a:pt x="127607" y="693536"/>
                  <a:pt x="177042" y="722207"/>
                  <a:pt x="208760" y="755925"/>
                </a:cubicBezTo>
                <a:cubicBezTo>
                  <a:pt x="261910" y="812504"/>
                  <a:pt x="269720" y="900705"/>
                  <a:pt x="252766" y="977286"/>
                </a:cubicBezTo>
                <a:cubicBezTo>
                  <a:pt x="247622" y="1000432"/>
                  <a:pt x="240574" y="1023578"/>
                  <a:pt x="241621" y="1047200"/>
                </a:cubicBezTo>
                <a:cubicBezTo>
                  <a:pt x="242669" y="1070917"/>
                  <a:pt x="254195" y="1095968"/>
                  <a:pt x="275721" y="1104635"/>
                </a:cubicBezTo>
                <a:cubicBezTo>
                  <a:pt x="296962" y="1113208"/>
                  <a:pt x="321822" y="1103111"/>
                  <a:pt x="337919" y="1086538"/>
                </a:cubicBezTo>
                <a:cubicBezTo>
                  <a:pt x="384496" y="1038722"/>
                  <a:pt x="367828" y="958236"/>
                  <a:pt x="342110" y="896038"/>
                </a:cubicBezTo>
                <a:cubicBezTo>
                  <a:pt x="316393" y="833839"/>
                  <a:pt x="284484" y="764212"/>
                  <a:pt x="310201" y="702014"/>
                </a:cubicBezTo>
                <a:cubicBezTo>
                  <a:pt x="331061" y="651531"/>
                  <a:pt x="387735" y="614193"/>
                  <a:pt x="383925" y="559520"/>
                </a:cubicBezTo>
                <a:cubicBezTo>
                  <a:pt x="381163" y="520372"/>
                  <a:pt x="347254" y="491225"/>
                  <a:pt x="335538" y="453887"/>
                </a:cubicBezTo>
                <a:cubicBezTo>
                  <a:pt x="314107" y="385784"/>
                  <a:pt x="369733" y="319966"/>
                  <a:pt x="420311" y="270626"/>
                </a:cubicBezTo>
                <a:cubicBezTo>
                  <a:pt x="470983" y="221382"/>
                  <a:pt x="525943" y="154421"/>
                  <a:pt x="502987" y="86889"/>
                </a:cubicBezTo>
                <a:cubicBezTo>
                  <a:pt x="485080" y="34216"/>
                  <a:pt x="426406" y="8593"/>
                  <a:pt x="372400" y="1545"/>
                </a:cubicBezTo>
                <a:cubicBezTo>
                  <a:pt x="300391" y="-7885"/>
                  <a:pt x="232954" y="28501"/>
                  <a:pt x="160183" y="39073"/>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9" name="PlaceHolder 1"/>
          <p:cNvSpPr>
            <a:spLocks noGrp="1"/>
          </p:cNvSpPr>
          <p:nvPr>
            <p:ph type="body"/>
          </p:nvPr>
        </p:nvSpPr>
        <p:spPr>
          <a:xfrm>
            <a:off x="720000" y="954000"/>
            <a:ext cx="7703640" cy="3625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4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4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400" b="0" strike="noStrike" spc="-1">
                <a:solidFill>
                  <a:srgbClr val="000000"/>
                </a:solidFill>
                <a:latin typeface="Arial"/>
              </a:rPr>
              <a:t>Seventh Outline Level</a:t>
            </a:r>
          </a:p>
        </p:txBody>
      </p:sp>
      <p:grpSp>
        <p:nvGrpSpPr>
          <p:cNvPr id="40" name="Google Shape;110;p19"/>
          <p:cNvGrpSpPr/>
          <p:nvPr/>
        </p:nvGrpSpPr>
        <p:grpSpPr>
          <a:xfrm>
            <a:off x="5899680" y="-743400"/>
            <a:ext cx="5488920" cy="4685040"/>
            <a:chOff x="5899680" y="-743400"/>
            <a:chExt cx="5488920" cy="4685040"/>
          </a:xfrm>
        </p:grpSpPr>
        <p:sp>
          <p:nvSpPr>
            <p:cNvPr id="41" name="Google Shape;111;p19"/>
            <p:cNvSpPr/>
            <p:nvPr/>
          </p:nvSpPr>
          <p:spPr>
            <a:xfrm rot="463200">
              <a:off x="5994360" y="-481320"/>
              <a:ext cx="4011480" cy="1679760"/>
            </a:xfrm>
            <a:custGeom>
              <a:avLst/>
              <a:gdLst>
                <a:gd name="textAreaLeft" fmla="*/ 0 w 4011480"/>
                <a:gd name="textAreaRight" fmla="*/ 4011840 w 4011480"/>
                <a:gd name="textAreaTop" fmla="*/ 0 h 1679760"/>
                <a:gd name="textAreaBottom" fmla="*/ 1680120 h 1679760"/>
              </a:gdLst>
              <a:ahLst/>
              <a:cxnLst/>
              <a:rect l="textAreaLeft" t="textAreaTop" r="textAreaRight" b="textAreaBottom"/>
              <a:pathLst>
                <a:path w="1150527" h="335034">
                  <a:moveTo>
                    <a:pt x="56934" y="13410"/>
                  </a:moveTo>
                  <a:cubicBezTo>
                    <a:pt x="405739" y="-33834"/>
                    <a:pt x="759879" y="61130"/>
                    <a:pt x="1110685" y="33222"/>
                  </a:cubicBezTo>
                  <a:cubicBezTo>
                    <a:pt x="1119733" y="32460"/>
                    <a:pt x="1129735" y="31984"/>
                    <a:pt x="1136688" y="37889"/>
                  </a:cubicBezTo>
                  <a:cubicBezTo>
                    <a:pt x="1142403" y="42747"/>
                    <a:pt x="1144498" y="50748"/>
                    <a:pt x="1145927" y="58273"/>
                  </a:cubicBezTo>
                  <a:cubicBezTo>
                    <a:pt x="1162024" y="141712"/>
                    <a:pt x="1135545" y="234771"/>
                    <a:pt x="1071727" y="289254"/>
                  </a:cubicBezTo>
                  <a:cubicBezTo>
                    <a:pt x="1007910" y="343737"/>
                    <a:pt x="907516" y="351928"/>
                    <a:pt x="840841" y="301160"/>
                  </a:cubicBezTo>
                  <a:cubicBezTo>
                    <a:pt x="780357" y="255154"/>
                    <a:pt x="753021" y="171049"/>
                    <a:pt x="687108" y="133615"/>
                  </a:cubicBezTo>
                  <a:cubicBezTo>
                    <a:pt x="615575" y="93039"/>
                    <a:pt x="526993" y="121804"/>
                    <a:pt x="450412" y="151332"/>
                  </a:cubicBezTo>
                  <a:cubicBezTo>
                    <a:pt x="414693" y="165048"/>
                    <a:pt x="378974" y="178859"/>
                    <a:pt x="343255" y="192575"/>
                  </a:cubicBezTo>
                  <a:cubicBezTo>
                    <a:pt x="288868" y="213530"/>
                    <a:pt x="233241" y="234771"/>
                    <a:pt x="175139" y="236581"/>
                  </a:cubicBezTo>
                  <a:cubicBezTo>
                    <a:pt x="117037" y="238390"/>
                    <a:pt x="55029" y="217436"/>
                    <a:pt x="21501" y="168858"/>
                  </a:cubicBezTo>
                  <a:cubicBezTo>
                    <a:pt x="-12027" y="120280"/>
                    <a:pt x="-10694" y="22554"/>
                    <a:pt x="56838" y="1331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2" name="Google Shape;112;p19"/>
            <p:cNvSpPr/>
            <p:nvPr/>
          </p:nvSpPr>
          <p:spPr>
            <a:xfrm rot="7750800">
              <a:off x="8282880" y="992160"/>
              <a:ext cx="2697840" cy="2333160"/>
            </a:xfrm>
            <a:custGeom>
              <a:avLst/>
              <a:gdLst>
                <a:gd name="textAreaLeft" fmla="*/ 0 w 2697840"/>
                <a:gd name="textAreaRight" fmla="*/ 2698200 w 2697840"/>
                <a:gd name="textAreaTop" fmla="*/ 0 h 2333160"/>
                <a:gd name="textAreaBottom" fmla="*/ 2333520 h 2333160"/>
              </a:gdLst>
              <a:ahLst/>
              <a:cxnLst/>
              <a:rect l="textAreaLeft" t="textAreaTop" r="textAreaRight" b="textAreaBottom"/>
              <a:pathLst>
                <a:path w="2058516" h="1780329">
                  <a:moveTo>
                    <a:pt x="643542" y="1780139"/>
                  </a:moveTo>
                  <a:cubicBezTo>
                    <a:pt x="571437" y="1780139"/>
                    <a:pt x="499333" y="1768519"/>
                    <a:pt x="431515" y="1744611"/>
                  </a:cubicBezTo>
                  <a:cubicBezTo>
                    <a:pt x="211868" y="1667078"/>
                    <a:pt x="41085" y="1460099"/>
                    <a:pt x="6605" y="1229689"/>
                  </a:cubicBezTo>
                  <a:cubicBezTo>
                    <a:pt x="-27876" y="999280"/>
                    <a:pt x="74899" y="751439"/>
                    <a:pt x="262256" y="612946"/>
                  </a:cubicBezTo>
                  <a:cubicBezTo>
                    <a:pt x="336836" y="557796"/>
                    <a:pt x="423228" y="519029"/>
                    <a:pt x="506667" y="481596"/>
                  </a:cubicBezTo>
                  <a:cubicBezTo>
                    <a:pt x="596107" y="441496"/>
                    <a:pt x="688595" y="399967"/>
                    <a:pt x="766033" y="338340"/>
                  </a:cubicBezTo>
                  <a:cubicBezTo>
                    <a:pt x="807752" y="305098"/>
                    <a:pt x="845567" y="265664"/>
                    <a:pt x="882143" y="227564"/>
                  </a:cubicBezTo>
                  <a:cubicBezTo>
                    <a:pt x="926434" y="181368"/>
                    <a:pt x="972154" y="133553"/>
                    <a:pt x="1025589" y="96215"/>
                  </a:cubicBezTo>
                  <a:cubicBezTo>
                    <a:pt x="1168274" y="-3608"/>
                    <a:pt x="1366870" y="-27420"/>
                    <a:pt x="1556799" y="32587"/>
                  </a:cubicBezTo>
                  <a:cubicBezTo>
                    <a:pt x="1720153" y="84118"/>
                    <a:pt x="1859694" y="188797"/>
                    <a:pt x="1949896" y="327386"/>
                  </a:cubicBezTo>
                  <a:cubicBezTo>
                    <a:pt x="2042764" y="470071"/>
                    <a:pt x="2078388" y="644854"/>
                    <a:pt x="2047812" y="806970"/>
                  </a:cubicBezTo>
                  <a:cubicBezTo>
                    <a:pt x="2010760" y="1003185"/>
                    <a:pt x="1877696" y="1187494"/>
                    <a:pt x="1673289" y="1325987"/>
                  </a:cubicBezTo>
                  <a:cubicBezTo>
                    <a:pt x="1586040" y="1385138"/>
                    <a:pt x="1484028" y="1425143"/>
                    <a:pt x="1385349" y="1463909"/>
                  </a:cubicBezTo>
                  <a:cubicBezTo>
                    <a:pt x="1268858" y="1509629"/>
                    <a:pt x="1148367" y="1556969"/>
                    <a:pt x="1056355" y="1635264"/>
                  </a:cubicBezTo>
                  <a:cubicBezTo>
                    <a:pt x="945389" y="1729657"/>
                    <a:pt x="794608" y="1780330"/>
                    <a:pt x="643828" y="1780330"/>
                  </a:cubicBezTo>
                  <a:close/>
                  <a:moveTo>
                    <a:pt x="1348868" y="9442"/>
                  </a:moveTo>
                  <a:cubicBezTo>
                    <a:pt x="1231425" y="9442"/>
                    <a:pt x="1120078" y="41541"/>
                    <a:pt x="1030923" y="103930"/>
                  </a:cubicBezTo>
                  <a:cubicBezTo>
                    <a:pt x="978346" y="140791"/>
                    <a:pt x="932816" y="188226"/>
                    <a:pt x="888906" y="234136"/>
                  </a:cubicBezTo>
                  <a:cubicBezTo>
                    <a:pt x="852139" y="272522"/>
                    <a:pt x="814135" y="312241"/>
                    <a:pt x="771844" y="345865"/>
                  </a:cubicBezTo>
                  <a:cubicBezTo>
                    <a:pt x="693548" y="408158"/>
                    <a:pt x="600488" y="449973"/>
                    <a:pt x="510478" y="490359"/>
                  </a:cubicBezTo>
                  <a:cubicBezTo>
                    <a:pt x="427419" y="527602"/>
                    <a:pt x="341599" y="566178"/>
                    <a:pt x="267780" y="620661"/>
                  </a:cubicBezTo>
                  <a:cubicBezTo>
                    <a:pt x="83186" y="757059"/>
                    <a:pt x="-18065" y="1001280"/>
                    <a:pt x="15939" y="1228356"/>
                  </a:cubicBezTo>
                  <a:cubicBezTo>
                    <a:pt x="49943" y="1455432"/>
                    <a:pt x="218155" y="1659267"/>
                    <a:pt x="434658" y="1735753"/>
                  </a:cubicBezTo>
                  <a:lnTo>
                    <a:pt x="434658" y="1735753"/>
                  </a:lnTo>
                  <a:cubicBezTo>
                    <a:pt x="641160" y="1808714"/>
                    <a:pt x="888430" y="1765376"/>
                    <a:pt x="1049973" y="1627930"/>
                  </a:cubicBezTo>
                  <a:cubicBezTo>
                    <a:pt x="1143223" y="1548587"/>
                    <a:pt x="1264476" y="1501057"/>
                    <a:pt x="1381729" y="1455051"/>
                  </a:cubicBezTo>
                  <a:cubicBezTo>
                    <a:pt x="1479932" y="1416475"/>
                    <a:pt x="1581469" y="1376660"/>
                    <a:pt x="1667860" y="1318081"/>
                  </a:cubicBezTo>
                  <a:cubicBezTo>
                    <a:pt x="1870171" y="1181017"/>
                    <a:pt x="2001807" y="998899"/>
                    <a:pt x="2038383" y="805160"/>
                  </a:cubicBezTo>
                  <a:cubicBezTo>
                    <a:pt x="2068577" y="645426"/>
                    <a:pt x="2033335" y="473214"/>
                    <a:pt x="1941894" y="332530"/>
                  </a:cubicBezTo>
                  <a:cubicBezTo>
                    <a:pt x="1852931" y="195751"/>
                    <a:pt x="1715104" y="92500"/>
                    <a:pt x="1553941" y="41636"/>
                  </a:cubicBezTo>
                  <a:cubicBezTo>
                    <a:pt x="1485742" y="20110"/>
                    <a:pt x="1416305" y="9537"/>
                    <a:pt x="1348963" y="9537"/>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43" name="Google Shape;113;p19"/>
          <p:cNvSpPr/>
          <p:nvPr/>
        </p:nvSpPr>
        <p:spPr>
          <a:xfrm rot="310800">
            <a:off x="-756000" y="3621960"/>
            <a:ext cx="2209320" cy="2294280"/>
          </a:xfrm>
          <a:custGeom>
            <a:avLst/>
            <a:gdLst>
              <a:gd name="textAreaLeft" fmla="*/ 0 w 2209320"/>
              <a:gd name="textAreaRight" fmla="*/ 2209680 w 2209320"/>
              <a:gd name="textAreaTop" fmla="*/ 0 h 2294280"/>
              <a:gd name="textAreaBottom" fmla="*/ 2294640 h 2294280"/>
            </a:gdLst>
            <a:ahLst/>
            <a:cxnLst/>
            <a:rect l="textAreaLeft" t="textAreaTop" r="textAreaRight" b="textAreaBottom"/>
            <a:pathLst>
              <a:path w="276908" h="287550">
                <a:moveTo>
                  <a:pt x="130073" y="275114"/>
                </a:moveTo>
                <a:cubicBezTo>
                  <a:pt x="84543" y="257493"/>
                  <a:pt x="34823" y="235966"/>
                  <a:pt x="13868" y="191008"/>
                </a:cubicBezTo>
                <a:cubicBezTo>
                  <a:pt x="5581" y="173196"/>
                  <a:pt x="2723" y="153289"/>
                  <a:pt x="1104" y="133668"/>
                </a:cubicBezTo>
                <a:cubicBezTo>
                  <a:pt x="-1182" y="105854"/>
                  <a:pt x="-991" y="76327"/>
                  <a:pt x="12344" y="51943"/>
                </a:cubicBezTo>
                <a:cubicBezTo>
                  <a:pt x="29203" y="21177"/>
                  <a:pt x="64064" y="4699"/>
                  <a:pt x="98259" y="603"/>
                </a:cubicBezTo>
                <a:cubicBezTo>
                  <a:pt x="119690" y="-1969"/>
                  <a:pt x="146551" y="3270"/>
                  <a:pt x="153123" y="24321"/>
                </a:cubicBezTo>
                <a:cubicBezTo>
                  <a:pt x="159981" y="46514"/>
                  <a:pt x="138740" y="68707"/>
                  <a:pt x="141312" y="91853"/>
                </a:cubicBezTo>
                <a:cubicBezTo>
                  <a:pt x="143312" y="109665"/>
                  <a:pt x="159029" y="122714"/>
                  <a:pt x="175316" y="129191"/>
                </a:cubicBezTo>
                <a:cubicBezTo>
                  <a:pt x="191604" y="135668"/>
                  <a:pt x="209416" y="137573"/>
                  <a:pt x="225608" y="144431"/>
                </a:cubicBezTo>
                <a:cubicBezTo>
                  <a:pt x="250754" y="154908"/>
                  <a:pt x="271043" y="178149"/>
                  <a:pt x="275900" y="205486"/>
                </a:cubicBezTo>
                <a:cubicBezTo>
                  <a:pt x="280663" y="232823"/>
                  <a:pt x="268280" y="263208"/>
                  <a:pt x="244563" y="276543"/>
                </a:cubicBezTo>
                <a:cubicBezTo>
                  <a:pt x="228656" y="285496"/>
                  <a:pt x="209797" y="286544"/>
                  <a:pt x="191699" y="287401"/>
                </a:cubicBezTo>
                <a:cubicBezTo>
                  <a:pt x="174173" y="288258"/>
                  <a:pt x="156838" y="285591"/>
                  <a:pt x="130168" y="275304"/>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4" name="PlaceHolder 2"/>
          <p:cNvSpPr>
            <a:spLocks noGrp="1"/>
          </p:cNvSpPr>
          <p:nvPr>
            <p:ph type="title"/>
          </p:nvPr>
        </p:nvSpPr>
        <p:spPr>
          <a:xfrm>
            <a:off x="720000" y="36900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5" name="Google Shape;117;p20"/>
          <p:cNvSpPr/>
          <p:nvPr/>
        </p:nvSpPr>
        <p:spPr>
          <a:xfrm rot="16772400" flipH="1">
            <a:off x="-1425960" y="2045880"/>
            <a:ext cx="3228480" cy="1034280"/>
          </a:xfrm>
          <a:custGeom>
            <a:avLst/>
            <a:gdLst>
              <a:gd name="textAreaLeft" fmla="*/ 360 w 3228480"/>
              <a:gd name="textAreaRight" fmla="*/ 3229200 w 3228480"/>
              <a:gd name="textAreaTop" fmla="*/ 0 h 1034280"/>
              <a:gd name="textAreaBottom" fmla="*/ 1034640 h 1034280"/>
            </a:gdLst>
            <a:ahLst/>
            <a:cxnLst/>
            <a:rect l="textAreaLeft" t="textAreaTop" r="textAreaRight" b="textAreaBottom"/>
            <a:pathLst>
              <a:path w="1150527" h="335034">
                <a:moveTo>
                  <a:pt x="56934" y="13410"/>
                </a:moveTo>
                <a:cubicBezTo>
                  <a:pt x="405739" y="-33834"/>
                  <a:pt x="759879" y="61130"/>
                  <a:pt x="1110685" y="33222"/>
                </a:cubicBezTo>
                <a:cubicBezTo>
                  <a:pt x="1119733" y="32460"/>
                  <a:pt x="1129735" y="31984"/>
                  <a:pt x="1136688" y="37889"/>
                </a:cubicBezTo>
                <a:cubicBezTo>
                  <a:pt x="1142403" y="42747"/>
                  <a:pt x="1144498" y="50748"/>
                  <a:pt x="1145927" y="58273"/>
                </a:cubicBezTo>
                <a:cubicBezTo>
                  <a:pt x="1162024" y="141712"/>
                  <a:pt x="1135545" y="234771"/>
                  <a:pt x="1071727" y="289254"/>
                </a:cubicBezTo>
                <a:cubicBezTo>
                  <a:pt x="1007910" y="343737"/>
                  <a:pt x="907516" y="351928"/>
                  <a:pt x="840841" y="301160"/>
                </a:cubicBezTo>
                <a:cubicBezTo>
                  <a:pt x="780357" y="255154"/>
                  <a:pt x="753021" y="171049"/>
                  <a:pt x="687108" y="133615"/>
                </a:cubicBezTo>
                <a:cubicBezTo>
                  <a:pt x="615575" y="93039"/>
                  <a:pt x="526993" y="121804"/>
                  <a:pt x="450412" y="151332"/>
                </a:cubicBezTo>
                <a:cubicBezTo>
                  <a:pt x="414693" y="165048"/>
                  <a:pt x="378974" y="178859"/>
                  <a:pt x="343255" y="192575"/>
                </a:cubicBezTo>
                <a:cubicBezTo>
                  <a:pt x="288868" y="213530"/>
                  <a:pt x="233241" y="234771"/>
                  <a:pt x="175139" y="236581"/>
                </a:cubicBezTo>
                <a:cubicBezTo>
                  <a:pt x="117037" y="238390"/>
                  <a:pt x="55029" y="217436"/>
                  <a:pt x="21501" y="168858"/>
                </a:cubicBezTo>
                <a:cubicBezTo>
                  <a:pt x="-12027" y="120280"/>
                  <a:pt x="-10694" y="22554"/>
                  <a:pt x="56838" y="13315"/>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6" name="Google Shape;118;p20"/>
          <p:cNvSpPr/>
          <p:nvPr/>
        </p:nvSpPr>
        <p:spPr>
          <a:xfrm rot="1029600" flipH="1">
            <a:off x="7999200" y="1813320"/>
            <a:ext cx="2304720" cy="5022360"/>
          </a:xfrm>
          <a:custGeom>
            <a:avLst/>
            <a:gdLst>
              <a:gd name="textAreaLeft" fmla="*/ 360 w 2304720"/>
              <a:gd name="textAreaRight" fmla="*/ 2305440 w 2304720"/>
              <a:gd name="textAreaTop" fmla="*/ 0 h 5022360"/>
              <a:gd name="textAreaBottom" fmla="*/ 5022720 h 5022360"/>
            </a:gdLst>
            <a:ahLst/>
            <a:cxnLst/>
            <a:rect l="textAreaLeft" t="textAreaTop" r="textAreaRight" b="textAreaBottom"/>
            <a:pathLst>
              <a:path w="508359" h="1107754">
                <a:moveTo>
                  <a:pt x="160183" y="39264"/>
                </a:moveTo>
                <a:cubicBezTo>
                  <a:pt x="104366" y="47360"/>
                  <a:pt x="49121" y="76126"/>
                  <a:pt x="19594" y="125370"/>
                </a:cubicBezTo>
                <a:cubicBezTo>
                  <a:pt x="-9934" y="174614"/>
                  <a:pt x="-6981" y="245385"/>
                  <a:pt x="34548" y="284533"/>
                </a:cubicBezTo>
                <a:cubicBezTo>
                  <a:pt x="54646" y="303488"/>
                  <a:pt x="81125" y="313584"/>
                  <a:pt x="103985" y="328824"/>
                </a:cubicBezTo>
                <a:cubicBezTo>
                  <a:pt x="181423" y="380354"/>
                  <a:pt x="208474" y="497226"/>
                  <a:pt x="161802" y="578855"/>
                </a:cubicBezTo>
                <a:cubicBezTo>
                  <a:pt x="149324" y="600763"/>
                  <a:pt x="131894" y="621527"/>
                  <a:pt x="130370" y="646768"/>
                </a:cubicBezTo>
                <a:cubicBezTo>
                  <a:pt x="127607" y="693536"/>
                  <a:pt x="177042" y="722207"/>
                  <a:pt x="208760" y="755925"/>
                </a:cubicBezTo>
                <a:cubicBezTo>
                  <a:pt x="261910" y="812504"/>
                  <a:pt x="269720" y="900705"/>
                  <a:pt x="252766" y="977286"/>
                </a:cubicBezTo>
                <a:cubicBezTo>
                  <a:pt x="247622" y="1000432"/>
                  <a:pt x="240574" y="1023578"/>
                  <a:pt x="241621" y="1047200"/>
                </a:cubicBezTo>
                <a:cubicBezTo>
                  <a:pt x="242669" y="1070917"/>
                  <a:pt x="254195" y="1095968"/>
                  <a:pt x="275721" y="1104635"/>
                </a:cubicBezTo>
                <a:cubicBezTo>
                  <a:pt x="296962" y="1113208"/>
                  <a:pt x="321822" y="1103111"/>
                  <a:pt x="337919" y="1086538"/>
                </a:cubicBezTo>
                <a:cubicBezTo>
                  <a:pt x="384496" y="1038722"/>
                  <a:pt x="367828" y="958236"/>
                  <a:pt x="342110" y="896038"/>
                </a:cubicBezTo>
                <a:cubicBezTo>
                  <a:pt x="316393" y="833839"/>
                  <a:pt x="284484" y="764212"/>
                  <a:pt x="310201" y="702014"/>
                </a:cubicBezTo>
                <a:cubicBezTo>
                  <a:pt x="331061" y="651531"/>
                  <a:pt x="387735" y="614193"/>
                  <a:pt x="383925" y="559520"/>
                </a:cubicBezTo>
                <a:cubicBezTo>
                  <a:pt x="381163" y="520372"/>
                  <a:pt x="347254" y="491225"/>
                  <a:pt x="335538" y="453887"/>
                </a:cubicBezTo>
                <a:cubicBezTo>
                  <a:pt x="314107" y="385784"/>
                  <a:pt x="369733" y="319966"/>
                  <a:pt x="420311" y="270626"/>
                </a:cubicBezTo>
                <a:cubicBezTo>
                  <a:pt x="470983" y="221382"/>
                  <a:pt x="525943" y="154421"/>
                  <a:pt x="502987" y="86889"/>
                </a:cubicBezTo>
                <a:cubicBezTo>
                  <a:pt x="485080" y="34216"/>
                  <a:pt x="426406" y="8593"/>
                  <a:pt x="372400" y="1545"/>
                </a:cubicBezTo>
                <a:cubicBezTo>
                  <a:pt x="300391" y="-7885"/>
                  <a:pt x="232954" y="28501"/>
                  <a:pt x="160183" y="39073"/>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7" name="PlaceHolder 1"/>
          <p:cNvSpPr>
            <a:spLocks noGrp="1"/>
          </p:cNvSpPr>
          <p:nvPr>
            <p:ph type="title"/>
          </p:nvPr>
        </p:nvSpPr>
        <p:spPr>
          <a:xfrm>
            <a:off x="720000" y="36900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
        <p:nvSpPr>
          <p:cNvPr id="48" name="PlaceHolder 2"/>
          <p:cNvSpPr>
            <a:spLocks noGrp="1"/>
          </p:cNvSpPr>
          <p:nvPr>
            <p:ph type="body"/>
          </p:nvPr>
        </p:nvSpPr>
        <p:spPr>
          <a:xfrm>
            <a:off x="720000" y="954000"/>
            <a:ext cx="7703640" cy="3625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4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4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4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2038320" y="3009600"/>
            <a:ext cx="5067360" cy="841320"/>
          </a:xfrm>
          <a:prstGeom prst="rect">
            <a:avLst/>
          </a:prstGeom>
          <a:noFill/>
          <a:ln w="0">
            <a:noFill/>
          </a:ln>
        </p:spPr>
        <p:txBody>
          <a:bodyPr lIns="91440" tIns="91440" rIns="91440" bIns="91440" anchor="b">
            <a:noAutofit/>
          </a:bodyPr>
          <a:lstStyle/>
          <a:p>
            <a:pPr indent="0">
              <a:buNone/>
            </a:pPr>
            <a:r>
              <a:rPr lang="fr-FR" sz="5000" b="0" strike="noStrike" spc="-1">
                <a:solidFill>
                  <a:schemeClr val="dk1"/>
                </a:solidFill>
                <a:latin typeface="Arial"/>
              </a:rPr>
              <a:t>Click to edit the title text format</a:t>
            </a:r>
          </a:p>
        </p:txBody>
      </p:sp>
      <p:sp>
        <p:nvSpPr>
          <p:cNvPr id="50" name="PlaceHolder 2"/>
          <p:cNvSpPr>
            <a:spLocks noGrp="1"/>
          </p:cNvSpPr>
          <p:nvPr>
            <p:ph type="title"/>
          </p:nvPr>
        </p:nvSpPr>
        <p:spPr>
          <a:xfrm>
            <a:off x="3994200" y="1565640"/>
            <a:ext cx="1155600" cy="1023120"/>
          </a:xfrm>
          <a:prstGeom prst="rect">
            <a:avLst/>
          </a:prstGeom>
          <a:noFill/>
          <a:ln w="0">
            <a:noFill/>
          </a:ln>
        </p:spPr>
        <p:txBody>
          <a:bodyPr lIns="91440" tIns="91440" rIns="91440" bIns="91440" anchor="ctr">
            <a:noAutofit/>
          </a:bodyPr>
          <a:lstStyle/>
          <a:p>
            <a:pPr indent="0" algn="ctr">
              <a:lnSpc>
                <a:spcPct val="100000"/>
              </a:lnSpc>
              <a:buNone/>
            </a:pPr>
            <a:r>
              <a:rPr lang="fr-FR" sz="6000" b="0" strike="noStrike" spc="-1">
                <a:solidFill>
                  <a:schemeClr val="lt1"/>
                </a:solidFill>
                <a:latin typeface="Caveat Brush"/>
                <a:ea typeface="Caveat Brush"/>
              </a:rPr>
              <a:t>xx%</a:t>
            </a:r>
            <a:endParaRPr lang="fr-FR" sz="6000" b="0" strike="noStrike" spc="-1">
              <a:solidFill>
                <a:schemeClr val="dk1"/>
              </a:solidFill>
              <a:latin typeface="Arial"/>
            </a:endParaRPr>
          </a:p>
        </p:txBody>
      </p:sp>
      <p:sp>
        <p:nvSpPr>
          <p:cNvPr id="51" name="Google Shape;15;p3"/>
          <p:cNvSpPr/>
          <p:nvPr/>
        </p:nvSpPr>
        <p:spPr>
          <a:xfrm rot="16200000" flipH="1">
            <a:off x="-1595160" y="2777400"/>
            <a:ext cx="4127040" cy="1201680"/>
          </a:xfrm>
          <a:custGeom>
            <a:avLst/>
            <a:gdLst>
              <a:gd name="textAreaLeft" fmla="*/ 360 w 4127040"/>
              <a:gd name="textAreaRight" fmla="*/ 4127760 w 4127040"/>
              <a:gd name="textAreaTop" fmla="*/ 0 h 1201680"/>
              <a:gd name="textAreaBottom" fmla="*/ 1202040 h 1201680"/>
            </a:gdLst>
            <a:ahLst/>
            <a:cxnLst/>
            <a:rect l="textAreaLeft" t="textAreaTop" r="textAreaRight" b="textAreaBottom"/>
            <a:pathLst>
              <a:path w="1150527" h="335034">
                <a:moveTo>
                  <a:pt x="56934" y="13410"/>
                </a:moveTo>
                <a:cubicBezTo>
                  <a:pt x="405739" y="-33834"/>
                  <a:pt x="759879" y="61130"/>
                  <a:pt x="1110685" y="33222"/>
                </a:cubicBezTo>
                <a:cubicBezTo>
                  <a:pt x="1119733" y="32460"/>
                  <a:pt x="1129735" y="31984"/>
                  <a:pt x="1136688" y="37889"/>
                </a:cubicBezTo>
                <a:cubicBezTo>
                  <a:pt x="1142403" y="42747"/>
                  <a:pt x="1144498" y="50748"/>
                  <a:pt x="1145927" y="58273"/>
                </a:cubicBezTo>
                <a:cubicBezTo>
                  <a:pt x="1162024" y="141712"/>
                  <a:pt x="1135545" y="234771"/>
                  <a:pt x="1071727" y="289254"/>
                </a:cubicBezTo>
                <a:cubicBezTo>
                  <a:pt x="1007910" y="343737"/>
                  <a:pt x="907516" y="351928"/>
                  <a:pt x="840841" y="301160"/>
                </a:cubicBezTo>
                <a:cubicBezTo>
                  <a:pt x="780357" y="255154"/>
                  <a:pt x="753021" y="171049"/>
                  <a:pt x="687108" y="133615"/>
                </a:cubicBezTo>
                <a:cubicBezTo>
                  <a:pt x="615575" y="93039"/>
                  <a:pt x="526993" y="121804"/>
                  <a:pt x="450412" y="151332"/>
                </a:cubicBezTo>
                <a:cubicBezTo>
                  <a:pt x="414693" y="165048"/>
                  <a:pt x="378974" y="178859"/>
                  <a:pt x="343255" y="192575"/>
                </a:cubicBezTo>
                <a:cubicBezTo>
                  <a:pt x="288868" y="213530"/>
                  <a:pt x="233241" y="234771"/>
                  <a:pt x="175139" y="236581"/>
                </a:cubicBezTo>
                <a:cubicBezTo>
                  <a:pt x="117037" y="238390"/>
                  <a:pt x="55029" y="217436"/>
                  <a:pt x="21501" y="168858"/>
                </a:cubicBezTo>
                <a:cubicBezTo>
                  <a:pt x="-12027" y="120280"/>
                  <a:pt x="-10694" y="22554"/>
                  <a:pt x="56838" y="1331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2"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720000" y="36900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grpSp>
        <p:nvGrpSpPr>
          <p:cNvPr id="54" name="Google Shape;127;p21"/>
          <p:cNvGrpSpPr/>
          <p:nvPr/>
        </p:nvGrpSpPr>
        <p:grpSpPr>
          <a:xfrm>
            <a:off x="6825960" y="1075680"/>
            <a:ext cx="4385160" cy="5611320"/>
            <a:chOff x="6825960" y="1075680"/>
            <a:chExt cx="4385160" cy="5611320"/>
          </a:xfrm>
        </p:grpSpPr>
        <p:sp>
          <p:nvSpPr>
            <p:cNvPr id="55" name="Google Shape;128;p21"/>
            <p:cNvSpPr/>
            <p:nvPr/>
          </p:nvSpPr>
          <p:spPr>
            <a:xfrm rot="14124000">
              <a:off x="7683480" y="2855520"/>
              <a:ext cx="2669760" cy="3485520"/>
            </a:xfrm>
            <a:custGeom>
              <a:avLst/>
              <a:gdLst>
                <a:gd name="textAreaLeft" fmla="*/ 0 w 2669760"/>
                <a:gd name="textAreaRight" fmla="*/ 2670120 w 2669760"/>
                <a:gd name="textAreaTop" fmla="*/ 0 h 3485520"/>
                <a:gd name="textAreaBottom" fmla="*/ 3485880 h 3485520"/>
              </a:gdLst>
              <a:ahLst/>
              <a:cxnLst/>
              <a:rect l="textAreaLeft" t="textAreaTop" r="textAreaRight" b="textAreaBottom"/>
              <a:pathLst>
                <a:path w="910992" h="1189302">
                  <a:moveTo>
                    <a:pt x="263278" y="240063"/>
                  </a:moveTo>
                  <a:cubicBezTo>
                    <a:pt x="308331" y="122620"/>
                    <a:pt x="413201" y="31371"/>
                    <a:pt x="533883" y="4796"/>
                  </a:cubicBezTo>
                  <a:cubicBezTo>
                    <a:pt x="599891" y="-9777"/>
                    <a:pt x="687331" y="7558"/>
                    <a:pt x="704095" y="74805"/>
                  </a:cubicBezTo>
                  <a:cubicBezTo>
                    <a:pt x="715144" y="119191"/>
                    <a:pt x="689236" y="162911"/>
                    <a:pt x="669995" y="204154"/>
                  </a:cubicBezTo>
                  <a:cubicBezTo>
                    <a:pt x="605701" y="341981"/>
                    <a:pt x="627799" y="536482"/>
                    <a:pt x="758768" y="611443"/>
                  </a:cubicBezTo>
                  <a:cubicBezTo>
                    <a:pt x="795154" y="632208"/>
                    <a:pt x="838397" y="643447"/>
                    <a:pt x="865829" y="675546"/>
                  </a:cubicBezTo>
                  <a:cubicBezTo>
                    <a:pt x="882498" y="695073"/>
                    <a:pt x="891356" y="720219"/>
                    <a:pt x="897833" y="745269"/>
                  </a:cubicBezTo>
                  <a:cubicBezTo>
                    <a:pt x="917740" y="822517"/>
                    <a:pt x="917169" y="907766"/>
                    <a:pt x="881450" y="978346"/>
                  </a:cubicBezTo>
                  <a:cubicBezTo>
                    <a:pt x="854399" y="1031686"/>
                    <a:pt x="809251" y="1073406"/>
                    <a:pt x="759721" y="1105695"/>
                  </a:cubicBezTo>
                  <a:cubicBezTo>
                    <a:pt x="619513" y="1197040"/>
                    <a:pt x="434632" y="1216757"/>
                    <a:pt x="281185" y="1148844"/>
                  </a:cubicBezTo>
                  <a:cubicBezTo>
                    <a:pt x="127832" y="1080930"/>
                    <a:pt x="12961" y="924054"/>
                    <a:pt x="959" y="753842"/>
                  </a:cubicBezTo>
                  <a:cubicBezTo>
                    <a:pt x="-2660" y="701835"/>
                    <a:pt x="3340" y="647352"/>
                    <a:pt x="29725" y="602966"/>
                  </a:cubicBezTo>
                  <a:cubicBezTo>
                    <a:pt x="79255" y="519622"/>
                    <a:pt x="191935" y="483618"/>
                    <a:pt x="221463" y="390749"/>
                  </a:cubicBezTo>
                  <a:cubicBezTo>
                    <a:pt x="237370" y="340552"/>
                    <a:pt x="249181" y="276925"/>
                    <a:pt x="263278" y="240254"/>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6" name="Google Shape;129;p21"/>
            <p:cNvSpPr/>
            <p:nvPr/>
          </p:nvSpPr>
          <p:spPr>
            <a:xfrm rot="16658400">
              <a:off x="8064000" y="1332000"/>
              <a:ext cx="2347560" cy="2091600"/>
            </a:xfrm>
            <a:custGeom>
              <a:avLst/>
              <a:gdLst>
                <a:gd name="textAreaLeft" fmla="*/ 0 w 2347560"/>
                <a:gd name="textAreaRight" fmla="*/ 2347920 w 2347560"/>
                <a:gd name="textAreaTop" fmla="*/ 0 h 2091600"/>
                <a:gd name="textAreaBottom" fmla="*/ 2091960 h 2091600"/>
              </a:gdLst>
              <a:ahLst/>
              <a:cxnLst/>
              <a:rect l="textAreaLeft" t="textAreaTop" r="textAreaRight" b="textAreaBottom"/>
              <a:pathLst>
                <a:path w="1776031" h="1582483">
                  <a:moveTo>
                    <a:pt x="804196" y="1582484"/>
                  </a:moveTo>
                  <a:lnTo>
                    <a:pt x="804196" y="1568768"/>
                  </a:lnTo>
                  <a:cubicBezTo>
                    <a:pt x="811911" y="1568768"/>
                    <a:pt x="819722" y="1568768"/>
                    <a:pt x="827532" y="1568482"/>
                  </a:cubicBezTo>
                  <a:lnTo>
                    <a:pt x="827818" y="1582198"/>
                  </a:lnTo>
                  <a:cubicBezTo>
                    <a:pt x="819912" y="1582388"/>
                    <a:pt x="812101" y="1582484"/>
                    <a:pt x="804196" y="1582484"/>
                  </a:cubicBezTo>
                  <a:close/>
                  <a:moveTo>
                    <a:pt x="780574" y="1582293"/>
                  </a:moveTo>
                  <a:cubicBezTo>
                    <a:pt x="772668" y="1582103"/>
                    <a:pt x="764858" y="1581912"/>
                    <a:pt x="756952" y="1581531"/>
                  </a:cubicBezTo>
                  <a:lnTo>
                    <a:pt x="757523" y="1567815"/>
                  </a:lnTo>
                  <a:cubicBezTo>
                    <a:pt x="765334" y="1568101"/>
                    <a:pt x="773049" y="1568387"/>
                    <a:pt x="780860" y="1568577"/>
                  </a:cubicBezTo>
                  <a:lnTo>
                    <a:pt x="780574" y="1582293"/>
                  </a:lnTo>
                  <a:close/>
                  <a:moveTo>
                    <a:pt x="851440" y="1581531"/>
                  </a:moveTo>
                  <a:lnTo>
                    <a:pt x="850868" y="1567815"/>
                  </a:lnTo>
                  <a:cubicBezTo>
                    <a:pt x="858679" y="1567529"/>
                    <a:pt x="866394" y="1567053"/>
                    <a:pt x="874205" y="1566577"/>
                  </a:cubicBezTo>
                  <a:lnTo>
                    <a:pt x="875062" y="1580293"/>
                  </a:lnTo>
                  <a:cubicBezTo>
                    <a:pt x="867156" y="1580769"/>
                    <a:pt x="859346" y="1581150"/>
                    <a:pt x="851440" y="1581531"/>
                  </a:cubicBezTo>
                  <a:close/>
                  <a:moveTo>
                    <a:pt x="733330" y="1580293"/>
                  </a:moveTo>
                  <a:cubicBezTo>
                    <a:pt x="725424" y="1579817"/>
                    <a:pt x="717613" y="1579150"/>
                    <a:pt x="709708" y="1578483"/>
                  </a:cubicBezTo>
                  <a:lnTo>
                    <a:pt x="710851" y="1564862"/>
                  </a:lnTo>
                  <a:cubicBezTo>
                    <a:pt x="718566" y="1565529"/>
                    <a:pt x="726376" y="1566101"/>
                    <a:pt x="734092" y="1566577"/>
                  </a:cubicBezTo>
                  <a:lnTo>
                    <a:pt x="733235" y="1580293"/>
                  </a:lnTo>
                  <a:close/>
                  <a:moveTo>
                    <a:pt x="898588" y="1578578"/>
                  </a:moveTo>
                  <a:lnTo>
                    <a:pt x="897446" y="1564958"/>
                  </a:lnTo>
                  <a:cubicBezTo>
                    <a:pt x="905161" y="1564291"/>
                    <a:pt x="912971" y="1563624"/>
                    <a:pt x="920687" y="1562862"/>
                  </a:cubicBezTo>
                  <a:lnTo>
                    <a:pt x="922020" y="1576483"/>
                  </a:lnTo>
                  <a:cubicBezTo>
                    <a:pt x="914210" y="1577245"/>
                    <a:pt x="906304" y="1578007"/>
                    <a:pt x="898493" y="1578578"/>
                  </a:cubicBezTo>
                  <a:close/>
                  <a:moveTo>
                    <a:pt x="686276" y="1576197"/>
                  </a:moveTo>
                  <a:cubicBezTo>
                    <a:pt x="678466" y="1575340"/>
                    <a:pt x="670655" y="1574387"/>
                    <a:pt x="662749" y="1573339"/>
                  </a:cubicBezTo>
                  <a:lnTo>
                    <a:pt x="664559" y="1559719"/>
                  </a:lnTo>
                  <a:cubicBezTo>
                    <a:pt x="672274" y="1560767"/>
                    <a:pt x="679990" y="1561719"/>
                    <a:pt x="687705" y="1562576"/>
                  </a:cubicBezTo>
                  <a:lnTo>
                    <a:pt x="686181" y="1576197"/>
                  </a:lnTo>
                  <a:close/>
                  <a:moveTo>
                    <a:pt x="945547" y="1573911"/>
                  </a:moveTo>
                  <a:lnTo>
                    <a:pt x="943928" y="1560290"/>
                  </a:lnTo>
                  <a:cubicBezTo>
                    <a:pt x="951643" y="1559338"/>
                    <a:pt x="959358" y="1558385"/>
                    <a:pt x="967073" y="1557338"/>
                  </a:cubicBezTo>
                  <a:lnTo>
                    <a:pt x="968978" y="1570958"/>
                  </a:lnTo>
                  <a:cubicBezTo>
                    <a:pt x="961168" y="1572006"/>
                    <a:pt x="953357" y="1573054"/>
                    <a:pt x="945547" y="1573911"/>
                  </a:cubicBezTo>
                  <a:close/>
                  <a:moveTo>
                    <a:pt x="639318" y="1569815"/>
                  </a:moveTo>
                  <a:cubicBezTo>
                    <a:pt x="631508" y="1568577"/>
                    <a:pt x="623792" y="1567243"/>
                    <a:pt x="615982" y="1565815"/>
                  </a:cubicBezTo>
                  <a:lnTo>
                    <a:pt x="618459" y="1552385"/>
                  </a:lnTo>
                  <a:cubicBezTo>
                    <a:pt x="626078" y="1553813"/>
                    <a:pt x="633794" y="1555147"/>
                    <a:pt x="641413" y="1556385"/>
                  </a:cubicBezTo>
                  <a:lnTo>
                    <a:pt x="639223" y="1569910"/>
                  </a:lnTo>
                  <a:close/>
                  <a:moveTo>
                    <a:pt x="992315" y="1567529"/>
                  </a:moveTo>
                  <a:lnTo>
                    <a:pt x="990219" y="1554004"/>
                  </a:lnTo>
                  <a:cubicBezTo>
                    <a:pt x="997934" y="1552861"/>
                    <a:pt x="1005649" y="1551527"/>
                    <a:pt x="1013269" y="1550289"/>
                  </a:cubicBezTo>
                  <a:lnTo>
                    <a:pt x="1015556" y="1563814"/>
                  </a:lnTo>
                  <a:cubicBezTo>
                    <a:pt x="1007841" y="1565148"/>
                    <a:pt x="1000030" y="1566386"/>
                    <a:pt x="992219" y="1567625"/>
                  </a:cubicBezTo>
                  <a:close/>
                  <a:moveTo>
                    <a:pt x="592836" y="1561148"/>
                  </a:moveTo>
                  <a:cubicBezTo>
                    <a:pt x="585121" y="1559528"/>
                    <a:pt x="577406" y="1557814"/>
                    <a:pt x="569785" y="1555909"/>
                  </a:cubicBezTo>
                  <a:lnTo>
                    <a:pt x="572929" y="1542574"/>
                  </a:lnTo>
                  <a:cubicBezTo>
                    <a:pt x="580454" y="1544384"/>
                    <a:pt x="588074" y="1546098"/>
                    <a:pt x="595694" y="1547717"/>
                  </a:cubicBezTo>
                  <a:lnTo>
                    <a:pt x="592836" y="1561148"/>
                  </a:lnTo>
                  <a:close/>
                  <a:moveTo>
                    <a:pt x="1038892" y="1559528"/>
                  </a:moveTo>
                  <a:lnTo>
                    <a:pt x="1036320" y="1546098"/>
                  </a:lnTo>
                  <a:cubicBezTo>
                    <a:pt x="1043940" y="1544669"/>
                    <a:pt x="1051655" y="1543145"/>
                    <a:pt x="1059275" y="1541621"/>
                  </a:cubicBezTo>
                  <a:lnTo>
                    <a:pt x="1062038" y="1555052"/>
                  </a:lnTo>
                  <a:cubicBezTo>
                    <a:pt x="1054323" y="1556671"/>
                    <a:pt x="1046607" y="1558195"/>
                    <a:pt x="1038892" y="1559624"/>
                  </a:cubicBezTo>
                  <a:close/>
                  <a:moveTo>
                    <a:pt x="546830" y="1550194"/>
                  </a:moveTo>
                  <a:cubicBezTo>
                    <a:pt x="539210" y="1548193"/>
                    <a:pt x="531591" y="1546003"/>
                    <a:pt x="524065" y="1543812"/>
                  </a:cubicBezTo>
                  <a:lnTo>
                    <a:pt x="527971" y="1530668"/>
                  </a:lnTo>
                  <a:cubicBezTo>
                    <a:pt x="535400" y="1532858"/>
                    <a:pt x="542925" y="1534954"/>
                    <a:pt x="550450" y="1536954"/>
                  </a:cubicBezTo>
                  <a:lnTo>
                    <a:pt x="546926" y="1550194"/>
                  </a:lnTo>
                  <a:close/>
                  <a:moveTo>
                    <a:pt x="1085088" y="1550099"/>
                  </a:moveTo>
                  <a:lnTo>
                    <a:pt x="1082135" y="1536764"/>
                  </a:lnTo>
                  <a:cubicBezTo>
                    <a:pt x="1089755" y="1535049"/>
                    <a:pt x="1097375" y="1533335"/>
                    <a:pt x="1104900" y="1531525"/>
                  </a:cubicBezTo>
                  <a:lnTo>
                    <a:pt x="1108043" y="1544860"/>
                  </a:lnTo>
                  <a:cubicBezTo>
                    <a:pt x="1100423" y="1546670"/>
                    <a:pt x="1092708" y="1548384"/>
                    <a:pt x="1085088" y="1550099"/>
                  </a:cubicBezTo>
                  <a:close/>
                  <a:moveTo>
                    <a:pt x="1130999" y="1539240"/>
                  </a:moveTo>
                  <a:lnTo>
                    <a:pt x="1127665" y="1526000"/>
                  </a:lnTo>
                  <a:cubicBezTo>
                    <a:pt x="1135190" y="1524095"/>
                    <a:pt x="1142810" y="1522095"/>
                    <a:pt x="1150334" y="1520095"/>
                  </a:cubicBezTo>
                  <a:lnTo>
                    <a:pt x="1153858" y="1533335"/>
                  </a:lnTo>
                  <a:cubicBezTo>
                    <a:pt x="1146239" y="1535335"/>
                    <a:pt x="1138619" y="1537335"/>
                    <a:pt x="1130999" y="1539240"/>
                  </a:cubicBezTo>
                  <a:close/>
                  <a:moveTo>
                    <a:pt x="501396" y="1536859"/>
                  </a:moveTo>
                  <a:cubicBezTo>
                    <a:pt x="493871" y="1534478"/>
                    <a:pt x="486442" y="1531906"/>
                    <a:pt x="478917" y="1529334"/>
                  </a:cubicBezTo>
                  <a:lnTo>
                    <a:pt x="483489" y="1516380"/>
                  </a:lnTo>
                  <a:cubicBezTo>
                    <a:pt x="490823" y="1518952"/>
                    <a:pt x="498158" y="1521428"/>
                    <a:pt x="505587" y="1523810"/>
                  </a:cubicBezTo>
                  <a:lnTo>
                    <a:pt x="501396" y="1536859"/>
                  </a:lnTo>
                  <a:close/>
                  <a:moveTo>
                    <a:pt x="1176528" y="1527048"/>
                  </a:moveTo>
                  <a:lnTo>
                    <a:pt x="1172813" y="1513904"/>
                  </a:lnTo>
                  <a:cubicBezTo>
                    <a:pt x="1180338" y="1511808"/>
                    <a:pt x="1187767" y="1509617"/>
                    <a:pt x="1195293" y="1507331"/>
                  </a:cubicBezTo>
                  <a:lnTo>
                    <a:pt x="1199198" y="1520476"/>
                  </a:lnTo>
                  <a:cubicBezTo>
                    <a:pt x="1191673" y="1522762"/>
                    <a:pt x="1184148" y="1524953"/>
                    <a:pt x="1176528" y="1527048"/>
                  </a:cubicBezTo>
                  <a:close/>
                  <a:moveTo>
                    <a:pt x="456724" y="1521143"/>
                  </a:moveTo>
                  <a:cubicBezTo>
                    <a:pt x="449390" y="1518285"/>
                    <a:pt x="442055" y="1515428"/>
                    <a:pt x="434721" y="1512380"/>
                  </a:cubicBezTo>
                  <a:lnTo>
                    <a:pt x="439960" y="1499711"/>
                  </a:lnTo>
                  <a:cubicBezTo>
                    <a:pt x="447104" y="1502664"/>
                    <a:pt x="454342" y="1505522"/>
                    <a:pt x="461581" y="1508284"/>
                  </a:cubicBezTo>
                  <a:lnTo>
                    <a:pt x="456724" y="1521047"/>
                  </a:lnTo>
                  <a:close/>
                  <a:moveTo>
                    <a:pt x="1221772" y="1513523"/>
                  </a:moveTo>
                  <a:lnTo>
                    <a:pt x="1217676" y="1500473"/>
                  </a:lnTo>
                  <a:cubicBezTo>
                    <a:pt x="1225106" y="1498187"/>
                    <a:pt x="1232535" y="1495806"/>
                    <a:pt x="1239965" y="1493330"/>
                  </a:cubicBezTo>
                  <a:lnTo>
                    <a:pt x="1244251" y="1506379"/>
                  </a:lnTo>
                  <a:cubicBezTo>
                    <a:pt x="1236726" y="1508855"/>
                    <a:pt x="1229297" y="1511237"/>
                    <a:pt x="1221772" y="1513618"/>
                  </a:cubicBezTo>
                  <a:close/>
                  <a:moveTo>
                    <a:pt x="413004" y="1503045"/>
                  </a:moveTo>
                  <a:cubicBezTo>
                    <a:pt x="405765" y="1499807"/>
                    <a:pt x="398621" y="1496473"/>
                    <a:pt x="391573" y="1493044"/>
                  </a:cubicBezTo>
                  <a:lnTo>
                    <a:pt x="397478" y="1480661"/>
                  </a:lnTo>
                  <a:cubicBezTo>
                    <a:pt x="404431" y="1483995"/>
                    <a:pt x="411480" y="1487329"/>
                    <a:pt x="418624" y="1490472"/>
                  </a:cubicBezTo>
                  <a:lnTo>
                    <a:pt x="413004" y="1502950"/>
                  </a:lnTo>
                  <a:close/>
                  <a:moveTo>
                    <a:pt x="1266539" y="1498759"/>
                  </a:moveTo>
                  <a:lnTo>
                    <a:pt x="1262063" y="1485805"/>
                  </a:lnTo>
                  <a:cubicBezTo>
                    <a:pt x="1269397" y="1483233"/>
                    <a:pt x="1276731" y="1480661"/>
                    <a:pt x="1284066" y="1477994"/>
                  </a:cubicBezTo>
                  <a:lnTo>
                    <a:pt x="1288733" y="1490853"/>
                  </a:lnTo>
                  <a:cubicBezTo>
                    <a:pt x="1281303" y="1493520"/>
                    <a:pt x="1273969" y="1496187"/>
                    <a:pt x="1266539" y="1498759"/>
                  </a:cubicBezTo>
                  <a:close/>
                  <a:moveTo>
                    <a:pt x="1310831" y="1482566"/>
                  </a:moveTo>
                  <a:lnTo>
                    <a:pt x="1305878" y="1469803"/>
                  </a:lnTo>
                  <a:cubicBezTo>
                    <a:pt x="1313117" y="1467041"/>
                    <a:pt x="1320356" y="1464088"/>
                    <a:pt x="1327594" y="1461135"/>
                  </a:cubicBezTo>
                  <a:lnTo>
                    <a:pt x="1332738" y="1473803"/>
                  </a:lnTo>
                  <a:cubicBezTo>
                    <a:pt x="1325404" y="1476756"/>
                    <a:pt x="1318165" y="1479709"/>
                    <a:pt x="1310831" y="1482566"/>
                  </a:cubicBezTo>
                  <a:close/>
                  <a:moveTo>
                    <a:pt x="370332" y="1482471"/>
                  </a:moveTo>
                  <a:cubicBezTo>
                    <a:pt x="363283" y="1478852"/>
                    <a:pt x="356330" y="1475137"/>
                    <a:pt x="349473" y="1471232"/>
                  </a:cubicBezTo>
                  <a:lnTo>
                    <a:pt x="356140" y="1459230"/>
                  </a:lnTo>
                  <a:cubicBezTo>
                    <a:pt x="362903" y="1463040"/>
                    <a:pt x="369760" y="1466660"/>
                    <a:pt x="376619" y="1470279"/>
                  </a:cubicBezTo>
                  <a:lnTo>
                    <a:pt x="370332" y="1482471"/>
                  </a:lnTo>
                  <a:close/>
                  <a:moveTo>
                    <a:pt x="1354550" y="1464659"/>
                  </a:moveTo>
                  <a:lnTo>
                    <a:pt x="1349121" y="1452086"/>
                  </a:lnTo>
                  <a:cubicBezTo>
                    <a:pt x="1356265" y="1449038"/>
                    <a:pt x="1363408" y="1445800"/>
                    <a:pt x="1370457" y="1442561"/>
                  </a:cubicBezTo>
                  <a:lnTo>
                    <a:pt x="1376172" y="1455039"/>
                  </a:lnTo>
                  <a:cubicBezTo>
                    <a:pt x="1369028" y="1458278"/>
                    <a:pt x="1361789" y="1461516"/>
                    <a:pt x="1354550" y="1464659"/>
                  </a:cubicBezTo>
                  <a:close/>
                  <a:moveTo>
                    <a:pt x="328994" y="1459516"/>
                  </a:moveTo>
                  <a:cubicBezTo>
                    <a:pt x="322231" y="1455515"/>
                    <a:pt x="315468" y="1451324"/>
                    <a:pt x="308801" y="1447038"/>
                  </a:cubicBezTo>
                  <a:lnTo>
                    <a:pt x="316135" y="1435513"/>
                  </a:lnTo>
                  <a:cubicBezTo>
                    <a:pt x="322707" y="1439704"/>
                    <a:pt x="329279" y="1443800"/>
                    <a:pt x="335947" y="1447705"/>
                  </a:cubicBezTo>
                  <a:lnTo>
                    <a:pt x="328898" y="1459516"/>
                  </a:lnTo>
                  <a:close/>
                  <a:moveTo>
                    <a:pt x="1397603" y="1445038"/>
                  </a:moveTo>
                  <a:lnTo>
                    <a:pt x="1391603" y="1432751"/>
                  </a:lnTo>
                  <a:cubicBezTo>
                    <a:pt x="1398651" y="1429322"/>
                    <a:pt x="1405604" y="1425893"/>
                    <a:pt x="1412462" y="1422368"/>
                  </a:cubicBezTo>
                  <a:lnTo>
                    <a:pt x="1418749" y="1434560"/>
                  </a:lnTo>
                  <a:cubicBezTo>
                    <a:pt x="1411700" y="1438180"/>
                    <a:pt x="1404652" y="1441704"/>
                    <a:pt x="1397603" y="1445133"/>
                  </a:cubicBezTo>
                  <a:close/>
                  <a:moveTo>
                    <a:pt x="289084" y="1433989"/>
                  </a:moveTo>
                  <a:cubicBezTo>
                    <a:pt x="282607" y="1429512"/>
                    <a:pt x="276130" y="1424940"/>
                    <a:pt x="269748" y="1420273"/>
                  </a:cubicBezTo>
                  <a:lnTo>
                    <a:pt x="277844" y="1409224"/>
                  </a:lnTo>
                  <a:cubicBezTo>
                    <a:pt x="284131" y="1413796"/>
                    <a:pt x="290417" y="1418273"/>
                    <a:pt x="296799" y="1422654"/>
                  </a:cubicBezTo>
                  <a:lnTo>
                    <a:pt x="289084" y="1433989"/>
                  </a:lnTo>
                  <a:close/>
                  <a:moveTo>
                    <a:pt x="1439704" y="1423416"/>
                  </a:moveTo>
                  <a:lnTo>
                    <a:pt x="1433131" y="1411414"/>
                  </a:lnTo>
                  <a:cubicBezTo>
                    <a:pt x="1439990" y="1407700"/>
                    <a:pt x="1446752" y="1403890"/>
                    <a:pt x="1453515" y="1399985"/>
                  </a:cubicBezTo>
                  <a:lnTo>
                    <a:pt x="1460373" y="1411891"/>
                  </a:lnTo>
                  <a:cubicBezTo>
                    <a:pt x="1453515" y="1415796"/>
                    <a:pt x="1446657" y="1419701"/>
                    <a:pt x="1439704" y="1423511"/>
                  </a:cubicBezTo>
                  <a:close/>
                  <a:moveTo>
                    <a:pt x="250793" y="1405985"/>
                  </a:moveTo>
                  <a:cubicBezTo>
                    <a:pt x="244602" y="1401128"/>
                    <a:pt x="238411" y="1396175"/>
                    <a:pt x="232410" y="1391031"/>
                  </a:cubicBezTo>
                  <a:lnTo>
                    <a:pt x="241173" y="1380554"/>
                  </a:lnTo>
                  <a:cubicBezTo>
                    <a:pt x="247079" y="1385507"/>
                    <a:pt x="253174" y="1390460"/>
                    <a:pt x="259271" y="1395222"/>
                  </a:cubicBezTo>
                  <a:lnTo>
                    <a:pt x="250793" y="1405985"/>
                  </a:lnTo>
                  <a:close/>
                  <a:moveTo>
                    <a:pt x="1480661" y="1399699"/>
                  </a:moveTo>
                  <a:lnTo>
                    <a:pt x="1473517" y="1388078"/>
                  </a:lnTo>
                  <a:cubicBezTo>
                    <a:pt x="1480185" y="1383983"/>
                    <a:pt x="1486757" y="1379792"/>
                    <a:pt x="1493234" y="1375601"/>
                  </a:cubicBezTo>
                  <a:lnTo>
                    <a:pt x="1500759" y="1387031"/>
                  </a:lnTo>
                  <a:cubicBezTo>
                    <a:pt x="1494187" y="1391317"/>
                    <a:pt x="1487519" y="1395603"/>
                    <a:pt x="1480756" y="1399699"/>
                  </a:cubicBezTo>
                  <a:close/>
                  <a:moveTo>
                    <a:pt x="214408" y="1375505"/>
                  </a:moveTo>
                  <a:cubicBezTo>
                    <a:pt x="211455" y="1372838"/>
                    <a:pt x="208597" y="1370267"/>
                    <a:pt x="205740" y="1367600"/>
                  </a:cubicBezTo>
                  <a:cubicBezTo>
                    <a:pt x="202787" y="1364933"/>
                    <a:pt x="199930" y="1362170"/>
                    <a:pt x="197073" y="1359408"/>
                  </a:cubicBezTo>
                  <a:lnTo>
                    <a:pt x="206598" y="1349502"/>
                  </a:lnTo>
                  <a:cubicBezTo>
                    <a:pt x="209360" y="1352169"/>
                    <a:pt x="212217" y="1354836"/>
                    <a:pt x="215074" y="1357503"/>
                  </a:cubicBezTo>
                  <a:cubicBezTo>
                    <a:pt x="217932" y="1360170"/>
                    <a:pt x="220790" y="1362742"/>
                    <a:pt x="223647" y="1365314"/>
                  </a:cubicBezTo>
                  <a:lnTo>
                    <a:pt x="214503" y="1375505"/>
                  </a:lnTo>
                  <a:close/>
                  <a:moveTo>
                    <a:pt x="1520285" y="1373696"/>
                  </a:moveTo>
                  <a:lnTo>
                    <a:pt x="1512475" y="1362456"/>
                  </a:lnTo>
                  <a:cubicBezTo>
                    <a:pt x="1518856" y="1357979"/>
                    <a:pt x="1525143" y="1353503"/>
                    <a:pt x="1531334" y="1348835"/>
                  </a:cubicBezTo>
                  <a:lnTo>
                    <a:pt x="1539526" y="1359789"/>
                  </a:lnTo>
                  <a:cubicBezTo>
                    <a:pt x="1533239" y="1364552"/>
                    <a:pt x="1526762" y="1369124"/>
                    <a:pt x="1520285" y="1373696"/>
                  </a:cubicBezTo>
                  <a:close/>
                  <a:moveTo>
                    <a:pt x="1558290" y="1345311"/>
                  </a:moveTo>
                  <a:lnTo>
                    <a:pt x="1549717" y="1334643"/>
                  </a:lnTo>
                  <a:cubicBezTo>
                    <a:pt x="1555814" y="1329785"/>
                    <a:pt x="1561719" y="1324832"/>
                    <a:pt x="1567624" y="1319784"/>
                  </a:cubicBezTo>
                  <a:lnTo>
                    <a:pt x="1576578" y="1330166"/>
                  </a:lnTo>
                  <a:cubicBezTo>
                    <a:pt x="1570577" y="1335310"/>
                    <a:pt x="1564482" y="1340358"/>
                    <a:pt x="1558290" y="1345311"/>
                  </a:cubicBezTo>
                  <a:close/>
                  <a:moveTo>
                    <a:pt x="180213" y="1342549"/>
                  </a:moveTo>
                  <a:cubicBezTo>
                    <a:pt x="174688" y="1336834"/>
                    <a:pt x="169354" y="1331119"/>
                    <a:pt x="164021" y="1325213"/>
                  </a:cubicBezTo>
                  <a:lnTo>
                    <a:pt x="174212" y="1316069"/>
                  </a:lnTo>
                  <a:cubicBezTo>
                    <a:pt x="179356" y="1321784"/>
                    <a:pt x="184690" y="1327499"/>
                    <a:pt x="190024" y="1333024"/>
                  </a:cubicBezTo>
                  <a:lnTo>
                    <a:pt x="180213" y="1342549"/>
                  </a:lnTo>
                  <a:close/>
                  <a:moveTo>
                    <a:pt x="1594294" y="1314355"/>
                  </a:moveTo>
                  <a:lnTo>
                    <a:pt x="1584960" y="1304258"/>
                  </a:lnTo>
                  <a:cubicBezTo>
                    <a:pt x="1590675" y="1299020"/>
                    <a:pt x="1596199" y="1293590"/>
                    <a:pt x="1601724" y="1288161"/>
                  </a:cubicBezTo>
                  <a:lnTo>
                    <a:pt x="1611440" y="1297877"/>
                  </a:lnTo>
                  <a:cubicBezTo>
                    <a:pt x="1605820" y="1303496"/>
                    <a:pt x="1600105" y="1308926"/>
                    <a:pt x="1594294" y="1314355"/>
                  </a:cubicBezTo>
                  <a:close/>
                  <a:moveTo>
                    <a:pt x="148495" y="1307306"/>
                  </a:moveTo>
                  <a:cubicBezTo>
                    <a:pt x="143447" y="1301210"/>
                    <a:pt x="138398" y="1295114"/>
                    <a:pt x="133540" y="1288828"/>
                  </a:cubicBezTo>
                  <a:lnTo>
                    <a:pt x="144304" y="1280446"/>
                  </a:lnTo>
                  <a:cubicBezTo>
                    <a:pt x="149066" y="1286542"/>
                    <a:pt x="153924" y="1292543"/>
                    <a:pt x="158877" y="1298543"/>
                  </a:cubicBezTo>
                  <a:lnTo>
                    <a:pt x="148399" y="1307306"/>
                  </a:lnTo>
                  <a:close/>
                  <a:moveTo>
                    <a:pt x="1627918" y="1280827"/>
                  </a:moveTo>
                  <a:lnTo>
                    <a:pt x="1617821" y="1271492"/>
                  </a:lnTo>
                  <a:cubicBezTo>
                    <a:pt x="1623060" y="1265777"/>
                    <a:pt x="1628204" y="1260062"/>
                    <a:pt x="1633252" y="1254157"/>
                  </a:cubicBezTo>
                  <a:lnTo>
                    <a:pt x="1643634" y="1263015"/>
                  </a:lnTo>
                  <a:cubicBezTo>
                    <a:pt x="1638490" y="1269016"/>
                    <a:pt x="1633252" y="1274921"/>
                    <a:pt x="1627823" y="1280732"/>
                  </a:cubicBezTo>
                  <a:close/>
                  <a:moveTo>
                    <a:pt x="119348" y="1269873"/>
                  </a:moveTo>
                  <a:cubicBezTo>
                    <a:pt x="114681" y="1263491"/>
                    <a:pt x="110204" y="1257014"/>
                    <a:pt x="105823" y="1250442"/>
                  </a:cubicBezTo>
                  <a:lnTo>
                    <a:pt x="117158" y="1242822"/>
                  </a:lnTo>
                  <a:cubicBezTo>
                    <a:pt x="121444" y="1249299"/>
                    <a:pt x="125921" y="1255585"/>
                    <a:pt x="130398" y="1261872"/>
                  </a:cubicBezTo>
                  <a:lnTo>
                    <a:pt x="119253" y="1269873"/>
                  </a:lnTo>
                  <a:close/>
                  <a:moveTo>
                    <a:pt x="1658683" y="1244632"/>
                  </a:moveTo>
                  <a:lnTo>
                    <a:pt x="1647920" y="1236155"/>
                  </a:lnTo>
                  <a:cubicBezTo>
                    <a:pt x="1652683" y="1230059"/>
                    <a:pt x="1657255" y="1223867"/>
                    <a:pt x="1661827" y="1217581"/>
                  </a:cubicBezTo>
                  <a:lnTo>
                    <a:pt x="1672971" y="1225487"/>
                  </a:lnTo>
                  <a:cubicBezTo>
                    <a:pt x="1668399" y="1231964"/>
                    <a:pt x="1663637" y="1238250"/>
                    <a:pt x="1658779" y="1244537"/>
                  </a:cubicBezTo>
                  <a:close/>
                  <a:moveTo>
                    <a:pt x="92964" y="1230439"/>
                  </a:moveTo>
                  <a:cubicBezTo>
                    <a:pt x="88773" y="1223677"/>
                    <a:pt x="84772" y="1216914"/>
                    <a:pt x="80867" y="1210056"/>
                  </a:cubicBezTo>
                  <a:lnTo>
                    <a:pt x="92774" y="1203293"/>
                  </a:lnTo>
                  <a:cubicBezTo>
                    <a:pt x="96583" y="1210056"/>
                    <a:pt x="100584" y="1216724"/>
                    <a:pt x="104680" y="1223296"/>
                  </a:cubicBezTo>
                  <a:lnTo>
                    <a:pt x="93059" y="1230535"/>
                  </a:lnTo>
                  <a:close/>
                  <a:moveTo>
                    <a:pt x="1686306" y="1205960"/>
                  </a:moveTo>
                  <a:lnTo>
                    <a:pt x="1674781" y="1198531"/>
                  </a:lnTo>
                  <a:cubicBezTo>
                    <a:pt x="1677257" y="1194721"/>
                    <a:pt x="1679639" y="1190911"/>
                    <a:pt x="1682020" y="1187006"/>
                  </a:cubicBezTo>
                  <a:cubicBezTo>
                    <a:pt x="1683734" y="1184243"/>
                    <a:pt x="1685354" y="1181481"/>
                    <a:pt x="1686973" y="1178814"/>
                  </a:cubicBezTo>
                  <a:lnTo>
                    <a:pt x="1698784" y="1185767"/>
                  </a:lnTo>
                  <a:cubicBezTo>
                    <a:pt x="1697165" y="1188625"/>
                    <a:pt x="1695450" y="1191387"/>
                    <a:pt x="1693735" y="1194245"/>
                  </a:cubicBezTo>
                  <a:cubicBezTo>
                    <a:pt x="1691354" y="1198245"/>
                    <a:pt x="1688783" y="1202150"/>
                    <a:pt x="1686306" y="1206056"/>
                  </a:cubicBezTo>
                  <a:close/>
                  <a:moveTo>
                    <a:pt x="69437" y="1189196"/>
                  </a:moveTo>
                  <a:cubicBezTo>
                    <a:pt x="65722" y="1182148"/>
                    <a:pt x="62198" y="1175099"/>
                    <a:pt x="58865" y="1167956"/>
                  </a:cubicBezTo>
                  <a:lnTo>
                    <a:pt x="71247" y="1162050"/>
                  </a:lnTo>
                  <a:cubicBezTo>
                    <a:pt x="74581" y="1169003"/>
                    <a:pt x="78010" y="1175957"/>
                    <a:pt x="81629" y="1182814"/>
                  </a:cubicBezTo>
                  <a:lnTo>
                    <a:pt x="69533" y="1189196"/>
                  </a:lnTo>
                  <a:close/>
                  <a:moveTo>
                    <a:pt x="1710404" y="1164908"/>
                  </a:moveTo>
                  <a:lnTo>
                    <a:pt x="1698308" y="1158526"/>
                  </a:lnTo>
                  <a:cubicBezTo>
                    <a:pt x="1701927" y="1151668"/>
                    <a:pt x="1705356" y="1144714"/>
                    <a:pt x="1708594" y="1137761"/>
                  </a:cubicBezTo>
                  <a:lnTo>
                    <a:pt x="1720977" y="1143572"/>
                  </a:lnTo>
                  <a:cubicBezTo>
                    <a:pt x="1717643" y="1150715"/>
                    <a:pt x="1714119" y="1157859"/>
                    <a:pt x="1710404" y="1164908"/>
                  </a:cubicBezTo>
                  <a:close/>
                  <a:moveTo>
                    <a:pt x="48958" y="1146429"/>
                  </a:moveTo>
                  <a:cubicBezTo>
                    <a:pt x="45816" y="1139190"/>
                    <a:pt x="42767" y="1131856"/>
                    <a:pt x="39910" y="1124426"/>
                  </a:cubicBezTo>
                  <a:lnTo>
                    <a:pt x="52673" y="1119473"/>
                  </a:lnTo>
                  <a:cubicBezTo>
                    <a:pt x="55435" y="1126712"/>
                    <a:pt x="58388" y="1133856"/>
                    <a:pt x="61436" y="1141000"/>
                  </a:cubicBezTo>
                  <a:lnTo>
                    <a:pt x="48863" y="1146429"/>
                  </a:lnTo>
                  <a:close/>
                  <a:moveTo>
                    <a:pt x="1730598" y="1121855"/>
                  </a:moveTo>
                  <a:lnTo>
                    <a:pt x="1717929" y="1116616"/>
                  </a:lnTo>
                  <a:cubicBezTo>
                    <a:pt x="1720882" y="1109472"/>
                    <a:pt x="1723739" y="1102233"/>
                    <a:pt x="1726407" y="1094994"/>
                  </a:cubicBezTo>
                  <a:lnTo>
                    <a:pt x="1739265" y="1099757"/>
                  </a:lnTo>
                  <a:cubicBezTo>
                    <a:pt x="1736503" y="1107186"/>
                    <a:pt x="1733645" y="1114616"/>
                    <a:pt x="1730598" y="1121950"/>
                  </a:cubicBezTo>
                  <a:close/>
                  <a:moveTo>
                    <a:pt x="31813" y="1102138"/>
                  </a:moveTo>
                  <a:cubicBezTo>
                    <a:pt x="29242" y="1094613"/>
                    <a:pt x="26765" y="1087088"/>
                    <a:pt x="24479" y="1079564"/>
                  </a:cubicBezTo>
                  <a:lnTo>
                    <a:pt x="37624" y="1075563"/>
                  </a:lnTo>
                  <a:cubicBezTo>
                    <a:pt x="39814" y="1082993"/>
                    <a:pt x="42196" y="1090327"/>
                    <a:pt x="44767" y="1097661"/>
                  </a:cubicBezTo>
                  <a:lnTo>
                    <a:pt x="31813" y="1102138"/>
                  </a:lnTo>
                  <a:close/>
                  <a:moveTo>
                    <a:pt x="1746980" y="1077278"/>
                  </a:moveTo>
                  <a:lnTo>
                    <a:pt x="1733931" y="1073087"/>
                  </a:lnTo>
                  <a:cubicBezTo>
                    <a:pt x="1736312" y="1065752"/>
                    <a:pt x="1738503" y="1058323"/>
                    <a:pt x="1740503" y="1050893"/>
                  </a:cubicBezTo>
                  <a:lnTo>
                    <a:pt x="1753743" y="1054513"/>
                  </a:lnTo>
                  <a:cubicBezTo>
                    <a:pt x="1751648" y="1062133"/>
                    <a:pt x="1749362" y="1069753"/>
                    <a:pt x="1746980" y="1077278"/>
                  </a:cubicBezTo>
                  <a:close/>
                  <a:moveTo>
                    <a:pt x="18097" y="1056608"/>
                  </a:moveTo>
                  <a:cubicBezTo>
                    <a:pt x="16097" y="1048893"/>
                    <a:pt x="14288" y="1041273"/>
                    <a:pt x="12573" y="1033463"/>
                  </a:cubicBezTo>
                  <a:lnTo>
                    <a:pt x="26003" y="1030605"/>
                  </a:lnTo>
                  <a:cubicBezTo>
                    <a:pt x="27622" y="1038130"/>
                    <a:pt x="29432" y="1045655"/>
                    <a:pt x="31337" y="1053179"/>
                  </a:cubicBezTo>
                  <a:lnTo>
                    <a:pt x="18097" y="1056608"/>
                  </a:lnTo>
                  <a:close/>
                  <a:moveTo>
                    <a:pt x="1759553" y="1031462"/>
                  </a:moveTo>
                  <a:lnTo>
                    <a:pt x="1746218" y="1028319"/>
                  </a:lnTo>
                  <a:cubicBezTo>
                    <a:pt x="1747933" y="1020794"/>
                    <a:pt x="1749552" y="1013174"/>
                    <a:pt x="1750981" y="1005650"/>
                  </a:cubicBezTo>
                  <a:lnTo>
                    <a:pt x="1764411" y="1008221"/>
                  </a:lnTo>
                  <a:cubicBezTo>
                    <a:pt x="1762887" y="1016032"/>
                    <a:pt x="1761268" y="1023747"/>
                    <a:pt x="1759458" y="1031462"/>
                  </a:cubicBezTo>
                  <a:close/>
                  <a:moveTo>
                    <a:pt x="8096" y="1010222"/>
                  </a:moveTo>
                  <a:cubicBezTo>
                    <a:pt x="6763" y="1002411"/>
                    <a:pt x="5525" y="994601"/>
                    <a:pt x="4572" y="986695"/>
                  </a:cubicBezTo>
                  <a:lnTo>
                    <a:pt x="18193" y="984885"/>
                  </a:lnTo>
                  <a:cubicBezTo>
                    <a:pt x="19145" y="992600"/>
                    <a:pt x="20384" y="1000220"/>
                    <a:pt x="21622" y="1007840"/>
                  </a:cubicBezTo>
                  <a:lnTo>
                    <a:pt x="8096" y="1010126"/>
                  </a:lnTo>
                  <a:close/>
                  <a:moveTo>
                    <a:pt x="1768412" y="984790"/>
                  </a:moveTo>
                  <a:lnTo>
                    <a:pt x="1754886" y="982694"/>
                  </a:lnTo>
                  <a:cubicBezTo>
                    <a:pt x="1756029" y="975074"/>
                    <a:pt x="1757077" y="967359"/>
                    <a:pt x="1757934" y="959644"/>
                  </a:cubicBezTo>
                  <a:lnTo>
                    <a:pt x="1771555" y="961263"/>
                  </a:lnTo>
                  <a:cubicBezTo>
                    <a:pt x="1770602" y="969169"/>
                    <a:pt x="1769555" y="976979"/>
                    <a:pt x="1768412" y="984790"/>
                  </a:cubicBezTo>
                  <a:close/>
                  <a:moveTo>
                    <a:pt x="2000" y="963073"/>
                  </a:moveTo>
                  <a:cubicBezTo>
                    <a:pt x="1334" y="955167"/>
                    <a:pt x="762" y="947261"/>
                    <a:pt x="476" y="939355"/>
                  </a:cubicBezTo>
                  <a:lnTo>
                    <a:pt x="14192" y="938784"/>
                  </a:lnTo>
                  <a:cubicBezTo>
                    <a:pt x="14478" y="946499"/>
                    <a:pt x="15050" y="954214"/>
                    <a:pt x="15716" y="961930"/>
                  </a:cubicBezTo>
                  <a:lnTo>
                    <a:pt x="2096" y="963073"/>
                  </a:lnTo>
                  <a:close/>
                  <a:moveTo>
                    <a:pt x="1773936" y="937641"/>
                  </a:moveTo>
                  <a:lnTo>
                    <a:pt x="1760316" y="936593"/>
                  </a:lnTo>
                  <a:cubicBezTo>
                    <a:pt x="1760887" y="928878"/>
                    <a:pt x="1761363" y="921163"/>
                    <a:pt x="1761744" y="913352"/>
                  </a:cubicBezTo>
                  <a:lnTo>
                    <a:pt x="1775460" y="914019"/>
                  </a:lnTo>
                  <a:cubicBezTo>
                    <a:pt x="1775079" y="921925"/>
                    <a:pt x="1774603" y="929830"/>
                    <a:pt x="1774032" y="937641"/>
                  </a:cubicBezTo>
                  <a:close/>
                  <a:moveTo>
                    <a:pt x="13716" y="915543"/>
                  </a:moveTo>
                  <a:lnTo>
                    <a:pt x="0" y="915543"/>
                  </a:lnTo>
                  <a:cubicBezTo>
                    <a:pt x="0" y="907637"/>
                    <a:pt x="190" y="899636"/>
                    <a:pt x="571" y="891730"/>
                  </a:cubicBezTo>
                  <a:lnTo>
                    <a:pt x="14288" y="892397"/>
                  </a:lnTo>
                  <a:cubicBezTo>
                    <a:pt x="13906" y="900113"/>
                    <a:pt x="13716" y="907828"/>
                    <a:pt x="13716" y="915543"/>
                  </a:cubicBezTo>
                  <a:close/>
                  <a:moveTo>
                    <a:pt x="1776031" y="890302"/>
                  </a:moveTo>
                  <a:lnTo>
                    <a:pt x="1762315" y="890111"/>
                  </a:lnTo>
                  <a:cubicBezTo>
                    <a:pt x="1762315" y="887254"/>
                    <a:pt x="1762315" y="884396"/>
                    <a:pt x="1762315" y="881539"/>
                  </a:cubicBezTo>
                  <a:cubicBezTo>
                    <a:pt x="1762315" y="876586"/>
                    <a:pt x="1762315" y="871728"/>
                    <a:pt x="1762125" y="866775"/>
                  </a:cubicBezTo>
                  <a:lnTo>
                    <a:pt x="1775841" y="866489"/>
                  </a:lnTo>
                  <a:cubicBezTo>
                    <a:pt x="1775936" y="871538"/>
                    <a:pt x="1776031" y="876491"/>
                    <a:pt x="1776031" y="881539"/>
                  </a:cubicBezTo>
                  <a:cubicBezTo>
                    <a:pt x="1776031" y="884492"/>
                    <a:pt x="1776031" y="887349"/>
                    <a:pt x="1776031" y="890207"/>
                  </a:cubicBezTo>
                  <a:close/>
                  <a:moveTo>
                    <a:pt x="15907" y="869347"/>
                  </a:moveTo>
                  <a:lnTo>
                    <a:pt x="2286" y="868013"/>
                  </a:lnTo>
                  <a:cubicBezTo>
                    <a:pt x="3048" y="860108"/>
                    <a:pt x="4001" y="852202"/>
                    <a:pt x="5144" y="844391"/>
                  </a:cubicBezTo>
                  <a:lnTo>
                    <a:pt x="18669" y="846392"/>
                  </a:lnTo>
                  <a:cubicBezTo>
                    <a:pt x="17526" y="854011"/>
                    <a:pt x="16669" y="861727"/>
                    <a:pt x="15907" y="869347"/>
                  </a:cubicBezTo>
                  <a:close/>
                  <a:moveTo>
                    <a:pt x="1761363" y="843629"/>
                  </a:moveTo>
                  <a:cubicBezTo>
                    <a:pt x="1760982" y="835914"/>
                    <a:pt x="1760410" y="828104"/>
                    <a:pt x="1759839" y="820388"/>
                  </a:cubicBezTo>
                  <a:lnTo>
                    <a:pt x="1773460" y="819245"/>
                  </a:lnTo>
                  <a:cubicBezTo>
                    <a:pt x="1774126" y="827151"/>
                    <a:pt x="1774603" y="834961"/>
                    <a:pt x="1775079" y="842867"/>
                  </a:cubicBezTo>
                  <a:lnTo>
                    <a:pt x="1761363" y="843534"/>
                  </a:lnTo>
                  <a:close/>
                  <a:moveTo>
                    <a:pt x="22479" y="823436"/>
                  </a:moveTo>
                  <a:lnTo>
                    <a:pt x="9049" y="820865"/>
                  </a:lnTo>
                  <a:cubicBezTo>
                    <a:pt x="10573" y="813054"/>
                    <a:pt x="12287" y="805339"/>
                    <a:pt x="14097" y="797624"/>
                  </a:cubicBezTo>
                  <a:lnTo>
                    <a:pt x="27432" y="800862"/>
                  </a:lnTo>
                  <a:cubicBezTo>
                    <a:pt x="25622" y="808387"/>
                    <a:pt x="24003" y="815911"/>
                    <a:pt x="22479" y="823532"/>
                  </a:cubicBezTo>
                  <a:close/>
                  <a:moveTo>
                    <a:pt x="1757553" y="797243"/>
                  </a:moveTo>
                  <a:cubicBezTo>
                    <a:pt x="1756696" y="789527"/>
                    <a:pt x="1755743" y="781812"/>
                    <a:pt x="1754600" y="774097"/>
                  </a:cubicBezTo>
                  <a:lnTo>
                    <a:pt x="1768126" y="772192"/>
                  </a:lnTo>
                  <a:cubicBezTo>
                    <a:pt x="1769269" y="780002"/>
                    <a:pt x="1770221" y="787813"/>
                    <a:pt x="1771079" y="795719"/>
                  </a:cubicBezTo>
                  <a:lnTo>
                    <a:pt x="1757458" y="797243"/>
                  </a:lnTo>
                  <a:close/>
                  <a:moveTo>
                    <a:pt x="33433" y="778478"/>
                  </a:moveTo>
                  <a:lnTo>
                    <a:pt x="20288" y="774668"/>
                  </a:lnTo>
                  <a:cubicBezTo>
                    <a:pt x="22479" y="767048"/>
                    <a:pt x="24860" y="759524"/>
                    <a:pt x="27432" y="751999"/>
                  </a:cubicBezTo>
                  <a:lnTo>
                    <a:pt x="40386" y="756476"/>
                  </a:lnTo>
                  <a:cubicBezTo>
                    <a:pt x="37910" y="763810"/>
                    <a:pt x="35528" y="771144"/>
                    <a:pt x="33433" y="778574"/>
                  </a:cubicBezTo>
                  <a:close/>
                  <a:moveTo>
                    <a:pt x="1751076" y="751046"/>
                  </a:moveTo>
                  <a:cubicBezTo>
                    <a:pt x="1749742" y="743426"/>
                    <a:pt x="1748314" y="735711"/>
                    <a:pt x="1746885" y="728186"/>
                  </a:cubicBezTo>
                  <a:lnTo>
                    <a:pt x="1760316" y="725519"/>
                  </a:lnTo>
                  <a:cubicBezTo>
                    <a:pt x="1761839" y="733234"/>
                    <a:pt x="1763268" y="741045"/>
                    <a:pt x="1764601" y="748760"/>
                  </a:cubicBezTo>
                  <a:lnTo>
                    <a:pt x="1751076" y="751046"/>
                  </a:lnTo>
                  <a:close/>
                  <a:moveTo>
                    <a:pt x="48387" y="734568"/>
                  </a:moveTo>
                  <a:lnTo>
                    <a:pt x="35623" y="729520"/>
                  </a:lnTo>
                  <a:cubicBezTo>
                    <a:pt x="38576" y="722186"/>
                    <a:pt x="41624" y="714851"/>
                    <a:pt x="44863" y="707612"/>
                  </a:cubicBezTo>
                  <a:lnTo>
                    <a:pt x="57340" y="713232"/>
                  </a:lnTo>
                  <a:cubicBezTo>
                    <a:pt x="54198" y="720281"/>
                    <a:pt x="51149" y="727424"/>
                    <a:pt x="48387" y="734568"/>
                  </a:cubicBezTo>
                  <a:close/>
                  <a:moveTo>
                    <a:pt x="1741932" y="705422"/>
                  </a:moveTo>
                  <a:cubicBezTo>
                    <a:pt x="1740217" y="697802"/>
                    <a:pt x="1738408" y="690277"/>
                    <a:pt x="1736408" y="682752"/>
                  </a:cubicBezTo>
                  <a:lnTo>
                    <a:pt x="1749648" y="679323"/>
                  </a:lnTo>
                  <a:cubicBezTo>
                    <a:pt x="1751648" y="686943"/>
                    <a:pt x="1753457" y="694658"/>
                    <a:pt x="1755267" y="702374"/>
                  </a:cubicBezTo>
                  <a:lnTo>
                    <a:pt x="1741932" y="705422"/>
                  </a:lnTo>
                  <a:close/>
                  <a:moveTo>
                    <a:pt x="67342" y="692277"/>
                  </a:moveTo>
                  <a:lnTo>
                    <a:pt x="55054" y="686086"/>
                  </a:lnTo>
                  <a:cubicBezTo>
                    <a:pt x="58579" y="679037"/>
                    <a:pt x="62389" y="671989"/>
                    <a:pt x="66199" y="665036"/>
                  </a:cubicBezTo>
                  <a:lnTo>
                    <a:pt x="78105" y="671703"/>
                  </a:lnTo>
                  <a:cubicBezTo>
                    <a:pt x="74295" y="678466"/>
                    <a:pt x="70676" y="685229"/>
                    <a:pt x="67247" y="692182"/>
                  </a:cubicBezTo>
                  <a:close/>
                  <a:moveTo>
                    <a:pt x="1730407" y="660273"/>
                  </a:moveTo>
                  <a:cubicBezTo>
                    <a:pt x="1728311" y="652748"/>
                    <a:pt x="1726025" y="645319"/>
                    <a:pt x="1723739" y="637984"/>
                  </a:cubicBezTo>
                  <a:lnTo>
                    <a:pt x="1736789" y="633889"/>
                  </a:lnTo>
                  <a:cubicBezTo>
                    <a:pt x="1739170" y="641413"/>
                    <a:pt x="1741456" y="648938"/>
                    <a:pt x="1743551" y="656558"/>
                  </a:cubicBezTo>
                  <a:lnTo>
                    <a:pt x="1730407" y="660273"/>
                  </a:lnTo>
                  <a:close/>
                  <a:moveTo>
                    <a:pt x="90011" y="651986"/>
                  </a:moveTo>
                  <a:lnTo>
                    <a:pt x="78391" y="644747"/>
                  </a:lnTo>
                  <a:cubicBezTo>
                    <a:pt x="82582" y="637984"/>
                    <a:pt x="86963" y="631412"/>
                    <a:pt x="91440" y="624840"/>
                  </a:cubicBezTo>
                  <a:lnTo>
                    <a:pt x="102679" y="632651"/>
                  </a:lnTo>
                  <a:cubicBezTo>
                    <a:pt x="98298" y="639032"/>
                    <a:pt x="94012" y="645414"/>
                    <a:pt x="89916" y="651986"/>
                  </a:cubicBezTo>
                  <a:close/>
                  <a:moveTo>
                    <a:pt x="1716405" y="615791"/>
                  </a:moveTo>
                  <a:cubicBezTo>
                    <a:pt x="1713834" y="608457"/>
                    <a:pt x="1711262" y="601123"/>
                    <a:pt x="1708594" y="593884"/>
                  </a:cubicBezTo>
                  <a:lnTo>
                    <a:pt x="1721453" y="589121"/>
                  </a:lnTo>
                  <a:cubicBezTo>
                    <a:pt x="1724215" y="596456"/>
                    <a:pt x="1726883" y="603885"/>
                    <a:pt x="1729454" y="611410"/>
                  </a:cubicBezTo>
                  <a:lnTo>
                    <a:pt x="1716500" y="615886"/>
                  </a:lnTo>
                  <a:close/>
                  <a:moveTo>
                    <a:pt x="116396" y="613886"/>
                  </a:moveTo>
                  <a:lnTo>
                    <a:pt x="105537" y="605600"/>
                  </a:lnTo>
                  <a:cubicBezTo>
                    <a:pt x="110395" y="599313"/>
                    <a:pt x="115348" y="593122"/>
                    <a:pt x="120396" y="587026"/>
                  </a:cubicBezTo>
                  <a:lnTo>
                    <a:pt x="130874" y="595884"/>
                  </a:lnTo>
                  <a:cubicBezTo>
                    <a:pt x="125921" y="601790"/>
                    <a:pt x="121063" y="607790"/>
                    <a:pt x="116396" y="613982"/>
                  </a:cubicBezTo>
                  <a:close/>
                  <a:moveTo>
                    <a:pt x="146209" y="578453"/>
                  </a:moveTo>
                  <a:lnTo>
                    <a:pt x="136208" y="569119"/>
                  </a:lnTo>
                  <a:cubicBezTo>
                    <a:pt x="141637" y="563309"/>
                    <a:pt x="147161" y="557594"/>
                    <a:pt x="152876" y="552069"/>
                  </a:cubicBezTo>
                  <a:lnTo>
                    <a:pt x="162401" y="561880"/>
                  </a:lnTo>
                  <a:cubicBezTo>
                    <a:pt x="156877" y="567214"/>
                    <a:pt x="151447" y="572738"/>
                    <a:pt x="146209" y="578453"/>
                  </a:cubicBezTo>
                  <a:close/>
                  <a:moveTo>
                    <a:pt x="1700308" y="571976"/>
                  </a:moveTo>
                  <a:cubicBezTo>
                    <a:pt x="1697546" y="564737"/>
                    <a:pt x="1694688" y="557403"/>
                    <a:pt x="1691831" y="550164"/>
                  </a:cubicBezTo>
                  <a:lnTo>
                    <a:pt x="1704594" y="545116"/>
                  </a:lnTo>
                  <a:cubicBezTo>
                    <a:pt x="1707451" y="552450"/>
                    <a:pt x="1710309" y="559784"/>
                    <a:pt x="1713071" y="567023"/>
                  </a:cubicBezTo>
                  <a:lnTo>
                    <a:pt x="1700308" y="571881"/>
                  </a:lnTo>
                  <a:close/>
                  <a:moveTo>
                    <a:pt x="179260" y="546163"/>
                  </a:moveTo>
                  <a:lnTo>
                    <a:pt x="170212" y="535877"/>
                  </a:lnTo>
                  <a:cubicBezTo>
                    <a:pt x="176213" y="530638"/>
                    <a:pt x="182308" y="525494"/>
                    <a:pt x="188500" y="520636"/>
                  </a:cubicBezTo>
                  <a:lnTo>
                    <a:pt x="196977" y="531400"/>
                  </a:lnTo>
                  <a:cubicBezTo>
                    <a:pt x="190976" y="536162"/>
                    <a:pt x="184976" y="541115"/>
                    <a:pt x="179260" y="546259"/>
                  </a:cubicBezTo>
                  <a:close/>
                  <a:moveTo>
                    <a:pt x="1683163" y="528352"/>
                  </a:moveTo>
                  <a:cubicBezTo>
                    <a:pt x="1680210" y="521113"/>
                    <a:pt x="1677257" y="513874"/>
                    <a:pt x="1674305" y="506730"/>
                  </a:cubicBezTo>
                  <a:lnTo>
                    <a:pt x="1686973" y="501491"/>
                  </a:lnTo>
                  <a:cubicBezTo>
                    <a:pt x="1690021" y="508730"/>
                    <a:pt x="1692974" y="515969"/>
                    <a:pt x="1695926" y="523304"/>
                  </a:cubicBezTo>
                  <a:lnTo>
                    <a:pt x="1683258" y="528447"/>
                  </a:lnTo>
                  <a:close/>
                  <a:moveTo>
                    <a:pt x="215551" y="517493"/>
                  </a:moveTo>
                  <a:lnTo>
                    <a:pt x="207645" y="506349"/>
                  </a:lnTo>
                  <a:cubicBezTo>
                    <a:pt x="214122" y="501777"/>
                    <a:pt x="220790" y="497300"/>
                    <a:pt x="227457" y="493109"/>
                  </a:cubicBezTo>
                  <a:lnTo>
                    <a:pt x="234791" y="504730"/>
                  </a:lnTo>
                  <a:cubicBezTo>
                    <a:pt x="228314" y="508825"/>
                    <a:pt x="221837" y="513112"/>
                    <a:pt x="215551" y="517588"/>
                  </a:cubicBezTo>
                  <a:close/>
                  <a:moveTo>
                    <a:pt x="254699" y="492919"/>
                  </a:moveTo>
                  <a:lnTo>
                    <a:pt x="248031" y="480917"/>
                  </a:lnTo>
                  <a:cubicBezTo>
                    <a:pt x="254984" y="477012"/>
                    <a:pt x="262128" y="473392"/>
                    <a:pt x="269272" y="469963"/>
                  </a:cubicBezTo>
                  <a:lnTo>
                    <a:pt x="275177" y="482251"/>
                  </a:lnTo>
                  <a:cubicBezTo>
                    <a:pt x="268319" y="485584"/>
                    <a:pt x="261366" y="489109"/>
                    <a:pt x="254699" y="492919"/>
                  </a:cubicBezTo>
                  <a:close/>
                  <a:moveTo>
                    <a:pt x="1665160" y="485204"/>
                  </a:moveTo>
                  <a:cubicBezTo>
                    <a:pt x="1662113" y="478060"/>
                    <a:pt x="1658969" y="470916"/>
                    <a:pt x="1655826" y="463772"/>
                  </a:cubicBezTo>
                  <a:lnTo>
                    <a:pt x="1668304" y="458248"/>
                  </a:lnTo>
                  <a:cubicBezTo>
                    <a:pt x="1671447" y="465392"/>
                    <a:pt x="1674685" y="472631"/>
                    <a:pt x="1677733" y="479869"/>
                  </a:cubicBezTo>
                  <a:lnTo>
                    <a:pt x="1665160" y="485299"/>
                  </a:lnTo>
                  <a:close/>
                  <a:moveTo>
                    <a:pt x="296228" y="472821"/>
                  </a:moveTo>
                  <a:lnTo>
                    <a:pt x="290989" y="460153"/>
                  </a:lnTo>
                  <a:cubicBezTo>
                    <a:pt x="298323" y="457105"/>
                    <a:pt x="305753" y="454247"/>
                    <a:pt x="313182" y="451580"/>
                  </a:cubicBezTo>
                  <a:lnTo>
                    <a:pt x="317754" y="464439"/>
                  </a:lnTo>
                  <a:cubicBezTo>
                    <a:pt x="310515" y="467011"/>
                    <a:pt x="303276" y="469773"/>
                    <a:pt x="296132" y="472726"/>
                  </a:cubicBezTo>
                  <a:close/>
                  <a:moveTo>
                    <a:pt x="339852" y="457295"/>
                  </a:moveTo>
                  <a:lnTo>
                    <a:pt x="335851" y="444151"/>
                  </a:lnTo>
                  <a:cubicBezTo>
                    <a:pt x="343376" y="441865"/>
                    <a:pt x="350996" y="439674"/>
                    <a:pt x="358712" y="437674"/>
                  </a:cubicBezTo>
                  <a:lnTo>
                    <a:pt x="362236" y="450913"/>
                  </a:lnTo>
                  <a:cubicBezTo>
                    <a:pt x="354711" y="452914"/>
                    <a:pt x="347281" y="455009"/>
                    <a:pt x="339852" y="457295"/>
                  </a:cubicBezTo>
                  <a:close/>
                  <a:moveTo>
                    <a:pt x="384810" y="445389"/>
                  </a:moveTo>
                  <a:lnTo>
                    <a:pt x="381762" y="432054"/>
                  </a:lnTo>
                  <a:cubicBezTo>
                    <a:pt x="389477" y="430244"/>
                    <a:pt x="397192" y="428625"/>
                    <a:pt x="404908" y="427101"/>
                  </a:cubicBezTo>
                  <a:lnTo>
                    <a:pt x="407575" y="440531"/>
                  </a:lnTo>
                  <a:cubicBezTo>
                    <a:pt x="399955" y="442055"/>
                    <a:pt x="392335" y="443675"/>
                    <a:pt x="384810" y="445389"/>
                  </a:cubicBezTo>
                  <a:close/>
                  <a:moveTo>
                    <a:pt x="1646206" y="442436"/>
                  </a:moveTo>
                  <a:cubicBezTo>
                    <a:pt x="1642968" y="435388"/>
                    <a:pt x="1639633" y="428339"/>
                    <a:pt x="1636300" y="421291"/>
                  </a:cubicBezTo>
                  <a:lnTo>
                    <a:pt x="1648682" y="415385"/>
                  </a:lnTo>
                  <a:cubicBezTo>
                    <a:pt x="1652111" y="422434"/>
                    <a:pt x="1655445" y="429578"/>
                    <a:pt x="1658683" y="436721"/>
                  </a:cubicBezTo>
                  <a:lnTo>
                    <a:pt x="1646206" y="442436"/>
                  </a:lnTo>
                  <a:close/>
                  <a:moveTo>
                    <a:pt x="430530" y="436150"/>
                  </a:moveTo>
                  <a:lnTo>
                    <a:pt x="428149" y="422624"/>
                  </a:lnTo>
                  <a:cubicBezTo>
                    <a:pt x="435864" y="421291"/>
                    <a:pt x="443674" y="419957"/>
                    <a:pt x="451390" y="418719"/>
                  </a:cubicBezTo>
                  <a:lnTo>
                    <a:pt x="453581" y="432244"/>
                  </a:lnTo>
                  <a:cubicBezTo>
                    <a:pt x="445866" y="433483"/>
                    <a:pt x="438150" y="434816"/>
                    <a:pt x="430530" y="436150"/>
                  </a:cubicBezTo>
                  <a:close/>
                  <a:moveTo>
                    <a:pt x="476726" y="428720"/>
                  </a:moveTo>
                  <a:lnTo>
                    <a:pt x="474726" y="415195"/>
                  </a:lnTo>
                  <a:cubicBezTo>
                    <a:pt x="482441" y="414052"/>
                    <a:pt x="490252" y="412909"/>
                    <a:pt x="498062" y="411861"/>
                  </a:cubicBezTo>
                  <a:lnTo>
                    <a:pt x="499967" y="425386"/>
                  </a:lnTo>
                  <a:cubicBezTo>
                    <a:pt x="492252" y="426530"/>
                    <a:pt x="484537" y="427577"/>
                    <a:pt x="476726" y="428720"/>
                  </a:cubicBezTo>
                  <a:close/>
                  <a:moveTo>
                    <a:pt x="523208" y="422053"/>
                  </a:moveTo>
                  <a:lnTo>
                    <a:pt x="521303" y="408527"/>
                  </a:lnTo>
                  <a:lnTo>
                    <a:pt x="544544" y="405194"/>
                  </a:lnTo>
                  <a:lnTo>
                    <a:pt x="546544" y="418719"/>
                  </a:lnTo>
                  <a:lnTo>
                    <a:pt x="523304" y="422053"/>
                  </a:lnTo>
                  <a:close/>
                  <a:moveTo>
                    <a:pt x="569785" y="415290"/>
                  </a:moveTo>
                  <a:lnTo>
                    <a:pt x="567690" y="401765"/>
                  </a:lnTo>
                  <a:cubicBezTo>
                    <a:pt x="575405" y="400621"/>
                    <a:pt x="583121" y="399383"/>
                    <a:pt x="590740" y="398050"/>
                  </a:cubicBezTo>
                  <a:lnTo>
                    <a:pt x="593026" y="411575"/>
                  </a:lnTo>
                  <a:cubicBezTo>
                    <a:pt x="585311" y="412909"/>
                    <a:pt x="577501" y="414147"/>
                    <a:pt x="569785" y="415290"/>
                  </a:cubicBezTo>
                  <a:close/>
                  <a:moveTo>
                    <a:pt x="616267" y="407480"/>
                  </a:moveTo>
                  <a:lnTo>
                    <a:pt x="613696" y="394049"/>
                  </a:lnTo>
                  <a:cubicBezTo>
                    <a:pt x="621316" y="392621"/>
                    <a:pt x="628936" y="391096"/>
                    <a:pt x="636556" y="389477"/>
                  </a:cubicBezTo>
                  <a:lnTo>
                    <a:pt x="639413" y="402908"/>
                  </a:lnTo>
                  <a:cubicBezTo>
                    <a:pt x="631698" y="404527"/>
                    <a:pt x="623983" y="406146"/>
                    <a:pt x="616267" y="407575"/>
                  </a:cubicBezTo>
                  <a:close/>
                  <a:moveTo>
                    <a:pt x="1625917" y="400240"/>
                  </a:moveTo>
                  <a:cubicBezTo>
                    <a:pt x="1622393" y="393287"/>
                    <a:pt x="1618869" y="386334"/>
                    <a:pt x="1615249" y="379381"/>
                  </a:cubicBezTo>
                  <a:lnTo>
                    <a:pt x="1627346" y="372999"/>
                  </a:lnTo>
                  <a:cubicBezTo>
                    <a:pt x="1630966" y="379952"/>
                    <a:pt x="1634585" y="387001"/>
                    <a:pt x="1638110" y="394049"/>
                  </a:cubicBezTo>
                  <a:lnTo>
                    <a:pt x="1625823" y="400145"/>
                  </a:lnTo>
                  <a:close/>
                  <a:moveTo>
                    <a:pt x="662464" y="397383"/>
                  </a:moveTo>
                  <a:lnTo>
                    <a:pt x="659130" y="384048"/>
                  </a:lnTo>
                  <a:cubicBezTo>
                    <a:pt x="666655" y="382143"/>
                    <a:pt x="674084" y="380143"/>
                    <a:pt x="681514" y="378047"/>
                  </a:cubicBezTo>
                  <a:lnTo>
                    <a:pt x="685324" y="391192"/>
                  </a:lnTo>
                  <a:cubicBezTo>
                    <a:pt x="677799" y="393383"/>
                    <a:pt x="670084" y="395478"/>
                    <a:pt x="662464" y="397383"/>
                  </a:cubicBezTo>
                  <a:close/>
                  <a:moveTo>
                    <a:pt x="708088" y="384143"/>
                  </a:moveTo>
                  <a:lnTo>
                    <a:pt x="703707" y="371189"/>
                  </a:lnTo>
                  <a:cubicBezTo>
                    <a:pt x="711041" y="368713"/>
                    <a:pt x="718280" y="366046"/>
                    <a:pt x="725424" y="363284"/>
                  </a:cubicBezTo>
                  <a:lnTo>
                    <a:pt x="730473" y="376047"/>
                  </a:lnTo>
                  <a:cubicBezTo>
                    <a:pt x="723138" y="379000"/>
                    <a:pt x="715613" y="381667"/>
                    <a:pt x="708088" y="384238"/>
                  </a:cubicBezTo>
                  <a:close/>
                  <a:moveTo>
                    <a:pt x="752380" y="366522"/>
                  </a:moveTo>
                  <a:lnTo>
                    <a:pt x="746569" y="354140"/>
                  </a:lnTo>
                  <a:cubicBezTo>
                    <a:pt x="753618" y="350806"/>
                    <a:pt x="760571" y="347377"/>
                    <a:pt x="767144" y="343757"/>
                  </a:cubicBezTo>
                  <a:lnTo>
                    <a:pt x="773716" y="355759"/>
                  </a:lnTo>
                  <a:cubicBezTo>
                    <a:pt x="766858" y="359473"/>
                    <a:pt x="759714" y="363093"/>
                    <a:pt x="752380" y="366522"/>
                  </a:cubicBezTo>
                  <a:close/>
                  <a:moveTo>
                    <a:pt x="1604296" y="358807"/>
                  </a:moveTo>
                  <a:cubicBezTo>
                    <a:pt x="1600581" y="351949"/>
                    <a:pt x="1596771" y="345186"/>
                    <a:pt x="1592866" y="338423"/>
                  </a:cubicBezTo>
                  <a:lnTo>
                    <a:pt x="1604772" y="331565"/>
                  </a:lnTo>
                  <a:cubicBezTo>
                    <a:pt x="1608677" y="338423"/>
                    <a:pt x="1612583" y="345281"/>
                    <a:pt x="1616298" y="352234"/>
                  </a:cubicBezTo>
                  <a:lnTo>
                    <a:pt x="1604296" y="358807"/>
                  </a:lnTo>
                  <a:close/>
                  <a:moveTo>
                    <a:pt x="794385" y="343757"/>
                  </a:moveTo>
                  <a:lnTo>
                    <a:pt x="787051" y="332137"/>
                  </a:lnTo>
                  <a:cubicBezTo>
                    <a:pt x="792385" y="328708"/>
                    <a:pt x="797719" y="325184"/>
                    <a:pt x="802958" y="321373"/>
                  </a:cubicBezTo>
                  <a:lnTo>
                    <a:pt x="806006" y="319183"/>
                  </a:lnTo>
                  <a:lnTo>
                    <a:pt x="814102" y="330232"/>
                  </a:lnTo>
                  <a:lnTo>
                    <a:pt x="810863" y="332518"/>
                  </a:lnTo>
                  <a:cubicBezTo>
                    <a:pt x="805434" y="336423"/>
                    <a:pt x="799910" y="340138"/>
                    <a:pt x="794290" y="343662"/>
                  </a:cubicBezTo>
                  <a:close/>
                  <a:moveTo>
                    <a:pt x="1580960" y="318325"/>
                  </a:moveTo>
                  <a:cubicBezTo>
                    <a:pt x="1576959" y="311658"/>
                    <a:pt x="1572863" y="305086"/>
                    <a:pt x="1568673" y="298513"/>
                  </a:cubicBezTo>
                  <a:lnTo>
                    <a:pt x="1580198" y="291179"/>
                  </a:lnTo>
                  <a:cubicBezTo>
                    <a:pt x="1584389" y="297847"/>
                    <a:pt x="1588580" y="304514"/>
                    <a:pt x="1592675" y="311277"/>
                  </a:cubicBezTo>
                  <a:lnTo>
                    <a:pt x="1580960" y="318325"/>
                  </a:lnTo>
                  <a:close/>
                  <a:moveTo>
                    <a:pt x="832866" y="315373"/>
                  </a:moveTo>
                  <a:lnTo>
                    <a:pt x="824008" y="304895"/>
                  </a:lnTo>
                  <a:cubicBezTo>
                    <a:pt x="829723" y="300038"/>
                    <a:pt x="835533" y="294894"/>
                    <a:pt x="841153" y="289465"/>
                  </a:cubicBezTo>
                  <a:lnTo>
                    <a:pt x="850583" y="299371"/>
                  </a:lnTo>
                  <a:cubicBezTo>
                    <a:pt x="844677" y="304990"/>
                    <a:pt x="838676" y="310325"/>
                    <a:pt x="832771" y="315373"/>
                  </a:cubicBezTo>
                  <a:close/>
                  <a:moveTo>
                    <a:pt x="867442" y="282607"/>
                  </a:moveTo>
                  <a:lnTo>
                    <a:pt x="857536" y="273177"/>
                  </a:lnTo>
                  <a:cubicBezTo>
                    <a:pt x="862870" y="267557"/>
                    <a:pt x="868108" y="261842"/>
                    <a:pt x="873252" y="256032"/>
                  </a:cubicBezTo>
                  <a:lnTo>
                    <a:pt x="883539" y="265081"/>
                  </a:lnTo>
                  <a:cubicBezTo>
                    <a:pt x="878300" y="270986"/>
                    <a:pt x="872966" y="276892"/>
                    <a:pt x="867442" y="282607"/>
                  </a:cubicBezTo>
                  <a:close/>
                  <a:moveTo>
                    <a:pt x="1555909" y="278987"/>
                  </a:moveTo>
                  <a:cubicBezTo>
                    <a:pt x="1551527" y="272510"/>
                    <a:pt x="1547146" y="266129"/>
                    <a:pt x="1542574" y="259842"/>
                  </a:cubicBezTo>
                  <a:lnTo>
                    <a:pt x="1553718" y="251936"/>
                  </a:lnTo>
                  <a:cubicBezTo>
                    <a:pt x="1558290" y="258318"/>
                    <a:pt x="1562767" y="264890"/>
                    <a:pt x="1567244" y="271367"/>
                  </a:cubicBezTo>
                  <a:lnTo>
                    <a:pt x="1555909" y="278987"/>
                  </a:lnTo>
                  <a:close/>
                  <a:moveTo>
                    <a:pt x="898969" y="247078"/>
                  </a:moveTo>
                  <a:lnTo>
                    <a:pt x="888492" y="238316"/>
                  </a:lnTo>
                  <a:cubicBezTo>
                    <a:pt x="893445" y="232315"/>
                    <a:pt x="898398" y="226314"/>
                    <a:pt x="903256" y="220218"/>
                  </a:cubicBezTo>
                  <a:lnTo>
                    <a:pt x="913924" y="228791"/>
                  </a:lnTo>
                  <a:cubicBezTo>
                    <a:pt x="908971" y="234982"/>
                    <a:pt x="904018" y="241078"/>
                    <a:pt x="898969" y="247078"/>
                  </a:cubicBezTo>
                  <a:close/>
                  <a:moveTo>
                    <a:pt x="1528763" y="240983"/>
                  </a:moveTo>
                  <a:cubicBezTo>
                    <a:pt x="1524095" y="234791"/>
                    <a:pt x="1519238" y="228695"/>
                    <a:pt x="1514380" y="222599"/>
                  </a:cubicBezTo>
                  <a:lnTo>
                    <a:pt x="1525048" y="214027"/>
                  </a:lnTo>
                  <a:cubicBezTo>
                    <a:pt x="1530001" y="220218"/>
                    <a:pt x="1534858" y="226409"/>
                    <a:pt x="1539621" y="232696"/>
                  </a:cubicBezTo>
                  <a:lnTo>
                    <a:pt x="1528668" y="240983"/>
                  </a:lnTo>
                  <a:close/>
                  <a:moveTo>
                    <a:pt x="928592" y="210407"/>
                  </a:moveTo>
                  <a:lnTo>
                    <a:pt x="917829" y="201930"/>
                  </a:lnTo>
                  <a:lnTo>
                    <a:pt x="932307" y="183451"/>
                  </a:lnTo>
                  <a:lnTo>
                    <a:pt x="943070" y="191929"/>
                  </a:lnTo>
                  <a:lnTo>
                    <a:pt x="928592" y="210407"/>
                  </a:lnTo>
                  <a:close/>
                  <a:moveTo>
                    <a:pt x="1499521" y="204788"/>
                  </a:moveTo>
                  <a:cubicBezTo>
                    <a:pt x="1494473" y="198882"/>
                    <a:pt x="1489329" y="193072"/>
                    <a:pt x="1484091" y="187452"/>
                  </a:cubicBezTo>
                  <a:lnTo>
                    <a:pt x="1494187" y="178213"/>
                  </a:lnTo>
                  <a:cubicBezTo>
                    <a:pt x="1499521" y="184023"/>
                    <a:pt x="1504760" y="189928"/>
                    <a:pt x="1509998" y="195929"/>
                  </a:cubicBezTo>
                  <a:lnTo>
                    <a:pt x="1499616" y="204883"/>
                  </a:lnTo>
                  <a:close/>
                  <a:moveTo>
                    <a:pt x="957644" y="173546"/>
                  </a:moveTo>
                  <a:lnTo>
                    <a:pt x="946976" y="164973"/>
                  </a:lnTo>
                  <a:cubicBezTo>
                    <a:pt x="951929" y="158877"/>
                    <a:pt x="956881" y="152686"/>
                    <a:pt x="961930" y="146685"/>
                  </a:cubicBezTo>
                  <a:lnTo>
                    <a:pt x="972503" y="155448"/>
                  </a:lnTo>
                  <a:cubicBezTo>
                    <a:pt x="967549" y="161449"/>
                    <a:pt x="962597" y="167449"/>
                    <a:pt x="957739" y="173546"/>
                  </a:cubicBezTo>
                  <a:close/>
                  <a:moveTo>
                    <a:pt x="1467993" y="170593"/>
                  </a:moveTo>
                  <a:cubicBezTo>
                    <a:pt x="1462564" y="165068"/>
                    <a:pt x="1457039" y="159734"/>
                    <a:pt x="1451325" y="154400"/>
                  </a:cubicBezTo>
                  <a:lnTo>
                    <a:pt x="1460659" y="144399"/>
                  </a:lnTo>
                  <a:cubicBezTo>
                    <a:pt x="1466469" y="149828"/>
                    <a:pt x="1472089" y="155353"/>
                    <a:pt x="1477708" y="160972"/>
                  </a:cubicBezTo>
                  <a:lnTo>
                    <a:pt x="1467993" y="170593"/>
                  </a:lnTo>
                  <a:close/>
                  <a:moveTo>
                    <a:pt x="1434179" y="138874"/>
                  </a:moveTo>
                  <a:cubicBezTo>
                    <a:pt x="1428369" y="133826"/>
                    <a:pt x="1422368" y="128873"/>
                    <a:pt x="1416367" y="124016"/>
                  </a:cubicBezTo>
                  <a:lnTo>
                    <a:pt x="1424940" y="113347"/>
                  </a:lnTo>
                  <a:cubicBezTo>
                    <a:pt x="1431132" y="118300"/>
                    <a:pt x="1437227" y="123349"/>
                    <a:pt x="1443133" y="128492"/>
                  </a:cubicBezTo>
                  <a:lnTo>
                    <a:pt x="1434179" y="138874"/>
                  </a:lnTo>
                  <a:close/>
                  <a:moveTo>
                    <a:pt x="987552" y="137731"/>
                  </a:moveTo>
                  <a:lnTo>
                    <a:pt x="977265" y="128683"/>
                  </a:lnTo>
                  <a:lnTo>
                    <a:pt x="979456" y="126206"/>
                  </a:lnTo>
                  <a:cubicBezTo>
                    <a:pt x="983742" y="121348"/>
                    <a:pt x="988600" y="116396"/>
                    <a:pt x="993838" y="111347"/>
                  </a:cubicBezTo>
                  <a:lnTo>
                    <a:pt x="1003363" y="121158"/>
                  </a:lnTo>
                  <a:cubicBezTo>
                    <a:pt x="998410" y="126016"/>
                    <a:pt x="993838" y="130778"/>
                    <a:pt x="989743" y="135255"/>
                  </a:cubicBezTo>
                  <a:lnTo>
                    <a:pt x="987552" y="137731"/>
                  </a:lnTo>
                  <a:close/>
                  <a:moveTo>
                    <a:pt x="1397984" y="109919"/>
                  </a:moveTo>
                  <a:cubicBezTo>
                    <a:pt x="1391793" y="105346"/>
                    <a:pt x="1385506" y="100965"/>
                    <a:pt x="1379030" y="96583"/>
                  </a:cubicBezTo>
                  <a:lnTo>
                    <a:pt x="1386649" y="85153"/>
                  </a:lnTo>
                  <a:cubicBezTo>
                    <a:pt x="1393222" y="89535"/>
                    <a:pt x="1399699" y="94107"/>
                    <a:pt x="1406081" y="98774"/>
                  </a:cubicBezTo>
                  <a:lnTo>
                    <a:pt x="1397984" y="109823"/>
                  </a:lnTo>
                  <a:close/>
                  <a:moveTo>
                    <a:pt x="1020508" y="105632"/>
                  </a:moveTo>
                  <a:lnTo>
                    <a:pt x="1011650" y="95155"/>
                  </a:lnTo>
                  <a:cubicBezTo>
                    <a:pt x="1017556" y="90106"/>
                    <a:pt x="1023747" y="85153"/>
                    <a:pt x="1030224" y="80200"/>
                  </a:cubicBezTo>
                  <a:lnTo>
                    <a:pt x="1038511" y="91059"/>
                  </a:lnTo>
                  <a:cubicBezTo>
                    <a:pt x="1032225" y="95821"/>
                    <a:pt x="1026224" y="100679"/>
                    <a:pt x="1020508" y="105537"/>
                  </a:cubicBezTo>
                  <a:close/>
                  <a:moveTo>
                    <a:pt x="1366743" y="88582"/>
                  </a:moveTo>
                  <a:lnTo>
                    <a:pt x="1346930" y="76009"/>
                  </a:lnTo>
                  <a:lnTo>
                    <a:pt x="1354265" y="64389"/>
                  </a:lnTo>
                  <a:lnTo>
                    <a:pt x="1374172" y="76962"/>
                  </a:lnTo>
                  <a:lnTo>
                    <a:pt x="1366838" y="88582"/>
                  </a:lnTo>
                  <a:close/>
                  <a:moveTo>
                    <a:pt x="1057275" y="77533"/>
                  </a:moveTo>
                  <a:lnTo>
                    <a:pt x="1049465" y="66294"/>
                  </a:lnTo>
                  <a:cubicBezTo>
                    <a:pt x="1055942" y="61817"/>
                    <a:pt x="1062609" y="57436"/>
                    <a:pt x="1069372" y="53245"/>
                  </a:cubicBezTo>
                  <a:lnTo>
                    <a:pt x="1076611" y="64865"/>
                  </a:lnTo>
                  <a:cubicBezTo>
                    <a:pt x="1070039" y="68961"/>
                    <a:pt x="1063466" y="73247"/>
                    <a:pt x="1057180" y="77533"/>
                  </a:cubicBezTo>
                  <a:close/>
                  <a:moveTo>
                    <a:pt x="1327023" y="63532"/>
                  </a:moveTo>
                  <a:lnTo>
                    <a:pt x="1307211" y="50959"/>
                  </a:lnTo>
                  <a:lnTo>
                    <a:pt x="1314545" y="39338"/>
                  </a:lnTo>
                  <a:lnTo>
                    <a:pt x="1334357" y="51911"/>
                  </a:lnTo>
                  <a:lnTo>
                    <a:pt x="1327023" y="63532"/>
                  </a:lnTo>
                  <a:close/>
                  <a:moveTo>
                    <a:pt x="1096613" y="53054"/>
                  </a:moveTo>
                  <a:lnTo>
                    <a:pt x="1089946" y="41053"/>
                  </a:lnTo>
                  <a:cubicBezTo>
                    <a:pt x="1096899" y="37147"/>
                    <a:pt x="1103948" y="33433"/>
                    <a:pt x="1111091" y="30004"/>
                  </a:cubicBezTo>
                  <a:lnTo>
                    <a:pt x="1117092" y="42291"/>
                  </a:lnTo>
                  <a:cubicBezTo>
                    <a:pt x="1110234" y="45625"/>
                    <a:pt x="1103376" y="49244"/>
                    <a:pt x="1096613" y="53054"/>
                  </a:cubicBezTo>
                  <a:close/>
                  <a:moveTo>
                    <a:pt x="1287304" y="38481"/>
                  </a:moveTo>
                  <a:lnTo>
                    <a:pt x="1267397" y="25908"/>
                  </a:lnTo>
                  <a:lnTo>
                    <a:pt x="1274731" y="14288"/>
                  </a:lnTo>
                  <a:lnTo>
                    <a:pt x="1294543" y="26860"/>
                  </a:lnTo>
                  <a:lnTo>
                    <a:pt x="1287208" y="38481"/>
                  </a:lnTo>
                  <a:close/>
                  <a:moveTo>
                    <a:pt x="1138047" y="32861"/>
                  </a:moveTo>
                  <a:lnTo>
                    <a:pt x="1132809" y="20193"/>
                  </a:lnTo>
                  <a:cubicBezTo>
                    <a:pt x="1140428" y="17050"/>
                    <a:pt x="1147953" y="14192"/>
                    <a:pt x="1155287" y="11716"/>
                  </a:cubicBezTo>
                  <a:lnTo>
                    <a:pt x="1159669" y="24670"/>
                  </a:lnTo>
                  <a:cubicBezTo>
                    <a:pt x="1152715" y="27051"/>
                    <a:pt x="1145382" y="29718"/>
                    <a:pt x="1138143" y="32766"/>
                  </a:cubicBezTo>
                  <a:close/>
                  <a:moveTo>
                    <a:pt x="1181576" y="18478"/>
                  </a:moveTo>
                  <a:lnTo>
                    <a:pt x="1178433" y="5144"/>
                  </a:lnTo>
                  <a:cubicBezTo>
                    <a:pt x="1186624" y="3239"/>
                    <a:pt x="1194721" y="1810"/>
                    <a:pt x="1202341" y="952"/>
                  </a:cubicBezTo>
                  <a:lnTo>
                    <a:pt x="1203865" y="14573"/>
                  </a:lnTo>
                  <a:cubicBezTo>
                    <a:pt x="1196721" y="15335"/>
                    <a:pt x="1189292" y="16669"/>
                    <a:pt x="1181576" y="18574"/>
                  </a:cubicBezTo>
                  <a:close/>
                  <a:moveTo>
                    <a:pt x="1247870" y="17145"/>
                  </a:moveTo>
                  <a:cubicBezTo>
                    <a:pt x="1241203" y="15240"/>
                    <a:pt x="1233964" y="14097"/>
                    <a:pt x="1226249" y="13716"/>
                  </a:cubicBezTo>
                  <a:lnTo>
                    <a:pt x="1226916" y="0"/>
                  </a:lnTo>
                  <a:cubicBezTo>
                    <a:pt x="1235678" y="476"/>
                    <a:pt x="1243965" y="1810"/>
                    <a:pt x="1251585" y="4000"/>
                  </a:cubicBezTo>
                  <a:lnTo>
                    <a:pt x="1247775" y="17145"/>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
        <p:nvSpPr>
          <p:cNvPr id="57" name="Google Shape;130;p21"/>
          <p:cNvSpPr/>
          <p:nvPr/>
        </p:nvSpPr>
        <p:spPr>
          <a:xfrm rot="10474200">
            <a:off x="-1049400" y="1177200"/>
            <a:ext cx="2390760" cy="5209920"/>
          </a:xfrm>
          <a:custGeom>
            <a:avLst/>
            <a:gdLst>
              <a:gd name="textAreaLeft" fmla="*/ 0 w 2390760"/>
              <a:gd name="textAreaRight" fmla="*/ 2391120 w 2390760"/>
              <a:gd name="textAreaTop" fmla="*/ 0 h 5209920"/>
              <a:gd name="textAreaBottom" fmla="*/ 5210280 h 5209920"/>
            </a:gdLst>
            <a:ahLst/>
            <a:cxnLst/>
            <a:rect l="textAreaLeft" t="textAreaTop" r="textAreaRight" b="textAreaBottom"/>
            <a:pathLst>
              <a:path w="508359" h="1107754">
                <a:moveTo>
                  <a:pt x="160183" y="39264"/>
                </a:moveTo>
                <a:cubicBezTo>
                  <a:pt x="104366" y="47360"/>
                  <a:pt x="49121" y="76126"/>
                  <a:pt x="19594" y="125370"/>
                </a:cubicBezTo>
                <a:cubicBezTo>
                  <a:pt x="-9934" y="174614"/>
                  <a:pt x="-6981" y="245385"/>
                  <a:pt x="34548" y="284533"/>
                </a:cubicBezTo>
                <a:cubicBezTo>
                  <a:pt x="54646" y="303488"/>
                  <a:pt x="81125" y="313584"/>
                  <a:pt x="103985" y="328824"/>
                </a:cubicBezTo>
                <a:cubicBezTo>
                  <a:pt x="181423" y="380354"/>
                  <a:pt x="208474" y="497226"/>
                  <a:pt x="161802" y="578855"/>
                </a:cubicBezTo>
                <a:cubicBezTo>
                  <a:pt x="149324" y="600763"/>
                  <a:pt x="131894" y="621527"/>
                  <a:pt x="130370" y="646768"/>
                </a:cubicBezTo>
                <a:cubicBezTo>
                  <a:pt x="127607" y="693536"/>
                  <a:pt x="177042" y="722207"/>
                  <a:pt x="208760" y="755925"/>
                </a:cubicBezTo>
                <a:cubicBezTo>
                  <a:pt x="261910" y="812504"/>
                  <a:pt x="269720" y="900705"/>
                  <a:pt x="252766" y="977286"/>
                </a:cubicBezTo>
                <a:cubicBezTo>
                  <a:pt x="247622" y="1000432"/>
                  <a:pt x="240574" y="1023578"/>
                  <a:pt x="241621" y="1047200"/>
                </a:cubicBezTo>
                <a:cubicBezTo>
                  <a:pt x="242669" y="1070917"/>
                  <a:pt x="254195" y="1095968"/>
                  <a:pt x="275721" y="1104635"/>
                </a:cubicBezTo>
                <a:cubicBezTo>
                  <a:pt x="296962" y="1113208"/>
                  <a:pt x="321822" y="1103111"/>
                  <a:pt x="337919" y="1086538"/>
                </a:cubicBezTo>
                <a:cubicBezTo>
                  <a:pt x="384496" y="1038722"/>
                  <a:pt x="367828" y="958236"/>
                  <a:pt x="342110" y="896038"/>
                </a:cubicBezTo>
                <a:cubicBezTo>
                  <a:pt x="316393" y="833839"/>
                  <a:pt x="284484" y="764212"/>
                  <a:pt x="310201" y="702014"/>
                </a:cubicBezTo>
                <a:cubicBezTo>
                  <a:pt x="331061" y="651531"/>
                  <a:pt x="387735" y="614193"/>
                  <a:pt x="383925" y="559520"/>
                </a:cubicBezTo>
                <a:cubicBezTo>
                  <a:pt x="381163" y="520372"/>
                  <a:pt x="347254" y="491225"/>
                  <a:pt x="335538" y="453887"/>
                </a:cubicBezTo>
                <a:cubicBezTo>
                  <a:pt x="314107" y="385784"/>
                  <a:pt x="369733" y="319966"/>
                  <a:pt x="420311" y="270626"/>
                </a:cubicBezTo>
                <a:cubicBezTo>
                  <a:pt x="470983" y="221382"/>
                  <a:pt x="525943" y="154421"/>
                  <a:pt x="502987" y="86889"/>
                </a:cubicBezTo>
                <a:cubicBezTo>
                  <a:pt x="485080" y="34216"/>
                  <a:pt x="426406" y="8593"/>
                  <a:pt x="372400" y="1545"/>
                </a:cubicBezTo>
                <a:cubicBezTo>
                  <a:pt x="300391" y="-7885"/>
                  <a:pt x="232954" y="28501"/>
                  <a:pt x="160183" y="39073"/>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58" name="PlaceHolder 1"/>
          <p:cNvSpPr>
            <a:spLocks noGrp="1"/>
          </p:cNvSpPr>
          <p:nvPr>
            <p:ph type="title"/>
          </p:nvPr>
        </p:nvSpPr>
        <p:spPr>
          <a:xfrm>
            <a:off x="720000" y="36900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grpSp>
        <p:nvGrpSpPr>
          <p:cNvPr id="59" name="Google Shape;135;p22"/>
          <p:cNvGrpSpPr/>
          <p:nvPr/>
        </p:nvGrpSpPr>
        <p:grpSpPr>
          <a:xfrm>
            <a:off x="-1871640" y="-898920"/>
            <a:ext cx="5073120" cy="4622760"/>
            <a:chOff x="-1871640" y="-898920"/>
            <a:chExt cx="5073120" cy="4622760"/>
          </a:xfrm>
        </p:grpSpPr>
        <p:sp>
          <p:nvSpPr>
            <p:cNvPr id="60" name="Google Shape;136;p22"/>
            <p:cNvSpPr/>
            <p:nvPr/>
          </p:nvSpPr>
          <p:spPr>
            <a:xfrm rot="10084200" flipV="1">
              <a:off x="-1000080" y="-496440"/>
              <a:ext cx="4069440" cy="1704600"/>
            </a:xfrm>
            <a:custGeom>
              <a:avLst/>
              <a:gdLst>
                <a:gd name="textAreaLeft" fmla="*/ 0 w 4069440"/>
                <a:gd name="textAreaRight" fmla="*/ 4069800 w 4069440"/>
                <a:gd name="textAreaTop" fmla="*/ -360 h 1704600"/>
                <a:gd name="textAreaBottom" fmla="*/ 1704600 h 1704600"/>
              </a:gdLst>
              <a:ahLst/>
              <a:cxnLst/>
              <a:rect l="textAreaLeft" t="textAreaTop" r="textAreaRight" b="textAreaBottom"/>
              <a:pathLst>
                <a:path w="1150527" h="335034">
                  <a:moveTo>
                    <a:pt x="56934" y="13410"/>
                  </a:moveTo>
                  <a:cubicBezTo>
                    <a:pt x="405739" y="-33834"/>
                    <a:pt x="759879" y="61130"/>
                    <a:pt x="1110685" y="33222"/>
                  </a:cubicBezTo>
                  <a:cubicBezTo>
                    <a:pt x="1119733" y="32460"/>
                    <a:pt x="1129735" y="31984"/>
                    <a:pt x="1136688" y="37889"/>
                  </a:cubicBezTo>
                  <a:cubicBezTo>
                    <a:pt x="1142403" y="42747"/>
                    <a:pt x="1144498" y="50748"/>
                    <a:pt x="1145927" y="58273"/>
                  </a:cubicBezTo>
                  <a:cubicBezTo>
                    <a:pt x="1162024" y="141712"/>
                    <a:pt x="1135545" y="234771"/>
                    <a:pt x="1071727" y="289254"/>
                  </a:cubicBezTo>
                  <a:cubicBezTo>
                    <a:pt x="1007910" y="343737"/>
                    <a:pt x="907516" y="351928"/>
                    <a:pt x="840841" y="301160"/>
                  </a:cubicBezTo>
                  <a:cubicBezTo>
                    <a:pt x="780357" y="255154"/>
                    <a:pt x="753021" y="171049"/>
                    <a:pt x="687108" y="133615"/>
                  </a:cubicBezTo>
                  <a:cubicBezTo>
                    <a:pt x="615575" y="93039"/>
                    <a:pt x="526993" y="121804"/>
                    <a:pt x="450412" y="151332"/>
                  </a:cubicBezTo>
                  <a:cubicBezTo>
                    <a:pt x="414693" y="165048"/>
                    <a:pt x="378974" y="178859"/>
                    <a:pt x="343255" y="192575"/>
                  </a:cubicBezTo>
                  <a:cubicBezTo>
                    <a:pt x="288868" y="213530"/>
                    <a:pt x="233241" y="234771"/>
                    <a:pt x="175139" y="236581"/>
                  </a:cubicBezTo>
                  <a:cubicBezTo>
                    <a:pt x="117037" y="238390"/>
                    <a:pt x="55029" y="217436"/>
                    <a:pt x="21501" y="168858"/>
                  </a:cubicBezTo>
                  <a:cubicBezTo>
                    <a:pt x="-12027" y="120280"/>
                    <a:pt x="-10694" y="22554"/>
                    <a:pt x="56838" y="1331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1" name="Google Shape;137;p22"/>
            <p:cNvSpPr/>
            <p:nvPr/>
          </p:nvSpPr>
          <p:spPr>
            <a:xfrm rot="2586600" flipV="1">
              <a:off x="-1487520" y="1118520"/>
              <a:ext cx="2390400" cy="2067480"/>
            </a:xfrm>
            <a:custGeom>
              <a:avLst/>
              <a:gdLst>
                <a:gd name="textAreaLeft" fmla="*/ 0 w 2390400"/>
                <a:gd name="textAreaRight" fmla="*/ 2390760 w 2390400"/>
                <a:gd name="textAreaTop" fmla="*/ -360 h 2067480"/>
                <a:gd name="textAreaBottom" fmla="*/ 2067480 h 2067480"/>
              </a:gdLst>
              <a:ahLst/>
              <a:cxnLst/>
              <a:rect l="textAreaLeft" t="textAreaTop" r="textAreaRight" b="textAreaBottom"/>
              <a:pathLst>
                <a:path w="2058516" h="1780329">
                  <a:moveTo>
                    <a:pt x="643542" y="1780139"/>
                  </a:moveTo>
                  <a:cubicBezTo>
                    <a:pt x="571437" y="1780139"/>
                    <a:pt x="499333" y="1768519"/>
                    <a:pt x="431515" y="1744611"/>
                  </a:cubicBezTo>
                  <a:cubicBezTo>
                    <a:pt x="211868" y="1667078"/>
                    <a:pt x="41085" y="1460099"/>
                    <a:pt x="6605" y="1229689"/>
                  </a:cubicBezTo>
                  <a:cubicBezTo>
                    <a:pt x="-27876" y="999280"/>
                    <a:pt x="74899" y="751439"/>
                    <a:pt x="262256" y="612946"/>
                  </a:cubicBezTo>
                  <a:cubicBezTo>
                    <a:pt x="336836" y="557796"/>
                    <a:pt x="423228" y="519029"/>
                    <a:pt x="506667" y="481596"/>
                  </a:cubicBezTo>
                  <a:cubicBezTo>
                    <a:pt x="596107" y="441496"/>
                    <a:pt x="688595" y="399967"/>
                    <a:pt x="766033" y="338340"/>
                  </a:cubicBezTo>
                  <a:cubicBezTo>
                    <a:pt x="807752" y="305098"/>
                    <a:pt x="845567" y="265664"/>
                    <a:pt x="882143" y="227564"/>
                  </a:cubicBezTo>
                  <a:cubicBezTo>
                    <a:pt x="926434" y="181368"/>
                    <a:pt x="972154" y="133553"/>
                    <a:pt x="1025589" y="96215"/>
                  </a:cubicBezTo>
                  <a:cubicBezTo>
                    <a:pt x="1168274" y="-3608"/>
                    <a:pt x="1366870" y="-27420"/>
                    <a:pt x="1556799" y="32587"/>
                  </a:cubicBezTo>
                  <a:cubicBezTo>
                    <a:pt x="1720153" y="84118"/>
                    <a:pt x="1859694" y="188797"/>
                    <a:pt x="1949896" y="327386"/>
                  </a:cubicBezTo>
                  <a:cubicBezTo>
                    <a:pt x="2042764" y="470071"/>
                    <a:pt x="2078388" y="644854"/>
                    <a:pt x="2047812" y="806970"/>
                  </a:cubicBezTo>
                  <a:cubicBezTo>
                    <a:pt x="2010760" y="1003185"/>
                    <a:pt x="1877696" y="1187494"/>
                    <a:pt x="1673289" y="1325987"/>
                  </a:cubicBezTo>
                  <a:cubicBezTo>
                    <a:pt x="1586040" y="1385138"/>
                    <a:pt x="1484028" y="1425143"/>
                    <a:pt x="1385349" y="1463909"/>
                  </a:cubicBezTo>
                  <a:cubicBezTo>
                    <a:pt x="1268858" y="1509629"/>
                    <a:pt x="1148367" y="1556969"/>
                    <a:pt x="1056355" y="1635264"/>
                  </a:cubicBezTo>
                  <a:cubicBezTo>
                    <a:pt x="945389" y="1729657"/>
                    <a:pt x="794608" y="1780330"/>
                    <a:pt x="643828" y="1780330"/>
                  </a:cubicBezTo>
                  <a:close/>
                  <a:moveTo>
                    <a:pt x="1348868" y="9442"/>
                  </a:moveTo>
                  <a:cubicBezTo>
                    <a:pt x="1231425" y="9442"/>
                    <a:pt x="1120078" y="41541"/>
                    <a:pt x="1030923" y="103930"/>
                  </a:cubicBezTo>
                  <a:cubicBezTo>
                    <a:pt x="978346" y="140791"/>
                    <a:pt x="932816" y="188226"/>
                    <a:pt x="888906" y="234136"/>
                  </a:cubicBezTo>
                  <a:cubicBezTo>
                    <a:pt x="852139" y="272522"/>
                    <a:pt x="814135" y="312241"/>
                    <a:pt x="771844" y="345865"/>
                  </a:cubicBezTo>
                  <a:cubicBezTo>
                    <a:pt x="693548" y="408158"/>
                    <a:pt x="600488" y="449973"/>
                    <a:pt x="510478" y="490359"/>
                  </a:cubicBezTo>
                  <a:cubicBezTo>
                    <a:pt x="427419" y="527602"/>
                    <a:pt x="341599" y="566178"/>
                    <a:pt x="267780" y="620661"/>
                  </a:cubicBezTo>
                  <a:cubicBezTo>
                    <a:pt x="83186" y="757059"/>
                    <a:pt x="-18065" y="1001280"/>
                    <a:pt x="15939" y="1228356"/>
                  </a:cubicBezTo>
                  <a:cubicBezTo>
                    <a:pt x="49943" y="1455432"/>
                    <a:pt x="218155" y="1659267"/>
                    <a:pt x="434658" y="1735753"/>
                  </a:cubicBezTo>
                  <a:lnTo>
                    <a:pt x="434658" y="1735753"/>
                  </a:lnTo>
                  <a:cubicBezTo>
                    <a:pt x="641160" y="1808714"/>
                    <a:pt x="888430" y="1765376"/>
                    <a:pt x="1049973" y="1627930"/>
                  </a:cubicBezTo>
                  <a:cubicBezTo>
                    <a:pt x="1143223" y="1548587"/>
                    <a:pt x="1264476" y="1501057"/>
                    <a:pt x="1381729" y="1455051"/>
                  </a:cubicBezTo>
                  <a:cubicBezTo>
                    <a:pt x="1479932" y="1416475"/>
                    <a:pt x="1581469" y="1376660"/>
                    <a:pt x="1667860" y="1318081"/>
                  </a:cubicBezTo>
                  <a:cubicBezTo>
                    <a:pt x="1870171" y="1181017"/>
                    <a:pt x="2001807" y="998899"/>
                    <a:pt x="2038383" y="805160"/>
                  </a:cubicBezTo>
                  <a:cubicBezTo>
                    <a:pt x="2068577" y="645426"/>
                    <a:pt x="2033335" y="473214"/>
                    <a:pt x="1941894" y="332530"/>
                  </a:cubicBezTo>
                  <a:cubicBezTo>
                    <a:pt x="1852931" y="195751"/>
                    <a:pt x="1715104" y="92500"/>
                    <a:pt x="1553941" y="41636"/>
                  </a:cubicBezTo>
                  <a:cubicBezTo>
                    <a:pt x="1485742" y="20110"/>
                    <a:pt x="1416305" y="9537"/>
                    <a:pt x="1348963" y="9537"/>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
        <p:nvSpPr>
          <p:cNvPr id="62" name="Google Shape;138;p22"/>
          <p:cNvSpPr/>
          <p:nvPr/>
        </p:nvSpPr>
        <p:spPr>
          <a:xfrm rot="21289800" flipH="1">
            <a:off x="7446600" y="3252960"/>
            <a:ext cx="2602080" cy="2701800"/>
          </a:xfrm>
          <a:custGeom>
            <a:avLst/>
            <a:gdLst>
              <a:gd name="textAreaLeft" fmla="*/ 360 w 2602080"/>
              <a:gd name="textAreaRight" fmla="*/ 2602800 w 2602080"/>
              <a:gd name="textAreaTop" fmla="*/ 0 h 2701800"/>
              <a:gd name="textAreaBottom" fmla="*/ 2702160 h 2701800"/>
            </a:gdLst>
            <a:ahLst/>
            <a:cxnLst/>
            <a:rect l="textAreaLeft" t="textAreaTop" r="textAreaRight" b="textAreaBottom"/>
            <a:pathLst>
              <a:path w="276908" h="287550">
                <a:moveTo>
                  <a:pt x="130073" y="275114"/>
                </a:moveTo>
                <a:cubicBezTo>
                  <a:pt x="84543" y="257493"/>
                  <a:pt x="34823" y="235966"/>
                  <a:pt x="13868" y="191008"/>
                </a:cubicBezTo>
                <a:cubicBezTo>
                  <a:pt x="5581" y="173196"/>
                  <a:pt x="2723" y="153289"/>
                  <a:pt x="1104" y="133668"/>
                </a:cubicBezTo>
                <a:cubicBezTo>
                  <a:pt x="-1182" y="105854"/>
                  <a:pt x="-991" y="76327"/>
                  <a:pt x="12344" y="51943"/>
                </a:cubicBezTo>
                <a:cubicBezTo>
                  <a:pt x="29203" y="21177"/>
                  <a:pt x="64064" y="4699"/>
                  <a:pt x="98259" y="603"/>
                </a:cubicBezTo>
                <a:cubicBezTo>
                  <a:pt x="119690" y="-1969"/>
                  <a:pt x="146551" y="3270"/>
                  <a:pt x="153123" y="24321"/>
                </a:cubicBezTo>
                <a:cubicBezTo>
                  <a:pt x="159981" y="46514"/>
                  <a:pt x="138740" y="68707"/>
                  <a:pt x="141312" y="91853"/>
                </a:cubicBezTo>
                <a:cubicBezTo>
                  <a:pt x="143312" y="109665"/>
                  <a:pt x="159029" y="122714"/>
                  <a:pt x="175316" y="129191"/>
                </a:cubicBezTo>
                <a:cubicBezTo>
                  <a:pt x="191604" y="135668"/>
                  <a:pt x="209416" y="137573"/>
                  <a:pt x="225608" y="144431"/>
                </a:cubicBezTo>
                <a:cubicBezTo>
                  <a:pt x="250754" y="154908"/>
                  <a:pt x="271043" y="178149"/>
                  <a:pt x="275900" y="205486"/>
                </a:cubicBezTo>
                <a:cubicBezTo>
                  <a:pt x="280663" y="232823"/>
                  <a:pt x="268280" y="263208"/>
                  <a:pt x="244563" y="276543"/>
                </a:cubicBezTo>
                <a:cubicBezTo>
                  <a:pt x="228656" y="285496"/>
                  <a:pt x="209797" y="286544"/>
                  <a:pt x="191699" y="287401"/>
                </a:cubicBezTo>
                <a:cubicBezTo>
                  <a:pt x="174173" y="288258"/>
                  <a:pt x="156838" y="285591"/>
                  <a:pt x="130168" y="275304"/>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63" name="PlaceHolder 1"/>
          <p:cNvSpPr>
            <a:spLocks noGrp="1"/>
          </p:cNvSpPr>
          <p:nvPr>
            <p:ph type="title"/>
          </p:nvPr>
        </p:nvSpPr>
        <p:spPr>
          <a:xfrm>
            <a:off x="720000" y="36900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grpSp>
        <p:nvGrpSpPr>
          <p:cNvPr id="64" name="Google Shape;147;p23"/>
          <p:cNvGrpSpPr/>
          <p:nvPr/>
        </p:nvGrpSpPr>
        <p:grpSpPr>
          <a:xfrm>
            <a:off x="-1871640" y="-898920"/>
            <a:ext cx="5073120" cy="4622760"/>
            <a:chOff x="-1871640" y="-898920"/>
            <a:chExt cx="5073120" cy="4622760"/>
          </a:xfrm>
        </p:grpSpPr>
        <p:sp>
          <p:nvSpPr>
            <p:cNvPr id="65" name="Google Shape;148;p23"/>
            <p:cNvSpPr/>
            <p:nvPr/>
          </p:nvSpPr>
          <p:spPr>
            <a:xfrm rot="10084200" flipV="1">
              <a:off x="-1000080" y="-496440"/>
              <a:ext cx="4069440" cy="1704600"/>
            </a:xfrm>
            <a:custGeom>
              <a:avLst/>
              <a:gdLst>
                <a:gd name="textAreaLeft" fmla="*/ 0 w 4069440"/>
                <a:gd name="textAreaRight" fmla="*/ 4069800 w 4069440"/>
                <a:gd name="textAreaTop" fmla="*/ -360 h 1704600"/>
                <a:gd name="textAreaBottom" fmla="*/ 1704600 h 1704600"/>
              </a:gdLst>
              <a:ahLst/>
              <a:cxnLst/>
              <a:rect l="textAreaLeft" t="textAreaTop" r="textAreaRight" b="textAreaBottom"/>
              <a:pathLst>
                <a:path w="1150527" h="335034">
                  <a:moveTo>
                    <a:pt x="56934" y="13410"/>
                  </a:moveTo>
                  <a:cubicBezTo>
                    <a:pt x="405739" y="-33834"/>
                    <a:pt x="759879" y="61130"/>
                    <a:pt x="1110685" y="33222"/>
                  </a:cubicBezTo>
                  <a:cubicBezTo>
                    <a:pt x="1119733" y="32460"/>
                    <a:pt x="1129735" y="31984"/>
                    <a:pt x="1136688" y="37889"/>
                  </a:cubicBezTo>
                  <a:cubicBezTo>
                    <a:pt x="1142403" y="42747"/>
                    <a:pt x="1144498" y="50748"/>
                    <a:pt x="1145927" y="58273"/>
                  </a:cubicBezTo>
                  <a:cubicBezTo>
                    <a:pt x="1162024" y="141712"/>
                    <a:pt x="1135545" y="234771"/>
                    <a:pt x="1071727" y="289254"/>
                  </a:cubicBezTo>
                  <a:cubicBezTo>
                    <a:pt x="1007910" y="343737"/>
                    <a:pt x="907516" y="351928"/>
                    <a:pt x="840841" y="301160"/>
                  </a:cubicBezTo>
                  <a:cubicBezTo>
                    <a:pt x="780357" y="255154"/>
                    <a:pt x="753021" y="171049"/>
                    <a:pt x="687108" y="133615"/>
                  </a:cubicBezTo>
                  <a:cubicBezTo>
                    <a:pt x="615575" y="93039"/>
                    <a:pt x="526993" y="121804"/>
                    <a:pt x="450412" y="151332"/>
                  </a:cubicBezTo>
                  <a:cubicBezTo>
                    <a:pt x="414693" y="165048"/>
                    <a:pt x="378974" y="178859"/>
                    <a:pt x="343255" y="192575"/>
                  </a:cubicBezTo>
                  <a:cubicBezTo>
                    <a:pt x="288868" y="213530"/>
                    <a:pt x="233241" y="234771"/>
                    <a:pt x="175139" y="236581"/>
                  </a:cubicBezTo>
                  <a:cubicBezTo>
                    <a:pt x="117037" y="238390"/>
                    <a:pt x="55029" y="217436"/>
                    <a:pt x="21501" y="168858"/>
                  </a:cubicBezTo>
                  <a:cubicBezTo>
                    <a:pt x="-12027" y="120280"/>
                    <a:pt x="-10694" y="22554"/>
                    <a:pt x="56838" y="1331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6" name="Google Shape;149;p23"/>
            <p:cNvSpPr/>
            <p:nvPr/>
          </p:nvSpPr>
          <p:spPr>
            <a:xfrm rot="2586600" flipV="1">
              <a:off x="-1487520" y="1118520"/>
              <a:ext cx="2390400" cy="2067480"/>
            </a:xfrm>
            <a:custGeom>
              <a:avLst/>
              <a:gdLst>
                <a:gd name="textAreaLeft" fmla="*/ 0 w 2390400"/>
                <a:gd name="textAreaRight" fmla="*/ 2390760 w 2390400"/>
                <a:gd name="textAreaTop" fmla="*/ -360 h 2067480"/>
                <a:gd name="textAreaBottom" fmla="*/ 2067480 h 2067480"/>
              </a:gdLst>
              <a:ahLst/>
              <a:cxnLst/>
              <a:rect l="textAreaLeft" t="textAreaTop" r="textAreaRight" b="textAreaBottom"/>
              <a:pathLst>
                <a:path w="2058516" h="1780329">
                  <a:moveTo>
                    <a:pt x="643542" y="1780139"/>
                  </a:moveTo>
                  <a:cubicBezTo>
                    <a:pt x="571437" y="1780139"/>
                    <a:pt x="499333" y="1768519"/>
                    <a:pt x="431515" y="1744611"/>
                  </a:cubicBezTo>
                  <a:cubicBezTo>
                    <a:pt x="211868" y="1667078"/>
                    <a:pt x="41085" y="1460099"/>
                    <a:pt x="6605" y="1229689"/>
                  </a:cubicBezTo>
                  <a:cubicBezTo>
                    <a:pt x="-27876" y="999280"/>
                    <a:pt x="74899" y="751439"/>
                    <a:pt x="262256" y="612946"/>
                  </a:cubicBezTo>
                  <a:cubicBezTo>
                    <a:pt x="336836" y="557796"/>
                    <a:pt x="423228" y="519029"/>
                    <a:pt x="506667" y="481596"/>
                  </a:cubicBezTo>
                  <a:cubicBezTo>
                    <a:pt x="596107" y="441496"/>
                    <a:pt x="688595" y="399967"/>
                    <a:pt x="766033" y="338340"/>
                  </a:cubicBezTo>
                  <a:cubicBezTo>
                    <a:pt x="807752" y="305098"/>
                    <a:pt x="845567" y="265664"/>
                    <a:pt x="882143" y="227564"/>
                  </a:cubicBezTo>
                  <a:cubicBezTo>
                    <a:pt x="926434" y="181368"/>
                    <a:pt x="972154" y="133553"/>
                    <a:pt x="1025589" y="96215"/>
                  </a:cubicBezTo>
                  <a:cubicBezTo>
                    <a:pt x="1168274" y="-3608"/>
                    <a:pt x="1366870" y="-27420"/>
                    <a:pt x="1556799" y="32587"/>
                  </a:cubicBezTo>
                  <a:cubicBezTo>
                    <a:pt x="1720153" y="84118"/>
                    <a:pt x="1859694" y="188797"/>
                    <a:pt x="1949896" y="327386"/>
                  </a:cubicBezTo>
                  <a:cubicBezTo>
                    <a:pt x="2042764" y="470071"/>
                    <a:pt x="2078388" y="644854"/>
                    <a:pt x="2047812" y="806970"/>
                  </a:cubicBezTo>
                  <a:cubicBezTo>
                    <a:pt x="2010760" y="1003185"/>
                    <a:pt x="1877696" y="1187494"/>
                    <a:pt x="1673289" y="1325987"/>
                  </a:cubicBezTo>
                  <a:cubicBezTo>
                    <a:pt x="1586040" y="1385138"/>
                    <a:pt x="1484028" y="1425143"/>
                    <a:pt x="1385349" y="1463909"/>
                  </a:cubicBezTo>
                  <a:cubicBezTo>
                    <a:pt x="1268858" y="1509629"/>
                    <a:pt x="1148367" y="1556969"/>
                    <a:pt x="1056355" y="1635264"/>
                  </a:cubicBezTo>
                  <a:cubicBezTo>
                    <a:pt x="945389" y="1729657"/>
                    <a:pt x="794608" y="1780330"/>
                    <a:pt x="643828" y="1780330"/>
                  </a:cubicBezTo>
                  <a:close/>
                  <a:moveTo>
                    <a:pt x="1348868" y="9442"/>
                  </a:moveTo>
                  <a:cubicBezTo>
                    <a:pt x="1231425" y="9442"/>
                    <a:pt x="1120078" y="41541"/>
                    <a:pt x="1030923" y="103930"/>
                  </a:cubicBezTo>
                  <a:cubicBezTo>
                    <a:pt x="978346" y="140791"/>
                    <a:pt x="932816" y="188226"/>
                    <a:pt x="888906" y="234136"/>
                  </a:cubicBezTo>
                  <a:cubicBezTo>
                    <a:pt x="852139" y="272522"/>
                    <a:pt x="814135" y="312241"/>
                    <a:pt x="771844" y="345865"/>
                  </a:cubicBezTo>
                  <a:cubicBezTo>
                    <a:pt x="693548" y="408158"/>
                    <a:pt x="600488" y="449973"/>
                    <a:pt x="510478" y="490359"/>
                  </a:cubicBezTo>
                  <a:cubicBezTo>
                    <a:pt x="427419" y="527602"/>
                    <a:pt x="341599" y="566178"/>
                    <a:pt x="267780" y="620661"/>
                  </a:cubicBezTo>
                  <a:cubicBezTo>
                    <a:pt x="83186" y="757059"/>
                    <a:pt x="-18065" y="1001280"/>
                    <a:pt x="15939" y="1228356"/>
                  </a:cubicBezTo>
                  <a:cubicBezTo>
                    <a:pt x="49943" y="1455432"/>
                    <a:pt x="218155" y="1659267"/>
                    <a:pt x="434658" y="1735753"/>
                  </a:cubicBezTo>
                  <a:lnTo>
                    <a:pt x="434658" y="1735753"/>
                  </a:lnTo>
                  <a:cubicBezTo>
                    <a:pt x="641160" y="1808714"/>
                    <a:pt x="888430" y="1765376"/>
                    <a:pt x="1049973" y="1627930"/>
                  </a:cubicBezTo>
                  <a:cubicBezTo>
                    <a:pt x="1143223" y="1548587"/>
                    <a:pt x="1264476" y="1501057"/>
                    <a:pt x="1381729" y="1455051"/>
                  </a:cubicBezTo>
                  <a:cubicBezTo>
                    <a:pt x="1479932" y="1416475"/>
                    <a:pt x="1581469" y="1376660"/>
                    <a:pt x="1667860" y="1318081"/>
                  </a:cubicBezTo>
                  <a:cubicBezTo>
                    <a:pt x="1870171" y="1181017"/>
                    <a:pt x="2001807" y="998899"/>
                    <a:pt x="2038383" y="805160"/>
                  </a:cubicBezTo>
                  <a:cubicBezTo>
                    <a:pt x="2068577" y="645426"/>
                    <a:pt x="2033335" y="473214"/>
                    <a:pt x="1941894" y="332530"/>
                  </a:cubicBezTo>
                  <a:cubicBezTo>
                    <a:pt x="1852931" y="195751"/>
                    <a:pt x="1715104" y="92500"/>
                    <a:pt x="1553941" y="41636"/>
                  </a:cubicBezTo>
                  <a:cubicBezTo>
                    <a:pt x="1485742" y="20110"/>
                    <a:pt x="1416305" y="9537"/>
                    <a:pt x="1348963" y="9537"/>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
        <p:nvSpPr>
          <p:cNvPr id="67" name="Google Shape;150;p23"/>
          <p:cNvSpPr/>
          <p:nvPr/>
        </p:nvSpPr>
        <p:spPr>
          <a:xfrm rot="21289800" flipH="1">
            <a:off x="7446600" y="3252960"/>
            <a:ext cx="2602080" cy="2701800"/>
          </a:xfrm>
          <a:custGeom>
            <a:avLst/>
            <a:gdLst>
              <a:gd name="textAreaLeft" fmla="*/ 360 w 2602080"/>
              <a:gd name="textAreaRight" fmla="*/ 2602800 w 2602080"/>
              <a:gd name="textAreaTop" fmla="*/ 0 h 2701800"/>
              <a:gd name="textAreaBottom" fmla="*/ 2702160 h 2701800"/>
            </a:gdLst>
            <a:ahLst/>
            <a:cxnLst/>
            <a:rect l="textAreaLeft" t="textAreaTop" r="textAreaRight" b="textAreaBottom"/>
            <a:pathLst>
              <a:path w="276908" h="287550">
                <a:moveTo>
                  <a:pt x="130073" y="275114"/>
                </a:moveTo>
                <a:cubicBezTo>
                  <a:pt x="84543" y="257493"/>
                  <a:pt x="34823" y="235966"/>
                  <a:pt x="13868" y="191008"/>
                </a:cubicBezTo>
                <a:cubicBezTo>
                  <a:pt x="5581" y="173196"/>
                  <a:pt x="2723" y="153289"/>
                  <a:pt x="1104" y="133668"/>
                </a:cubicBezTo>
                <a:cubicBezTo>
                  <a:pt x="-1182" y="105854"/>
                  <a:pt x="-991" y="76327"/>
                  <a:pt x="12344" y="51943"/>
                </a:cubicBezTo>
                <a:cubicBezTo>
                  <a:pt x="29203" y="21177"/>
                  <a:pt x="64064" y="4699"/>
                  <a:pt x="98259" y="603"/>
                </a:cubicBezTo>
                <a:cubicBezTo>
                  <a:pt x="119690" y="-1969"/>
                  <a:pt x="146551" y="3270"/>
                  <a:pt x="153123" y="24321"/>
                </a:cubicBezTo>
                <a:cubicBezTo>
                  <a:pt x="159981" y="46514"/>
                  <a:pt x="138740" y="68707"/>
                  <a:pt x="141312" y="91853"/>
                </a:cubicBezTo>
                <a:cubicBezTo>
                  <a:pt x="143312" y="109665"/>
                  <a:pt x="159029" y="122714"/>
                  <a:pt x="175316" y="129191"/>
                </a:cubicBezTo>
                <a:cubicBezTo>
                  <a:pt x="191604" y="135668"/>
                  <a:pt x="209416" y="137573"/>
                  <a:pt x="225608" y="144431"/>
                </a:cubicBezTo>
                <a:cubicBezTo>
                  <a:pt x="250754" y="154908"/>
                  <a:pt x="271043" y="178149"/>
                  <a:pt x="275900" y="205486"/>
                </a:cubicBezTo>
                <a:cubicBezTo>
                  <a:pt x="280663" y="232823"/>
                  <a:pt x="268280" y="263208"/>
                  <a:pt x="244563" y="276543"/>
                </a:cubicBezTo>
                <a:cubicBezTo>
                  <a:pt x="228656" y="285496"/>
                  <a:pt x="209797" y="286544"/>
                  <a:pt x="191699" y="287401"/>
                </a:cubicBezTo>
                <a:cubicBezTo>
                  <a:pt x="174173" y="288258"/>
                  <a:pt x="156838" y="285591"/>
                  <a:pt x="130168" y="275304"/>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68" name="PlaceHolder 1"/>
          <p:cNvSpPr>
            <a:spLocks noGrp="1"/>
          </p:cNvSpPr>
          <p:nvPr>
            <p:ph type="title"/>
          </p:nvPr>
        </p:nvSpPr>
        <p:spPr>
          <a:xfrm>
            <a:off x="720000" y="36900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grpSp>
        <p:nvGrpSpPr>
          <p:cNvPr id="69" name="Google Shape;161;p24"/>
          <p:cNvGrpSpPr/>
          <p:nvPr/>
        </p:nvGrpSpPr>
        <p:grpSpPr>
          <a:xfrm>
            <a:off x="-3658680" y="-316800"/>
            <a:ext cx="5654520" cy="6050880"/>
            <a:chOff x="-3658680" y="-316800"/>
            <a:chExt cx="5654520" cy="6050880"/>
          </a:xfrm>
        </p:grpSpPr>
        <p:sp>
          <p:nvSpPr>
            <p:cNvPr id="70" name="Google Shape;162;p24"/>
            <p:cNvSpPr/>
            <p:nvPr/>
          </p:nvSpPr>
          <p:spPr>
            <a:xfrm rot="17812200" flipH="1" flipV="1">
              <a:off x="-3233880" y="756360"/>
              <a:ext cx="4804920" cy="3904560"/>
            </a:xfrm>
            <a:custGeom>
              <a:avLst/>
              <a:gdLst>
                <a:gd name="textAreaLeft" fmla="*/ 360 w 4804920"/>
                <a:gd name="textAreaRight" fmla="*/ 4805640 w 4804920"/>
                <a:gd name="textAreaTop" fmla="*/ 360 h 3904560"/>
                <a:gd name="textAreaBottom" fmla="*/ 3905280 h 3904560"/>
              </a:gdLst>
              <a:ahLst/>
              <a:cxnLst/>
              <a:rect l="textAreaLeft" t="textAreaTop" r="textAreaRight" b="textAreaBottom"/>
              <a:pathLst>
                <a:path w="1930774" h="1568974">
                  <a:moveTo>
                    <a:pt x="11419" y="1021325"/>
                  </a:moveTo>
                  <a:cubicBezTo>
                    <a:pt x="-43064" y="785677"/>
                    <a:pt x="102383" y="500975"/>
                    <a:pt x="341841" y="467542"/>
                  </a:cubicBezTo>
                  <a:cubicBezTo>
                    <a:pt x="471953" y="449445"/>
                    <a:pt x="607398" y="503166"/>
                    <a:pt x="733985" y="467923"/>
                  </a:cubicBezTo>
                  <a:cubicBezTo>
                    <a:pt x="949917" y="407820"/>
                    <a:pt x="1030689" y="127690"/>
                    <a:pt x="1233477" y="32154"/>
                  </a:cubicBezTo>
                  <a:cubicBezTo>
                    <a:pt x="1407689" y="-49951"/>
                    <a:pt x="1623621" y="34726"/>
                    <a:pt x="1752113" y="178268"/>
                  </a:cubicBezTo>
                  <a:cubicBezTo>
                    <a:pt x="1937755" y="385627"/>
                    <a:pt x="1978236" y="702714"/>
                    <a:pt x="1875843" y="961509"/>
                  </a:cubicBezTo>
                  <a:cubicBezTo>
                    <a:pt x="1773449" y="1220303"/>
                    <a:pt x="1541610" y="1417661"/>
                    <a:pt x="1277577" y="1505672"/>
                  </a:cubicBezTo>
                  <a:cubicBezTo>
                    <a:pt x="832950" y="1653786"/>
                    <a:pt x="136482" y="1561298"/>
                    <a:pt x="11514" y="102123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1" name="Google Shape;163;p24"/>
            <p:cNvSpPr/>
            <p:nvPr/>
          </p:nvSpPr>
          <p:spPr>
            <a:xfrm rot="338400" flipH="1" flipV="1">
              <a:off x="-17640" y="165240"/>
              <a:ext cx="583200" cy="759960"/>
            </a:xfrm>
            <a:custGeom>
              <a:avLst/>
              <a:gdLst>
                <a:gd name="textAreaLeft" fmla="*/ 360 w 583200"/>
                <a:gd name="textAreaRight" fmla="*/ 583920 w 583200"/>
                <a:gd name="textAreaTop" fmla="*/ -360 h 759960"/>
                <a:gd name="textAreaBottom" fmla="*/ 759960 h 759960"/>
              </a:gdLst>
              <a:ahLst/>
              <a:cxnLst/>
              <a:rect l="textAreaLeft" t="textAreaTop" r="textAreaRight" b="textAreaBottom"/>
              <a:pathLst>
                <a:path w="364045" h="474454">
                  <a:moveTo>
                    <a:pt x="157163" y="474440"/>
                  </a:moveTo>
                  <a:cubicBezTo>
                    <a:pt x="155734" y="474440"/>
                    <a:pt x="154210" y="474440"/>
                    <a:pt x="152781" y="474440"/>
                  </a:cubicBezTo>
                  <a:lnTo>
                    <a:pt x="153162" y="462058"/>
                  </a:lnTo>
                  <a:cubicBezTo>
                    <a:pt x="154686" y="462058"/>
                    <a:pt x="156210" y="462058"/>
                    <a:pt x="157829" y="462058"/>
                  </a:cubicBezTo>
                  <a:cubicBezTo>
                    <a:pt x="163068" y="462058"/>
                    <a:pt x="168307" y="461772"/>
                    <a:pt x="173641" y="461296"/>
                  </a:cubicBezTo>
                  <a:lnTo>
                    <a:pt x="174784" y="473583"/>
                  </a:lnTo>
                  <a:cubicBezTo>
                    <a:pt x="168878" y="474155"/>
                    <a:pt x="163068" y="474536"/>
                    <a:pt x="157258" y="474440"/>
                  </a:cubicBezTo>
                  <a:close/>
                  <a:moveTo>
                    <a:pt x="130873" y="472250"/>
                  </a:moveTo>
                  <a:cubicBezTo>
                    <a:pt x="123539" y="471106"/>
                    <a:pt x="116395" y="469297"/>
                    <a:pt x="109347" y="467106"/>
                  </a:cubicBezTo>
                  <a:lnTo>
                    <a:pt x="113062" y="455295"/>
                  </a:lnTo>
                  <a:cubicBezTo>
                    <a:pt x="119443" y="457295"/>
                    <a:pt x="126111" y="458914"/>
                    <a:pt x="132779" y="459962"/>
                  </a:cubicBezTo>
                  <a:lnTo>
                    <a:pt x="130778" y="472154"/>
                  </a:lnTo>
                  <a:close/>
                  <a:moveTo>
                    <a:pt x="196405" y="470154"/>
                  </a:moveTo>
                  <a:lnTo>
                    <a:pt x="193738" y="458057"/>
                  </a:lnTo>
                  <a:cubicBezTo>
                    <a:pt x="200310" y="456629"/>
                    <a:pt x="206978" y="454723"/>
                    <a:pt x="213455" y="452533"/>
                  </a:cubicBezTo>
                  <a:lnTo>
                    <a:pt x="217456" y="464248"/>
                  </a:lnTo>
                  <a:cubicBezTo>
                    <a:pt x="210502" y="466630"/>
                    <a:pt x="203454" y="468630"/>
                    <a:pt x="196405" y="470154"/>
                  </a:cubicBezTo>
                  <a:close/>
                  <a:moveTo>
                    <a:pt x="88868" y="458819"/>
                  </a:moveTo>
                  <a:cubicBezTo>
                    <a:pt x="83248" y="456057"/>
                    <a:pt x="77819" y="452819"/>
                    <a:pt x="72771" y="449389"/>
                  </a:cubicBezTo>
                  <a:lnTo>
                    <a:pt x="69913" y="447389"/>
                  </a:lnTo>
                  <a:lnTo>
                    <a:pt x="77057" y="437293"/>
                  </a:lnTo>
                  <a:lnTo>
                    <a:pt x="79343" y="438912"/>
                  </a:lnTo>
                  <a:cubicBezTo>
                    <a:pt x="84296" y="442341"/>
                    <a:pt x="89249" y="445198"/>
                    <a:pt x="94392" y="447770"/>
                  </a:cubicBezTo>
                  <a:lnTo>
                    <a:pt x="88868" y="458819"/>
                  </a:lnTo>
                  <a:close/>
                  <a:moveTo>
                    <a:pt x="237744" y="455867"/>
                  </a:moveTo>
                  <a:lnTo>
                    <a:pt x="232410" y="444722"/>
                  </a:lnTo>
                  <a:cubicBezTo>
                    <a:pt x="238506" y="441770"/>
                    <a:pt x="244507" y="438436"/>
                    <a:pt x="250222" y="434721"/>
                  </a:cubicBezTo>
                  <a:lnTo>
                    <a:pt x="256889" y="445103"/>
                  </a:lnTo>
                  <a:cubicBezTo>
                    <a:pt x="250793" y="449009"/>
                    <a:pt x="244316" y="452628"/>
                    <a:pt x="237744" y="455771"/>
                  </a:cubicBezTo>
                  <a:close/>
                  <a:moveTo>
                    <a:pt x="52959" y="433197"/>
                  </a:moveTo>
                  <a:cubicBezTo>
                    <a:pt x="47720" y="428149"/>
                    <a:pt x="42863" y="422529"/>
                    <a:pt x="38385" y="416623"/>
                  </a:cubicBezTo>
                  <a:lnTo>
                    <a:pt x="48292" y="409099"/>
                  </a:lnTo>
                  <a:cubicBezTo>
                    <a:pt x="52388" y="414528"/>
                    <a:pt x="56959" y="419671"/>
                    <a:pt x="61722" y="424339"/>
                  </a:cubicBezTo>
                  <a:lnTo>
                    <a:pt x="53054" y="433197"/>
                  </a:lnTo>
                  <a:close/>
                  <a:moveTo>
                    <a:pt x="274606" y="432149"/>
                  </a:moveTo>
                  <a:lnTo>
                    <a:pt x="266700" y="422624"/>
                  </a:lnTo>
                  <a:cubicBezTo>
                    <a:pt x="271843" y="418338"/>
                    <a:pt x="276987" y="413671"/>
                    <a:pt x="281844" y="408718"/>
                  </a:cubicBezTo>
                  <a:lnTo>
                    <a:pt x="290703" y="417386"/>
                  </a:lnTo>
                  <a:cubicBezTo>
                    <a:pt x="285559" y="422624"/>
                    <a:pt x="280130" y="427577"/>
                    <a:pt x="274606" y="432149"/>
                  </a:cubicBezTo>
                  <a:close/>
                  <a:moveTo>
                    <a:pt x="305085" y="401003"/>
                  </a:moveTo>
                  <a:lnTo>
                    <a:pt x="295370" y="393287"/>
                  </a:lnTo>
                  <a:cubicBezTo>
                    <a:pt x="299561" y="387953"/>
                    <a:pt x="303657" y="382334"/>
                    <a:pt x="307372" y="376523"/>
                  </a:cubicBezTo>
                  <a:lnTo>
                    <a:pt x="317754" y="383286"/>
                  </a:lnTo>
                  <a:cubicBezTo>
                    <a:pt x="313754" y="389382"/>
                    <a:pt x="309467" y="395288"/>
                    <a:pt x="304991" y="401003"/>
                  </a:cubicBezTo>
                  <a:close/>
                  <a:moveTo>
                    <a:pt x="26289" y="398240"/>
                  </a:moveTo>
                  <a:cubicBezTo>
                    <a:pt x="22765" y="392049"/>
                    <a:pt x="19526" y="385381"/>
                    <a:pt x="16669" y="378523"/>
                  </a:cubicBezTo>
                  <a:lnTo>
                    <a:pt x="28099" y="373761"/>
                  </a:lnTo>
                  <a:cubicBezTo>
                    <a:pt x="30766" y="380143"/>
                    <a:pt x="33718" y="386334"/>
                    <a:pt x="37052" y="392144"/>
                  </a:cubicBezTo>
                  <a:lnTo>
                    <a:pt x="26289" y="398240"/>
                  </a:lnTo>
                  <a:close/>
                  <a:moveTo>
                    <a:pt x="328898" y="364617"/>
                  </a:moveTo>
                  <a:lnTo>
                    <a:pt x="317945" y="358807"/>
                  </a:lnTo>
                  <a:cubicBezTo>
                    <a:pt x="321087" y="352806"/>
                    <a:pt x="324135" y="346615"/>
                    <a:pt x="326898" y="340138"/>
                  </a:cubicBezTo>
                  <a:lnTo>
                    <a:pt x="338233" y="345091"/>
                  </a:lnTo>
                  <a:cubicBezTo>
                    <a:pt x="335375" y="351854"/>
                    <a:pt x="332137" y="358426"/>
                    <a:pt x="328803" y="364617"/>
                  </a:cubicBezTo>
                  <a:close/>
                  <a:moveTo>
                    <a:pt x="9430" y="357854"/>
                  </a:moveTo>
                  <a:cubicBezTo>
                    <a:pt x="7429" y="351092"/>
                    <a:pt x="5715" y="343948"/>
                    <a:pt x="4381" y="336613"/>
                  </a:cubicBezTo>
                  <a:lnTo>
                    <a:pt x="16573" y="334328"/>
                  </a:lnTo>
                  <a:cubicBezTo>
                    <a:pt x="17907" y="341186"/>
                    <a:pt x="19526" y="347948"/>
                    <a:pt x="21336" y="354330"/>
                  </a:cubicBezTo>
                  <a:lnTo>
                    <a:pt x="9430" y="357854"/>
                  </a:lnTo>
                  <a:close/>
                  <a:moveTo>
                    <a:pt x="346138" y="324898"/>
                  </a:moveTo>
                  <a:lnTo>
                    <a:pt x="334423" y="320897"/>
                  </a:lnTo>
                  <a:cubicBezTo>
                    <a:pt x="336613" y="314515"/>
                    <a:pt x="338614" y="307753"/>
                    <a:pt x="340423" y="301085"/>
                  </a:cubicBezTo>
                  <a:lnTo>
                    <a:pt x="352425" y="304229"/>
                  </a:lnTo>
                  <a:cubicBezTo>
                    <a:pt x="350615" y="311277"/>
                    <a:pt x="348425" y="318230"/>
                    <a:pt x="346138" y="324993"/>
                  </a:cubicBezTo>
                  <a:close/>
                  <a:moveTo>
                    <a:pt x="1238" y="315087"/>
                  </a:moveTo>
                  <a:cubicBezTo>
                    <a:pt x="571" y="307943"/>
                    <a:pt x="95" y="300609"/>
                    <a:pt x="0" y="293370"/>
                  </a:cubicBezTo>
                  <a:lnTo>
                    <a:pt x="12382" y="293084"/>
                  </a:lnTo>
                  <a:cubicBezTo>
                    <a:pt x="12478" y="299942"/>
                    <a:pt x="12954" y="306991"/>
                    <a:pt x="13621" y="313754"/>
                  </a:cubicBezTo>
                  <a:lnTo>
                    <a:pt x="1334" y="314992"/>
                  </a:lnTo>
                  <a:close/>
                  <a:moveTo>
                    <a:pt x="357092" y="282988"/>
                  </a:moveTo>
                  <a:lnTo>
                    <a:pt x="344900" y="280702"/>
                  </a:lnTo>
                  <a:cubicBezTo>
                    <a:pt x="346138" y="273844"/>
                    <a:pt x="347186" y="266986"/>
                    <a:pt x="348043" y="260128"/>
                  </a:cubicBezTo>
                  <a:lnTo>
                    <a:pt x="360331" y="261556"/>
                  </a:lnTo>
                  <a:cubicBezTo>
                    <a:pt x="359569" y="268605"/>
                    <a:pt x="358426" y="275844"/>
                    <a:pt x="357092" y="282988"/>
                  </a:cubicBezTo>
                  <a:close/>
                  <a:moveTo>
                    <a:pt x="12763" y="272510"/>
                  </a:moveTo>
                  <a:lnTo>
                    <a:pt x="381" y="271844"/>
                  </a:lnTo>
                  <a:cubicBezTo>
                    <a:pt x="762" y="264700"/>
                    <a:pt x="1428" y="257461"/>
                    <a:pt x="2381" y="250317"/>
                  </a:cubicBezTo>
                  <a:lnTo>
                    <a:pt x="14668" y="251936"/>
                  </a:lnTo>
                  <a:cubicBezTo>
                    <a:pt x="13811" y="258794"/>
                    <a:pt x="13145" y="265747"/>
                    <a:pt x="12763" y="272605"/>
                  </a:cubicBezTo>
                  <a:close/>
                  <a:moveTo>
                    <a:pt x="362331" y="240221"/>
                  </a:moveTo>
                  <a:lnTo>
                    <a:pt x="350044" y="239363"/>
                  </a:lnTo>
                  <a:cubicBezTo>
                    <a:pt x="350520" y="232791"/>
                    <a:pt x="350901" y="225743"/>
                    <a:pt x="351187" y="218408"/>
                  </a:cubicBezTo>
                  <a:lnTo>
                    <a:pt x="363569" y="218885"/>
                  </a:lnTo>
                  <a:cubicBezTo>
                    <a:pt x="363284" y="226409"/>
                    <a:pt x="362902" y="233553"/>
                    <a:pt x="362426" y="240316"/>
                  </a:cubicBezTo>
                  <a:close/>
                  <a:moveTo>
                    <a:pt x="18002" y="231267"/>
                  </a:moveTo>
                  <a:lnTo>
                    <a:pt x="5905" y="228790"/>
                  </a:lnTo>
                  <a:lnTo>
                    <a:pt x="6953" y="223933"/>
                  </a:lnTo>
                  <a:cubicBezTo>
                    <a:pt x="8191" y="218504"/>
                    <a:pt x="9430" y="213074"/>
                    <a:pt x="10953" y="207740"/>
                  </a:cubicBezTo>
                  <a:lnTo>
                    <a:pt x="22860" y="210979"/>
                  </a:lnTo>
                  <a:cubicBezTo>
                    <a:pt x="21431" y="216122"/>
                    <a:pt x="20193" y="221361"/>
                    <a:pt x="19050" y="226600"/>
                  </a:cubicBezTo>
                  <a:lnTo>
                    <a:pt x="18097" y="231172"/>
                  </a:lnTo>
                  <a:close/>
                  <a:moveTo>
                    <a:pt x="364045" y="197453"/>
                  </a:moveTo>
                  <a:lnTo>
                    <a:pt x="351663" y="197453"/>
                  </a:lnTo>
                  <a:cubicBezTo>
                    <a:pt x="351663" y="197453"/>
                    <a:pt x="351663" y="190500"/>
                    <a:pt x="351663" y="190500"/>
                  </a:cubicBezTo>
                  <a:cubicBezTo>
                    <a:pt x="351663" y="185833"/>
                    <a:pt x="351663" y="181070"/>
                    <a:pt x="351472" y="176308"/>
                  </a:cubicBezTo>
                  <a:lnTo>
                    <a:pt x="363855" y="176022"/>
                  </a:lnTo>
                  <a:cubicBezTo>
                    <a:pt x="363950" y="180880"/>
                    <a:pt x="364045" y="185738"/>
                    <a:pt x="364045" y="190500"/>
                  </a:cubicBezTo>
                  <a:lnTo>
                    <a:pt x="364045" y="197358"/>
                  </a:lnTo>
                  <a:close/>
                  <a:moveTo>
                    <a:pt x="28860" y="191167"/>
                  </a:moveTo>
                  <a:lnTo>
                    <a:pt x="17145" y="187262"/>
                  </a:lnTo>
                  <a:cubicBezTo>
                    <a:pt x="19431" y="180404"/>
                    <a:pt x="22003" y="173546"/>
                    <a:pt x="24669" y="166973"/>
                  </a:cubicBezTo>
                  <a:lnTo>
                    <a:pt x="36100" y="171640"/>
                  </a:lnTo>
                  <a:cubicBezTo>
                    <a:pt x="33528" y="178022"/>
                    <a:pt x="31052" y="184595"/>
                    <a:pt x="28860" y="191167"/>
                  </a:cubicBezTo>
                  <a:close/>
                  <a:moveTo>
                    <a:pt x="350711" y="155353"/>
                  </a:moveTo>
                  <a:cubicBezTo>
                    <a:pt x="350329" y="148400"/>
                    <a:pt x="349853" y="141351"/>
                    <a:pt x="349186" y="134398"/>
                  </a:cubicBezTo>
                  <a:lnTo>
                    <a:pt x="361474" y="133255"/>
                  </a:lnTo>
                  <a:cubicBezTo>
                    <a:pt x="362141" y="140398"/>
                    <a:pt x="362712" y="147542"/>
                    <a:pt x="363093" y="154686"/>
                  </a:cubicBezTo>
                  <a:lnTo>
                    <a:pt x="350711" y="155353"/>
                  </a:lnTo>
                  <a:close/>
                  <a:moveTo>
                    <a:pt x="44577" y="152590"/>
                  </a:moveTo>
                  <a:lnTo>
                    <a:pt x="33433" y="147161"/>
                  </a:lnTo>
                  <a:cubicBezTo>
                    <a:pt x="36576" y="140684"/>
                    <a:pt x="40005" y="134207"/>
                    <a:pt x="43529" y="128016"/>
                  </a:cubicBezTo>
                  <a:lnTo>
                    <a:pt x="54293" y="134112"/>
                  </a:lnTo>
                  <a:cubicBezTo>
                    <a:pt x="50863" y="140018"/>
                    <a:pt x="47625" y="146209"/>
                    <a:pt x="44577" y="152495"/>
                  </a:cubicBezTo>
                  <a:close/>
                  <a:moveTo>
                    <a:pt x="65151" y="116586"/>
                  </a:moveTo>
                  <a:lnTo>
                    <a:pt x="54864" y="109728"/>
                  </a:lnTo>
                  <a:cubicBezTo>
                    <a:pt x="58864" y="103727"/>
                    <a:pt x="63151" y="97822"/>
                    <a:pt x="67532" y="92202"/>
                  </a:cubicBezTo>
                  <a:lnTo>
                    <a:pt x="77248" y="99822"/>
                  </a:lnTo>
                  <a:cubicBezTo>
                    <a:pt x="73057" y="105156"/>
                    <a:pt x="68961" y="110871"/>
                    <a:pt x="65056" y="116586"/>
                  </a:cubicBezTo>
                  <a:close/>
                  <a:moveTo>
                    <a:pt x="346710" y="113633"/>
                  </a:moveTo>
                  <a:cubicBezTo>
                    <a:pt x="345662" y="106489"/>
                    <a:pt x="344424" y="99536"/>
                    <a:pt x="343091" y="93154"/>
                  </a:cubicBezTo>
                  <a:lnTo>
                    <a:pt x="355187" y="90583"/>
                  </a:lnTo>
                  <a:cubicBezTo>
                    <a:pt x="356616" y="97250"/>
                    <a:pt x="357854" y="104394"/>
                    <a:pt x="358997" y="111823"/>
                  </a:cubicBezTo>
                  <a:lnTo>
                    <a:pt x="346710" y="113633"/>
                  </a:lnTo>
                  <a:close/>
                  <a:moveTo>
                    <a:pt x="90773" y="84011"/>
                  </a:moveTo>
                  <a:lnTo>
                    <a:pt x="81629" y="75629"/>
                  </a:lnTo>
                  <a:cubicBezTo>
                    <a:pt x="86582" y="70199"/>
                    <a:pt x="91821" y="65056"/>
                    <a:pt x="97060" y="60293"/>
                  </a:cubicBezTo>
                  <a:lnTo>
                    <a:pt x="105442" y="69437"/>
                  </a:lnTo>
                  <a:cubicBezTo>
                    <a:pt x="100489" y="74009"/>
                    <a:pt x="95535" y="78867"/>
                    <a:pt x="90773" y="84011"/>
                  </a:cubicBezTo>
                  <a:close/>
                  <a:moveTo>
                    <a:pt x="337851" y="73152"/>
                  </a:moveTo>
                  <a:cubicBezTo>
                    <a:pt x="335661" y="66199"/>
                    <a:pt x="333184" y="59817"/>
                    <a:pt x="330518" y="54197"/>
                  </a:cubicBezTo>
                  <a:lnTo>
                    <a:pt x="341662" y="48863"/>
                  </a:lnTo>
                  <a:cubicBezTo>
                    <a:pt x="344614" y="54959"/>
                    <a:pt x="347281" y="61913"/>
                    <a:pt x="349662" y="69437"/>
                  </a:cubicBezTo>
                  <a:lnTo>
                    <a:pt x="337851" y="73152"/>
                  </a:lnTo>
                  <a:close/>
                  <a:moveTo>
                    <a:pt x="121253" y="56197"/>
                  </a:moveTo>
                  <a:lnTo>
                    <a:pt x="113729" y="46387"/>
                  </a:lnTo>
                  <a:cubicBezTo>
                    <a:pt x="119539" y="42005"/>
                    <a:pt x="125539" y="37814"/>
                    <a:pt x="131636" y="34004"/>
                  </a:cubicBezTo>
                  <a:lnTo>
                    <a:pt x="138208" y="44482"/>
                  </a:lnTo>
                  <a:cubicBezTo>
                    <a:pt x="132493" y="48101"/>
                    <a:pt x="126778" y="52006"/>
                    <a:pt x="121253" y="56197"/>
                  </a:cubicBezTo>
                  <a:close/>
                  <a:moveTo>
                    <a:pt x="148590" y="38576"/>
                  </a:moveTo>
                  <a:lnTo>
                    <a:pt x="142875" y="27622"/>
                  </a:lnTo>
                  <a:cubicBezTo>
                    <a:pt x="149066" y="24384"/>
                    <a:pt x="155734" y="21336"/>
                    <a:pt x="162687" y="18574"/>
                  </a:cubicBezTo>
                  <a:lnTo>
                    <a:pt x="167354" y="30004"/>
                  </a:lnTo>
                  <a:cubicBezTo>
                    <a:pt x="160782" y="32671"/>
                    <a:pt x="154495" y="35528"/>
                    <a:pt x="148590" y="38576"/>
                  </a:cubicBezTo>
                  <a:close/>
                  <a:moveTo>
                    <a:pt x="320135" y="37814"/>
                  </a:moveTo>
                  <a:cubicBezTo>
                    <a:pt x="316039" y="33052"/>
                    <a:pt x="311086" y="28861"/>
                    <a:pt x="305467" y="25337"/>
                  </a:cubicBezTo>
                  <a:lnTo>
                    <a:pt x="311944" y="14859"/>
                  </a:lnTo>
                  <a:cubicBezTo>
                    <a:pt x="318611" y="18955"/>
                    <a:pt x="324517" y="24003"/>
                    <a:pt x="329469" y="29718"/>
                  </a:cubicBezTo>
                  <a:lnTo>
                    <a:pt x="320135" y="37814"/>
                  </a:lnTo>
                  <a:close/>
                  <a:moveTo>
                    <a:pt x="186880" y="22955"/>
                  </a:moveTo>
                  <a:lnTo>
                    <a:pt x="183166" y="11144"/>
                  </a:lnTo>
                  <a:cubicBezTo>
                    <a:pt x="190119" y="8954"/>
                    <a:pt x="197168" y="7048"/>
                    <a:pt x="204121" y="5525"/>
                  </a:cubicBezTo>
                  <a:lnTo>
                    <a:pt x="206787" y="17621"/>
                  </a:lnTo>
                  <a:cubicBezTo>
                    <a:pt x="200120" y="19145"/>
                    <a:pt x="193357" y="20955"/>
                    <a:pt x="186785" y="22955"/>
                  </a:cubicBezTo>
                  <a:close/>
                  <a:moveTo>
                    <a:pt x="287560" y="17336"/>
                  </a:moveTo>
                  <a:cubicBezTo>
                    <a:pt x="281559" y="15430"/>
                    <a:pt x="274987" y="14097"/>
                    <a:pt x="267938" y="13335"/>
                  </a:cubicBezTo>
                  <a:lnTo>
                    <a:pt x="269367" y="1048"/>
                  </a:lnTo>
                  <a:cubicBezTo>
                    <a:pt x="277177" y="2000"/>
                    <a:pt x="284512" y="3429"/>
                    <a:pt x="291179" y="5525"/>
                  </a:cubicBezTo>
                  <a:lnTo>
                    <a:pt x="287560" y="17336"/>
                  </a:lnTo>
                  <a:close/>
                  <a:moveTo>
                    <a:pt x="227171" y="14002"/>
                  </a:moveTo>
                  <a:lnTo>
                    <a:pt x="225552" y="1714"/>
                  </a:lnTo>
                  <a:cubicBezTo>
                    <a:pt x="232981" y="762"/>
                    <a:pt x="240316" y="95"/>
                    <a:pt x="247364" y="0"/>
                  </a:cubicBezTo>
                  <a:lnTo>
                    <a:pt x="247650" y="12382"/>
                  </a:lnTo>
                  <a:cubicBezTo>
                    <a:pt x="241078" y="12573"/>
                    <a:pt x="234125" y="13049"/>
                    <a:pt x="227171" y="1400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grpSp>
        <p:nvGrpSpPr>
          <p:cNvPr id="72" name="Google Shape;164;p24"/>
          <p:cNvGrpSpPr/>
          <p:nvPr/>
        </p:nvGrpSpPr>
        <p:grpSpPr>
          <a:xfrm>
            <a:off x="8167320" y="-546480"/>
            <a:ext cx="1783080" cy="4638600"/>
            <a:chOff x="8167320" y="-546480"/>
            <a:chExt cx="1783080" cy="4638600"/>
          </a:xfrm>
        </p:grpSpPr>
        <p:sp>
          <p:nvSpPr>
            <p:cNvPr id="73" name="Google Shape;165;p24"/>
            <p:cNvSpPr/>
            <p:nvPr/>
          </p:nvSpPr>
          <p:spPr>
            <a:xfrm rot="16200000" flipV="1">
              <a:off x="6940800" y="770400"/>
              <a:ext cx="3715920" cy="1081800"/>
            </a:xfrm>
            <a:custGeom>
              <a:avLst/>
              <a:gdLst>
                <a:gd name="textAreaLeft" fmla="*/ 0 w 3715920"/>
                <a:gd name="textAreaRight" fmla="*/ 3716280 w 3715920"/>
                <a:gd name="textAreaTop" fmla="*/ -360 h 1081800"/>
                <a:gd name="textAreaBottom" fmla="*/ 1081800 h 1081800"/>
              </a:gdLst>
              <a:ahLst/>
              <a:cxnLst/>
              <a:rect l="textAreaLeft" t="textAreaTop" r="textAreaRight" b="textAreaBottom"/>
              <a:pathLst>
                <a:path w="1150527" h="335034">
                  <a:moveTo>
                    <a:pt x="56934" y="13410"/>
                  </a:moveTo>
                  <a:cubicBezTo>
                    <a:pt x="405739" y="-33834"/>
                    <a:pt x="759879" y="61130"/>
                    <a:pt x="1110685" y="33222"/>
                  </a:cubicBezTo>
                  <a:cubicBezTo>
                    <a:pt x="1119733" y="32460"/>
                    <a:pt x="1129735" y="31984"/>
                    <a:pt x="1136688" y="37889"/>
                  </a:cubicBezTo>
                  <a:cubicBezTo>
                    <a:pt x="1142403" y="42747"/>
                    <a:pt x="1144498" y="50748"/>
                    <a:pt x="1145927" y="58273"/>
                  </a:cubicBezTo>
                  <a:cubicBezTo>
                    <a:pt x="1162024" y="141712"/>
                    <a:pt x="1135545" y="234771"/>
                    <a:pt x="1071727" y="289254"/>
                  </a:cubicBezTo>
                  <a:cubicBezTo>
                    <a:pt x="1007910" y="343737"/>
                    <a:pt x="907516" y="351928"/>
                    <a:pt x="840841" y="301160"/>
                  </a:cubicBezTo>
                  <a:cubicBezTo>
                    <a:pt x="780357" y="255154"/>
                    <a:pt x="753021" y="171049"/>
                    <a:pt x="687108" y="133615"/>
                  </a:cubicBezTo>
                  <a:cubicBezTo>
                    <a:pt x="615575" y="93039"/>
                    <a:pt x="526993" y="121804"/>
                    <a:pt x="450412" y="151332"/>
                  </a:cubicBezTo>
                  <a:cubicBezTo>
                    <a:pt x="414693" y="165048"/>
                    <a:pt x="378974" y="178859"/>
                    <a:pt x="343255" y="192575"/>
                  </a:cubicBezTo>
                  <a:cubicBezTo>
                    <a:pt x="288868" y="213530"/>
                    <a:pt x="233241" y="234771"/>
                    <a:pt x="175139" y="236581"/>
                  </a:cubicBezTo>
                  <a:cubicBezTo>
                    <a:pt x="117037" y="238390"/>
                    <a:pt x="55029" y="217436"/>
                    <a:pt x="21501" y="168858"/>
                  </a:cubicBezTo>
                  <a:cubicBezTo>
                    <a:pt x="-12027" y="120280"/>
                    <a:pt x="-10694" y="22554"/>
                    <a:pt x="56838" y="1331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4" name="Google Shape;166;p24"/>
            <p:cNvSpPr/>
            <p:nvPr/>
          </p:nvSpPr>
          <p:spPr>
            <a:xfrm rot="8233200" flipV="1">
              <a:off x="8330040" y="2685960"/>
              <a:ext cx="1457280" cy="1050480"/>
            </a:xfrm>
            <a:custGeom>
              <a:avLst/>
              <a:gdLst>
                <a:gd name="textAreaLeft" fmla="*/ 0 w 1457280"/>
                <a:gd name="textAreaRight" fmla="*/ 1457640 w 1457280"/>
                <a:gd name="textAreaTop" fmla="*/ 360 h 1050480"/>
                <a:gd name="textAreaBottom" fmla="*/ 1051200 h 1050480"/>
              </a:gdLst>
              <a:ahLst/>
              <a:cxnLst/>
              <a:rect l="textAreaLeft" t="textAreaTop" r="textAreaRight" b="textAreaBottom"/>
              <a:pathLst>
                <a:path w="231419" h="166848">
                  <a:moveTo>
                    <a:pt x="107158" y="166848"/>
                  </a:moveTo>
                  <a:cubicBezTo>
                    <a:pt x="76392" y="166848"/>
                    <a:pt x="47912" y="156847"/>
                    <a:pt x="28100" y="138750"/>
                  </a:cubicBezTo>
                  <a:cubicBezTo>
                    <a:pt x="3144" y="115985"/>
                    <a:pt x="-6475" y="80171"/>
                    <a:pt x="4478" y="51501"/>
                  </a:cubicBezTo>
                  <a:cubicBezTo>
                    <a:pt x="15622" y="22640"/>
                    <a:pt x="47150" y="1971"/>
                    <a:pt x="82964" y="161"/>
                  </a:cubicBezTo>
                  <a:lnTo>
                    <a:pt x="82964" y="161"/>
                  </a:lnTo>
                  <a:cubicBezTo>
                    <a:pt x="118111" y="-1554"/>
                    <a:pt x="154116" y="10543"/>
                    <a:pt x="176595" y="31879"/>
                  </a:cubicBezTo>
                  <a:lnTo>
                    <a:pt x="180786" y="35784"/>
                  </a:lnTo>
                  <a:cubicBezTo>
                    <a:pt x="200979" y="54644"/>
                    <a:pt x="238603" y="89696"/>
                    <a:pt x="230221" y="115508"/>
                  </a:cubicBezTo>
                  <a:cubicBezTo>
                    <a:pt x="226220" y="127796"/>
                    <a:pt x="214886" y="134749"/>
                    <a:pt x="203169" y="140464"/>
                  </a:cubicBezTo>
                  <a:cubicBezTo>
                    <a:pt x="169832" y="156752"/>
                    <a:pt x="141924" y="165039"/>
                    <a:pt x="115349" y="166563"/>
                  </a:cubicBezTo>
                  <a:cubicBezTo>
                    <a:pt x="112587" y="166753"/>
                    <a:pt x="109824" y="166848"/>
                    <a:pt x="107062" y="166848"/>
                  </a:cubicBezTo>
                  <a:close/>
                  <a:moveTo>
                    <a:pt x="83535" y="9686"/>
                  </a:moveTo>
                  <a:lnTo>
                    <a:pt x="83535" y="9686"/>
                  </a:lnTo>
                  <a:cubicBezTo>
                    <a:pt x="56770" y="11019"/>
                    <a:pt x="24766" y="25593"/>
                    <a:pt x="13432" y="54929"/>
                  </a:cubicBezTo>
                  <a:cubicBezTo>
                    <a:pt x="3811" y="79980"/>
                    <a:pt x="12479" y="111603"/>
                    <a:pt x="34577" y="131701"/>
                  </a:cubicBezTo>
                  <a:cubicBezTo>
                    <a:pt x="54199" y="149608"/>
                    <a:pt x="83535" y="158847"/>
                    <a:pt x="114968" y="157038"/>
                  </a:cubicBezTo>
                  <a:cubicBezTo>
                    <a:pt x="140305" y="155609"/>
                    <a:pt x="167070" y="147608"/>
                    <a:pt x="199169" y="131892"/>
                  </a:cubicBezTo>
                  <a:cubicBezTo>
                    <a:pt x="208980" y="127129"/>
                    <a:pt x="218410" y="121414"/>
                    <a:pt x="221362" y="112556"/>
                  </a:cubicBezTo>
                  <a:cubicBezTo>
                    <a:pt x="227839" y="92553"/>
                    <a:pt x="190502" y="57597"/>
                    <a:pt x="174500" y="42737"/>
                  </a:cubicBezTo>
                  <a:lnTo>
                    <a:pt x="170213" y="38737"/>
                  </a:lnTo>
                  <a:cubicBezTo>
                    <a:pt x="149830" y="19401"/>
                    <a:pt x="115825" y="8066"/>
                    <a:pt x="83631" y="9686"/>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5" name="PlaceHolder 1"/>
          <p:cNvSpPr>
            <a:spLocks noGrp="1"/>
          </p:cNvSpPr>
          <p:nvPr>
            <p:ph type="title"/>
          </p:nvPr>
        </p:nvSpPr>
        <p:spPr>
          <a:xfrm>
            <a:off x="720000" y="36900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grpSp>
        <p:nvGrpSpPr>
          <p:cNvPr id="76" name="Google Shape;181;p25"/>
          <p:cNvGrpSpPr/>
          <p:nvPr/>
        </p:nvGrpSpPr>
        <p:grpSpPr>
          <a:xfrm>
            <a:off x="7857000" y="2117520"/>
            <a:ext cx="2851560" cy="3769200"/>
            <a:chOff x="7857000" y="2117520"/>
            <a:chExt cx="2851560" cy="3769200"/>
          </a:xfrm>
        </p:grpSpPr>
        <p:sp>
          <p:nvSpPr>
            <p:cNvPr id="77" name="Google Shape;182;p25"/>
            <p:cNvSpPr/>
            <p:nvPr/>
          </p:nvSpPr>
          <p:spPr>
            <a:xfrm rot="20356200" flipH="1">
              <a:off x="8407440" y="2376000"/>
              <a:ext cx="1919160" cy="2505600"/>
            </a:xfrm>
            <a:custGeom>
              <a:avLst/>
              <a:gdLst>
                <a:gd name="textAreaLeft" fmla="*/ -360 w 1919160"/>
                <a:gd name="textAreaRight" fmla="*/ 1919160 w 1919160"/>
                <a:gd name="textAreaTop" fmla="*/ 0 h 2505600"/>
                <a:gd name="textAreaBottom" fmla="*/ 2505960 h 2505600"/>
              </a:gdLst>
              <a:ahLst/>
              <a:cxnLst/>
              <a:rect l="textAreaLeft" t="textAreaTop" r="textAreaRight" b="textAreaBottom"/>
              <a:pathLst>
                <a:path w="910992" h="1189302">
                  <a:moveTo>
                    <a:pt x="263278" y="240063"/>
                  </a:moveTo>
                  <a:cubicBezTo>
                    <a:pt x="308331" y="122620"/>
                    <a:pt x="413201" y="31371"/>
                    <a:pt x="533883" y="4796"/>
                  </a:cubicBezTo>
                  <a:cubicBezTo>
                    <a:pt x="599891" y="-9777"/>
                    <a:pt x="687331" y="7558"/>
                    <a:pt x="704095" y="74805"/>
                  </a:cubicBezTo>
                  <a:cubicBezTo>
                    <a:pt x="715144" y="119191"/>
                    <a:pt x="689236" y="162911"/>
                    <a:pt x="669995" y="204154"/>
                  </a:cubicBezTo>
                  <a:cubicBezTo>
                    <a:pt x="605701" y="341981"/>
                    <a:pt x="627799" y="536482"/>
                    <a:pt x="758768" y="611443"/>
                  </a:cubicBezTo>
                  <a:cubicBezTo>
                    <a:pt x="795154" y="632208"/>
                    <a:pt x="838397" y="643447"/>
                    <a:pt x="865829" y="675546"/>
                  </a:cubicBezTo>
                  <a:cubicBezTo>
                    <a:pt x="882498" y="695073"/>
                    <a:pt x="891356" y="720219"/>
                    <a:pt x="897833" y="745269"/>
                  </a:cubicBezTo>
                  <a:cubicBezTo>
                    <a:pt x="917740" y="822517"/>
                    <a:pt x="917169" y="907766"/>
                    <a:pt x="881450" y="978346"/>
                  </a:cubicBezTo>
                  <a:cubicBezTo>
                    <a:pt x="854399" y="1031686"/>
                    <a:pt x="809251" y="1073406"/>
                    <a:pt x="759721" y="1105695"/>
                  </a:cubicBezTo>
                  <a:cubicBezTo>
                    <a:pt x="619513" y="1197040"/>
                    <a:pt x="434632" y="1216757"/>
                    <a:pt x="281185" y="1148844"/>
                  </a:cubicBezTo>
                  <a:cubicBezTo>
                    <a:pt x="127832" y="1080930"/>
                    <a:pt x="12961" y="924054"/>
                    <a:pt x="959" y="753842"/>
                  </a:cubicBezTo>
                  <a:cubicBezTo>
                    <a:pt x="-2660" y="701835"/>
                    <a:pt x="3340" y="647352"/>
                    <a:pt x="29725" y="602966"/>
                  </a:cubicBezTo>
                  <a:cubicBezTo>
                    <a:pt x="79255" y="519622"/>
                    <a:pt x="191935" y="483618"/>
                    <a:pt x="221463" y="390749"/>
                  </a:cubicBezTo>
                  <a:cubicBezTo>
                    <a:pt x="237370" y="340552"/>
                    <a:pt x="249181" y="276925"/>
                    <a:pt x="263278" y="240254"/>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8" name="Google Shape;183;p25"/>
            <p:cNvSpPr/>
            <p:nvPr/>
          </p:nvSpPr>
          <p:spPr>
            <a:xfrm rot="9088800">
              <a:off x="8056440" y="4340880"/>
              <a:ext cx="1590480" cy="1241280"/>
            </a:xfrm>
            <a:custGeom>
              <a:avLst/>
              <a:gdLst>
                <a:gd name="textAreaLeft" fmla="*/ 0 w 1590480"/>
                <a:gd name="textAreaRight" fmla="*/ 1590840 w 1590480"/>
                <a:gd name="textAreaTop" fmla="*/ 0 h 1241280"/>
                <a:gd name="textAreaBottom" fmla="*/ 1241640 h 1241280"/>
              </a:gdLst>
              <a:ahLst/>
              <a:cxnLst/>
              <a:rect l="textAreaLeft" t="textAreaTop" r="textAreaRight" b="textAreaBottom"/>
              <a:pathLst>
                <a:path w="1882831" h="1469646">
                  <a:moveTo>
                    <a:pt x="674801" y="1469647"/>
                  </a:moveTo>
                  <a:cubicBezTo>
                    <a:pt x="594886" y="1469647"/>
                    <a:pt x="522782" y="1459169"/>
                    <a:pt x="455917" y="1438119"/>
                  </a:cubicBezTo>
                  <a:cubicBezTo>
                    <a:pt x="221220" y="1364395"/>
                    <a:pt x="35864" y="1135129"/>
                    <a:pt x="5003" y="880621"/>
                  </a:cubicBezTo>
                  <a:cubicBezTo>
                    <a:pt x="-24811" y="634209"/>
                    <a:pt x="80155" y="376272"/>
                    <a:pt x="279037" y="207489"/>
                  </a:cubicBezTo>
                  <a:cubicBezTo>
                    <a:pt x="464965" y="49755"/>
                    <a:pt x="729379" y="-25016"/>
                    <a:pt x="986268" y="7464"/>
                  </a:cubicBezTo>
                  <a:cubicBezTo>
                    <a:pt x="1351076" y="53660"/>
                    <a:pt x="1661305" y="283308"/>
                    <a:pt x="1816277" y="621731"/>
                  </a:cubicBezTo>
                  <a:cubicBezTo>
                    <a:pt x="1873903" y="747652"/>
                    <a:pt x="1894668" y="872429"/>
                    <a:pt x="1876380" y="982443"/>
                  </a:cubicBezTo>
                  <a:cubicBezTo>
                    <a:pt x="1854472" y="1113697"/>
                    <a:pt x="1773986" y="1224664"/>
                    <a:pt x="1666353" y="1272003"/>
                  </a:cubicBezTo>
                  <a:cubicBezTo>
                    <a:pt x="1611680" y="1296101"/>
                    <a:pt x="1551387" y="1304007"/>
                    <a:pt x="1492999" y="1311627"/>
                  </a:cubicBezTo>
                  <a:cubicBezTo>
                    <a:pt x="1479663" y="1313341"/>
                    <a:pt x="1466328" y="1315151"/>
                    <a:pt x="1452994" y="1317056"/>
                  </a:cubicBezTo>
                  <a:cubicBezTo>
                    <a:pt x="1348314" y="1332296"/>
                    <a:pt x="1244300" y="1360204"/>
                    <a:pt x="1143716" y="1387255"/>
                  </a:cubicBezTo>
                  <a:cubicBezTo>
                    <a:pt x="1083614" y="1403448"/>
                    <a:pt x="1021416" y="1420117"/>
                    <a:pt x="959694" y="1433928"/>
                  </a:cubicBezTo>
                  <a:cubicBezTo>
                    <a:pt x="853681" y="1457740"/>
                    <a:pt x="759764" y="1469551"/>
                    <a:pt x="674801" y="1469551"/>
                  </a:cubicBezTo>
                  <a:close/>
                  <a:moveTo>
                    <a:pt x="867111" y="8607"/>
                  </a:moveTo>
                  <a:cubicBezTo>
                    <a:pt x="651655" y="8607"/>
                    <a:pt x="440295" y="81949"/>
                    <a:pt x="284562" y="214061"/>
                  </a:cubicBezTo>
                  <a:cubicBezTo>
                    <a:pt x="90823" y="378463"/>
                    <a:pt x="-15571" y="639733"/>
                    <a:pt x="13480" y="879573"/>
                  </a:cubicBezTo>
                  <a:cubicBezTo>
                    <a:pt x="43960" y="1130842"/>
                    <a:pt x="226935" y="1357156"/>
                    <a:pt x="458488" y="1429927"/>
                  </a:cubicBezTo>
                  <a:cubicBezTo>
                    <a:pt x="594886" y="1472790"/>
                    <a:pt x="753573" y="1471361"/>
                    <a:pt x="957789" y="1425546"/>
                  </a:cubicBezTo>
                  <a:cubicBezTo>
                    <a:pt x="1019320" y="1411735"/>
                    <a:pt x="1081423" y="1395066"/>
                    <a:pt x="1141431" y="1378969"/>
                  </a:cubicBezTo>
                  <a:cubicBezTo>
                    <a:pt x="1242301" y="1351918"/>
                    <a:pt x="1346599" y="1323819"/>
                    <a:pt x="1451660" y="1308579"/>
                  </a:cubicBezTo>
                  <a:cubicBezTo>
                    <a:pt x="1464995" y="1306674"/>
                    <a:pt x="1478330" y="1304864"/>
                    <a:pt x="1491760" y="1303150"/>
                  </a:cubicBezTo>
                  <a:cubicBezTo>
                    <a:pt x="1549482" y="1295625"/>
                    <a:pt x="1609203" y="1287814"/>
                    <a:pt x="1662734" y="1264192"/>
                  </a:cubicBezTo>
                  <a:cubicBezTo>
                    <a:pt x="1767795" y="1217901"/>
                    <a:pt x="1846376" y="1109411"/>
                    <a:pt x="1867712" y="981014"/>
                  </a:cubicBezTo>
                  <a:cubicBezTo>
                    <a:pt x="1885810" y="872715"/>
                    <a:pt x="1865235" y="749652"/>
                    <a:pt x="1808276" y="625351"/>
                  </a:cubicBezTo>
                  <a:cubicBezTo>
                    <a:pt x="1654542" y="289594"/>
                    <a:pt x="1346790" y="61756"/>
                    <a:pt x="985030" y="16036"/>
                  </a:cubicBezTo>
                  <a:cubicBezTo>
                    <a:pt x="945787" y="11083"/>
                    <a:pt x="906258" y="8607"/>
                    <a:pt x="866920" y="8607"/>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
        <p:nvSpPr>
          <p:cNvPr id="79" name="Google Shape;184;p25"/>
          <p:cNvSpPr/>
          <p:nvPr/>
        </p:nvSpPr>
        <p:spPr>
          <a:xfrm rot="325800" flipH="1">
            <a:off x="-1080000" y="-1347480"/>
            <a:ext cx="2390760" cy="5209920"/>
          </a:xfrm>
          <a:custGeom>
            <a:avLst/>
            <a:gdLst>
              <a:gd name="textAreaLeft" fmla="*/ -360 w 2390760"/>
              <a:gd name="textAreaRight" fmla="*/ 2390760 w 2390760"/>
              <a:gd name="textAreaTop" fmla="*/ 0 h 5209920"/>
              <a:gd name="textAreaBottom" fmla="*/ 5210280 h 5209920"/>
            </a:gdLst>
            <a:ahLst/>
            <a:cxnLst/>
            <a:rect l="textAreaLeft" t="textAreaTop" r="textAreaRight" b="textAreaBottom"/>
            <a:pathLst>
              <a:path w="508359" h="1107754">
                <a:moveTo>
                  <a:pt x="160183" y="39264"/>
                </a:moveTo>
                <a:cubicBezTo>
                  <a:pt x="104366" y="47360"/>
                  <a:pt x="49121" y="76126"/>
                  <a:pt x="19594" y="125370"/>
                </a:cubicBezTo>
                <a:cubicBezTo>
                  <a:pt x="-9934" y="174614"/>
                  <a:pt x="-6981" y="245385"/>
                  <a:pt x="34548" y="284533"/>
                </a:cubicBezTo>
                <a:cubicBezTo>
                  <a:pt x="54646" y="303488"/>
                  <a:pt x="81125" y="313584"/>
                  <a:pt x="103985" y="328824"/>
                </a:cubicBezTo>
                <a:cubicBezTo>
                  <a:pt x="181423" y="380354"/>
                  <a:pt x="208474" y="497226"/>
                  <a:pt x="161802" y="578855"/>
                </a:cubicBezTo>
                <a:cubicBezTo>
                  <a:pt x="149324" y="600763"/>
                  <a:pt x="131894" y="621527"/>
                  <a:pt x="130370" y="646768"/>
                </a:cubicBezTo>
                <a:cubicBezTo>
                  <a:pt x="127607" y="693536"/>
                  <a:pt x="177042" y="722207"/>
                  <a:pt x="208760" y="755925"/>
                </a:cubicBezTo>
                <a:cubicBezTo>
                  <a:pt x="261910" y="812504"/>
                  <a:pt x="269720" y="900705"/>
                  <a:pt x="252766" y="977286"/>
                </a:cubicBezTo>
                <a:cubicBezTo>
                  <a:pt x="247622" y="1000432"/>
                  <a:pt x="240574" y="1023578"/>
                  <a:pt x="241621" y="1047200"/>
                </a:cubicBezTo>
                <a:cubicBezTo>
                  <a:pt x="242669" y="1070917"/>
                  <a:pt x="254195" y="1095968"/>
                  <a:pt x="275721" y="1104635"/>
                </a:cubicBezTo>
                <a:cubicBezTo>
                  <a:pt x="296962" y="1113208"/>
                  <a:pt x="321822" y="1103111"/>
                  <a:pt x="337919" y="1086538"/>
                </a:cubicBezTo>
                <a:cubicBezTo>
                  <a:pt x="384496" y="1038722"/>
                  <a:pt x="367828" y="958236"/>
                  <a:pt x="342110" y="896038"/>
                </a:cubicBezTo>
                <a:cubicBezTo>
                  <a:pt x="316393" y="833839"/>
                  <a:pt x="284484" y="764212"/>
                  <a:pt x="310201" y="702014"/>
                </a:cubicBezTo>
                <a:cubicBezTo>
                  <a:pt x="331061" y="651531"/>
                  <a:pt x="387735" y="614193"/>
                  <a:pt x="383925" y="559520"/>
                </a:cubicBezTo>
                <a:cubicBezTo>
                  <a:pt x="381163" y="520372"/>
                  <a:pt x="347254" y="491225"/>
                  <a:pt x="335538" y="453887"/>
                </a:cubicBezTo>
                <a:cubicBezTo>
                  <a:pt x="314107" y="385784"/>
                  <a:pt x="369733" y="319966"/>
                  <a:pt x="420311" y="270626"/>
                </a:cubicBezTo>
                <a:cubicBezTo>
                  <a:pt x="470983" y="221382"/>
                  <a:pt x="525943" y="154421"/>
                  <a:pt x="502987" y="86889"/>
                </a:cubicBezTo>
                <a:cubicBezTo>
                  <a:pt x="485080" y="34216"/>
                  <a:pt x="426406" y="8593"/>
                  <a:pt x="372400" y="1545"/>
                </a:cubicBezTo>
                <a:cubicBezTo>
                  <a:pt x="300391" y="-7885"/>
                  <a:pt x="232954" y="28501"/>
                  <a:pt x="160183" y="39073"/>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80" name="PlaceHolder 1"/>
          <p:cNvSpPr>
            <a:spLocks noGrp="1"/>
          </p:cNvSpPr>
          <p:nvPr>
            <p:ph type="title"/>
          </p:nvPr>
        </p:nvSpPr>
        <p:spPr>
          <a:xfrm>
            <a:off x="1635840" y="604800"/>
            <a:ext cx="4183920" cy="768600"/>
          </a:xfrm>
          <a:prstGeom prst="rect">
            <a:avLst/>
          </a:prstGeom>
          <a:noFill/>
          <a:ln w="0">
            <a:noFill/>
          </a:ln>
        </p:spPr>
        <p:txBody>
          <a:bodyPr lIns="91440" tIns="91440" rIns="91440" bIns="91440" anchor="b">
            <a:noAutofit/>
          </a:bodyPr>
          <a:lstStyle/>
          <a:p>
            <a:pPr indent="0">
              <a:lnSpc>
                <a:spcPct val="100000"/>
              </a:lnSpc>
              <a:buNone/>
            </a:pPr>
            <a:r>
              <a:rPr lang="fr-FR" sz="4500" b="0" strike="noStrike" spc="-1">
                <a:solidFill>
                  <a:schemeClr val="accent1"/>
                </a:solidFill>
                <a:latin typeface="Caveat Brush"/>
                <a:ea typeface="Caveat Brush"/>
              </a:rPr>
              <a:t>xx%</a:t>
            </a:r>
            <a:endParaRPr lang="fr-FR" sz="4500" b="0" strike="noStrike" spc="-1">
              <a:solidFill>
                <a:schemeClr val="dk1"/>
              </a:solidFill>
              <a:latin typeface="Arial"/>
            </a:endParaRPr>
          </a:p>
        </p:txBody>
      </p:sp>
      <p:sp>
        <p:nvSpPr>
          <p:cNvPr id="81" name="PlaceHolder 2"/>
          <p:cNvSpPr>
            <a:spLocks noGrp="1"/>
          </p:cNvSpPr>
          <p:nvPr>
            <p:ph type="title"/>
          </p:nvPr>
        </p:nvSpPr>
        <p:spPr>
          <a:xfrm>
            <a:off x="2870280" y="2003760"/>
            <a:ext cx="4183920" cy="768600"/>
          </a:xfrm>
          <a:prstGeom prst="rect">
            <a:avLst/>
          </a:prstGeom>
          <a:noFill/>
          <a:ln w="0">
            <a:noFill/>
          </a:ln>
        </p:spPr>
        <p:txBody>
          <a:bodyPr lIns="91440" tIns="91440" rIns="91440" bIns="91440" anchor="b">
            <a:noAutofit/>
          </a:bodyPr>
          <a:lstStyle/>
          <a:p>
            <a:pPr indent="0">
              <a:lnSpc>
                <a:spcPct val="100000"/>
              </a:lnSpc>
              <a:buNone/>
            </a:pPr>
            <a:r>
              <a:rPr lang="fr-FR" sz="4500" b="0" strike="noStrike" spc="-1">
                <a:solidFill>
                  <a:schemeClr val="accent1"/>
                </a:solidFill>
                <a:latin typeface="Caveat Brush"/>
                <a:ea typeface="Caveat Brush"/>
              </a:rPr>
              <a:t>xx%</a:t>
            </a:r>
            <a:endParaRPr lang="fr-FR" sz="4500" b="0" strike="noStrike" spc="-1">
              <a:solidFill>
                <a:schemeClr val="dk1"/>
              </a:solidFill>
              <a:latin typeface="Arial"/>
            </a:endParaRPr>
          </a:p>
        </p:txBody>
      </p:sp>
      <p:sp>
        <p:nvSpPr>
          <p:cNvPr id="82" name="PlaceHolder 3"/>
          <p:cNvSpPr>
            <a:spLocks noGrp="1"/>
          </p:cNvSpPr>
          <p:nvPr>
            <p:ph type="title"/>
          </p:nvPr>
        </p:nvSpPr>
        <p:spPr>
          <a:xfrm>
            <a:off x="4104360" y="3402720"/>
            <a:ext cx="4183920" cy="768600"/>
          </a:xfrm>
          <a:prstGeom prst="rect">
            <a:avLst/>
          </a:prstGeom>
          <a:noFill/>
          <a:ln w="0">
            <a:noFill/>
          </a:ln>
        </p:spPr>
        <p:txBody>
          <a:bodyPr lIns="91440" tIns="91440" rIns="91440" bIns="91440" anchor="b">
            <a:noAutofit/>
          </a:bodyPr>
          <a:lstStyle/>
          <a:p>
            <a:pPr indent="0">
              <a:lnSpc>
                <a:spcPct val="100000"/>
              </a:lnSpc>
              <a:buNone/>
            </a:pPr>
            <a:r>
              <a:rPr lang="fr-FR" sz="4500" b="0" strike="noStrike" spc="-1">
                <a:solidFill>
                  <a:schemeClr val="accent1"/>
                </a:solidFill>
                <a:latin typeface="Caveat Brush"/>
                <a:ea typeface="Caveat Brush"/>
              </a:rPr>
              <a:t>xx%</a:t>
            </a:r>
            <a:endParaRPr lang="fr-FR" sz="45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83" name="PlaceHolder 1"/>
          <p:cNvSpPr>
            <a:spLocks noGrp="1"/>
          </p:cNvSpPr>
          <p:nvPr>
            <p:ph type="title"/>
          </p:nvPr>
        </p:nvSpPr>
        <p:spPr>
          <a:xfrm>
            <a:off x="720000" y="36900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
        <p:nvSpPr>
          <p:cNvPr id="84" name="Google Shape;200;p27"/>
          <p:cNvSpPr/>
          <p:nvPr/>
        </p:nvSpPr>
        <p:spPr>
          <a:xfrm rot="18514200" flipH="1">
            <a:off x="-1790640" y="3131640"/>
            <a:ext cx="2602080" cy="2701440"/>
          </a:xfrm>
          <a:custGeom>
            <a:avLst/>
            <a:gdLst>
              <a:gd name="textAreaLeft" fmla="*/ -360 w 2602080"/>
              <a:gd name="textAreaRight" fmla="*/ 2602080 w 2602080"/>
              <a:gd name="textAreaTop" fmla="*/ 0 h 2701440"/>
              <a:gd name="textAreaBottom" fmla="*/ 2701800 h 2701440"/>
            </a:gdLst>
            <a:ahLst/>
            <a:cxnLst/>
            <a:rect l="textAreaLeft" t="textAreaTop" r="textAreaRight" b="textAreaBottom"/>
            <a:pathLst>
              <a:path w="276908" h="287550">
                <a:moveTo>
                  <a:pt x="130073" y="275114"/>
                </a:moveTo>
                <a:cubicBezTo>
                  <a:pt x="84543" y="257493"/>
                  <a:pt x="34823" y="235966"/>
                  <a:pt x="13868" y="191008"/>
                </a:cubicBezTo>
                <a:cubicBezTo>
                  <a:pt x="5581" y="173196"/>
                  <a:pt x="2723" y="153289"/>
                  <a:pt x="1104" y="133668"/>
                </a:cubicBezTo>
                <a:cubicBezTo>
                  <a:pt x="-1182" y="105854"/>
                  <a:pt x="-991" y="76327"/>
                  <a:pt x="12344" y="51943"/>
                </a:cubicBezTo>
                <a:cubicBezTo>
                  <a:pt x="29203" y="21177"/>
                  <a:pt x="64064" y="4699"/>
                  <a:pt x="98259" y="603"/>
                </a:cubicBezTo>
                <a:cubicBezTo>
                  <a:pt x="119690" y="-1969"/>
                  <a:pt x="146551" y="3270"/>
                  <a:pt x="153123" y="24321"/>
                </a:cubicBezTo>
                <a:cubicBezTo>
                  <a:pt x="159981" y="46514"/>
                  <a:pt x="138740" y="68707"/>
                  <a:pt x="141312" y="91853"/>
                </a:cubicBezTo>
                <a:cubicBezTo>
                  <a:pt x="143312" y="109665"/>
                  <a:pt x="159029" y="122714"/>
                  <a:pt x="175316" y="129191"/>
                </a:cubicBezTo>
                <a:cubicBezTo>
                  <a:pt x="191604" y="135668"/>
                  <a:pt x="209416" y="137573"/>
                  <a:pt x="225608" y="144431"/>
                </a:cubicBezTo>
                <a:cubicBezTo>
                  <a:pt x="250754" y="154908"/>
                  <a:pt x="271043" y="178149"/>
                  <a:pt x="275900" y="205486"/>
                </a:cubicBezTo>
                <a:cubicBezTo>
                  <a:pt x="280663" y="232823"/>
                  <a:pt x="268280" y="263208"/>
                  <a:pt x="244563" y="276543"/>
                </a:cubicBezTo>
                <a:cubicBezTo>
                  <a:pt x="228656" y="285496"/>
                  <a:pt x="209797" y="286544"/>
                  <a:pt x="191699" y="287401"/>
                </a:cubicBezTo>
                <a:cubicBezTo>
                  <a:pt x="174173" y="288258"/>
                  <a:pt x="156838" y="285591"/>
                  <a:pt x="130168" y="275304"/>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5" name="PlaceHolder 2"/>
          <p:cNvSpPr>
            <a:spLocks noGrp="1"/>
          </p:cNvSpPr>
          <p:nvPr>
            <p:ph type="title"/>
          </p:nvPr>
        </p:nvSpPr>
        <p:spPr>
          <a:xfrm>
            <a:off x="1563120" y="1941840"/>
            <a:ext cx="734400" cy="447120"/>
          </a:xfrm>
          <a:prstGeom prst="rect">
            <a:avLst/>
          </a:prstGeom>
          <a:noFill/>
          <a:ln w="0">
            <a:noFill/>
          </a:ln>
        </p:spPr>
        <p:txBody>
          <a:bodyPr lIns="91440" tIns="91440" rIns="91440" bIns="91440" anchor="ctr">
            <a:noAutofit/>
          </a:bodyPr>
          <a:lstStyle/>
          <a:p>
            <a:pPr indent="0" algn="ctr">
              <a:lnSpc>
                <a:spcPct val="100000"/>
              </a:lnSpc>
              <a:buNone/>
            </a:pPr>
            <a:r>
              <a:rPr lang="fr-FR" sz="2500" b="0" strike="noStrike" spc="-1">
                <a:solidFill>
                  <a:schemeClr val="lt1"/>
                </a:solidFill>
                <a:latin typeface="Caveat Brush"/>
                <a:ea typeface="Caveat Brush"/>
              </a:rPr>
              <a:t>xx%</a:t>
            </a:r>
            <a:endParaRPr lang="fr-FR" sz="2500" b="0" strike="noStrike" spc="-1">
              <a:solidFill>
                <a:schemeClr val="dk1"/>
              </a:solidFill>
              <a:latin typeface="Arial"/>
            </a:endParaRPr>
          </a:p>
        </p:txBody>
      </p:sp>
      <p:sp>
        <p:nvSpPr>
          <p:cNvPr id="86" name="PlaceHolder 3"/>
          <p:cNvSpPr>
            <a:spLocks noGrp="1"/>
          </p:cNvSpPr>
          <p:nvPr>
            <p:ph type="title"/>
          </p:nvPr>
        </p:nvSpPr>
        <p:spPr>
          <a:xfrm>
            <a:off x="4204800" y="1941840"/>
            <a:ext cx="734400" cy="447120"/>
          </a:xfrm>
          <a:prstGeom prst="rect">
            <a:avLst/>
          </a:prstGeom>
          <a:noFill/>
          <a:ln w="0">
            <a:noFill/>
          </a:ln>
        </p:spPr>
        <p:txBody>
          <a:bodyPr lIns="91440" tIns="91440" rIns="91440" bIns="91440" anchor="ctr">
            <a:noAutofit/>
          </a:bodyPr>
          <a:lstStyle/>
          <a:p>
            <a:pPr indent="0" algn="ctr">
              <a:lnSpc>
                <a:spcPct val="100000"/>
              </a:lnSpc>
              <a:buNone/>
            </a:pPr>
            <a:r>
              <a:rPr lang="fr-FR" sz="2500" b="0" strike="noStrike" spc="-1">
                <a:solidFill>
                  <a:schemeClr val="lt1"/>
                </a:solidFill>
                <a:latin typeface="Caveat Brush"/>
                <a:ea typeface="Caveat Brush"/>
              </a:rPr>
              <a:t>xx%</a:t>
            </a:r>
            <a:endParaRPr lang="fr-FR" sz="2500" b="0" strike="noStrike" spc="-1">
              <a:solidFill>
                <a:schemeClr val="dk1"/>
              </a:solidFill>
              <a:latin typeface="Arial"/>
            </a:endParaRPr>
          </a:p>
        </p:txBody>
      </p:sp>
      <p:sp>
        <p:nvSpPr>
          <p:cNvPr id="87" name="PlaceHolder 4"/>
          <p:cNvSpPr>
            <a:spLocks noGrp="1"/>
          </p:cNvSpPr>
          <p:nvPr>
            <p:ph type="title"/>
          </p:nvPr>
        </p:nvSpPr>
        <p:spPr>
          <a:xfrm>
            <a:off x="6846120" y="1941840"/>
            <a:ext cx="734400" cy="447120"/>
          </a:xfrm>
          <a:prstGeom prst="rect">
            <a:avLst/>
          </a:prstGeom>
          <a:noFill/>
          <a:ln w="0">
            <a:noFill/>
          </a:ln>
        </p:spPr>
        <p:txBody>
          <a:bodyPr lIns="91440" tIns="91440" rIns="91440" bIns="91440" anchor="ctr">
            <a:noAutofit/>
          </a:bodyPr>
          <a:lstStyle/>
          <a:p>
            <a:pPr indent="0" algn="ctr">
              <a:lnSpc>
                <a:spcPct val="100000"/>
              </a:lnSpc>
              <a:buNone/>
            </a:pPr>
            <a:r>
              <a:rPr lang="fr-FR" sz="2500" b="0" strike="noStrike" spc="-1">
                <a:solidFill>
                  <a:schemeClr val="lt1"/>
                </a:solidFill>
                <a:latin typeface="Caveat Brush"/>
                <a:ea typeface="Caveat Brush"/>
              </a:rPr>
              <a:t>xx%</a:t>
            </a:r>
            <a:endParaRPr lang="fr-FR" sz="2500" b="0" strike="noStrike" spc="-1">
              <a:solidFill>
                <a:schemeClr val="dk1"/>
              </a:solidFill>
              <a:latin typeface="Arial"/>
            </a:endParaRPr>
          </a:p>
        </p:txBody>
      </p:sp>
      <p:grpSp>
        <p:nvGrpSpPr>
          <p:cNvPr id="88" name="Google Shape;204;p27"/>
          <p:cNvGrpSpPr/>
          <p:nvPr/>
        </p:nvGrpSpPr>
        <p:grpSpPr>
          <a:xfrm>
            <a:off x="6034320" y="-710640"/>
            <a:ext cx="4227480" cy="4240440"/>
            <a:chOff x="6034320" y="-710640"/>
            <a:chExt cx="4227480" cy="4240440"/>
          </a:xfrm>
        </p:grpSpPr>
        <p:sp>
          <p:nvSpPr>
            <p:cNvPr id="89" name="Google Shape;205;p27"/>
            <p:cNvSpPr/>
            <p:nvPr/>
          </p:nvSpPr>
          <p:spPr>
            <a:xfrm rot="484200">
              <a:off x="6127920" y="-449640"/>
              <a:ext cx="3831480" cy="1605240"/>
            </a:xfrm>
            <a:custGeom>
              <a:avLst/>
              <a:gdLst>
                <a:gd name="textAreaLeft" fmla="*/ 0 w 3831480"/>
                <a:gd name="textAreaRight" fmla="*/ 3831840 w 3831480"/>
                <a:gd name="textAreaTop" fmla="*/ 0 h 1605240"/>
                <a:gd name="textAreaBottom" fmla="*/ 1605600 h 1605240"/>
              </a:gdLst>
              <a:ahLst/>
              <a:cxnLst/>
              <a:rect l="textAreaLeft" t="textAreaTop" r="textAreaRight" b="textAreaBottom"/>
              <a:pathLst>
                <a:path w="1150527" h="335034">
                  <a:moveTo>
                    <a:pt x="56934" y="13410"/>
                  </a:moveTo>
                  <a:cubicBezTo>
                    <a:pt x="405739" y="-33834"/>
                    <a:pt x="759879" y="61130"/>
                    <a:pt x="1110685" y="33222"/>
                  </a:cubicBezTo>
                  <a:cubicBezTo>
                    <a:pt x="1119733" y="32460"/>
                    <a:pt x="1129735" y="31984"/>
                    <a:pt x="1136688" y="37889"/>
                  </a:cubicBezTo>
                  <a:cubicBezTo>
                    <a:pt x="1142403" y="42747"/>
                    <a:pt x="1144498" y="50748"/>
                    <a:pt x="1145927" y="58273"/>
                  </a:cubicBezTo>
                  <a:cubicBezTo>
                    <a:pt x="1162024" y="141712"/>
                    <a:pt x="1135545" y="234771"/>
                    <a:pt x="1071727" y="289254"/>
                  </a:cubicBezTo>
                  <a:cubicBezTo>
                    <a:pt x="1007910" y="343737"/>
                    <a:pt x="907516" y="351928"/>
                    <a:pt x="840841" y="301160"/>
                  </a:cubicBezTo>
                  <a:cubicBezTo>
                    <a:pt x="780357" y="255154"/>
                    <a:pt x="753021" y="171049"/>
                    <a:pt x="687108" y="133615"/>
                  </a:cubicBezTo>
                  <a:cubicBezTo>
                    <a:pt x="615575" y="93039"/>
                    <a:pt x="526993" y="121804"/>
                    <a:pt x="450412" y="151332"/>
                  </a:cubicBezTo>
                  <a:cubicBezTo>
                    <a:pt x="414693" y="165048"/>
                    <a:pt x="378974" y="178859"/>
                    <a:pt x="343255" y="192575"/>
                  </a:cubicBezTo>
                  <a:cubicBezTo>
                    <a:pt x="288868" y="213530"/>
                    <a:pt x="233241" y="234771"/>
                    <a:pt x="175139" y="236581"/>
                  </a:cubicBezTo>
                  <a:cubicBezTo>
                    <a:pt x="117037" y="238390"/>
                    <a:pt x="55029" y="217436"/>
                    <a:pt x="21501" y="168858"/>
                  </a:cubicBezTo>
                  <a:cubicBezTo>
                    <a:pt x="-12027" y="120280"/>
                    <a:pt x="-10694" y="22554"/>
                    <a:pt x="56838" y="1331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0" name="Google Shape;206;p27"/>
            <p:cNvSpPr/>
            <p:nvPr/>
          </p:nvSpPr>
          <p:spPr>
            <a:xfrm rot="5626800">
              <a:off x="8033760" y="1334520"/>
              <a:ext cx="2625120" cy="1661040"/>
            </a:xfrm>
            <a:custGeom>
              <a:avLst/>
              <a:gdLst>
                <a:gd name="textAreaLeft" fmla="*/ 0 w 2625120"/>
                <a:gd name="textAreaRight" fmla="*/ 2625480 w 2625120"/>
                <a:gd name="textAreaTop" fmla="*/ 0 h 1661040"/>
                <a:gd name="textAreaBottom" fmla="*/ 1661400 h 1661040"/>
              </a:gdLst>
              <a:ahLst/>
              <a:cxnLst/>
              <a:rect l="textAreaLeft" t="textAreaTop" r="textAreaRight" b="textAreaBottom"/>
              <a:pathLst>
                <a:path w="1776031" h="1582483">
                  <a:moveTo>
                    <a:pt x="804196" y="1582484"/>
                  </a:moveTo>
                  <a:lnTo>
                    <a:pt x="804196" y="1568768"/>
                  </a:lnTo>
                  <a:cubicBezTo>
                    <a:pt x="811911" y="1568768"/>
                    <a:pt x="819722" y="1568768"/>
                    <a:pt x="827532" y="1568482"/>
                  </a:cubicBezTo>
                  <a:lnTo>
                    <a:pt x="827818" y="1582198"/>
                  </a:lnTo>
                  <a:cubicBezTo>
                    <a:pt x="819912" y="1582388"/>
                    <a:pt x="812101" y="1582484"/>
                    <a:pt x="804196" y="1582484"/>
                  </a:cubicBezTo>
                  <a:close/>
                  <a:moveTo>
                    <a:pt x="780574" y="1582293"/>
                  </a:moveTo>
                  <a:cubicBezTo>
                    <a:pt x="772668" y="1582103"/>
                    <a:pt x="764858" y="1581912"/>
                    <a:pt x="756952" y="1581531"/>
                  </a:cubicBezTo>
                  <a:lnTo>
                    <a:pt x="757523" y="1567815"/>
                  </a:lnTo>
                  <a:cubicBezTo>
                    <a:pt x="765334" y="1568101"/>
                    <a:pt x="773049" y="1568387"/>
                    <a:pt x="780860" y="1568577"/>
                  </a:cubicBezTo>
                  <a:lnTo>
                    <a:pt x="780574" y="1582293"/>
                  </a:lnTo>
                  <a:close/>
                  <a:moveTo>
                    <a:pt x="851440" y="1581531"/>
                  </a:moveTo>
                  <a:lnTo>
                    <a:pt x="850868" y="1567815"/>
                  </a:lnTo>
                  <a:cubicBezTo>
                    <a:pt x="858679" y="1567529"/>
                    <a:pt x="866394" y="1567053"/>
                    <a:pt x="874205" y="1566577"/>
                  </a:cubicBezTo>
                  <a:lnTo>
                    <a:pt x="875062" y="1580293"/>
                  </a:lnTo>
                  <a:cubicBezTo>
                    <a:pt x="867156" y="1580769"/>
                    <a:pt x="859346" y="1581150"/>
                    <a:pt x="851440" y="1581531"/>
                  </a:cubicBezTo>
                  <a:close/>
                  <a:moveTo>
                    <a:pt x="733330" y="1580293"/>
                  </a:moveTo>
                  <a:cubicBezTo>
                    <a:pt x="725424" y="1579817"/>
                    <a:pt x="717613" y="1579150"/>
                    <a:pt x="709708" y="1578483"/>
                  </a:cubicBezTo>
                  <a:lnTo>
                    <a:pt x="710851" y="1564862"/>
                  </a:lnTo>
                  <a:cubicBezTo>
                    <a:pt x="718566" y="1565529"/>
                    <a:pt x="726376" y="1566101"/>
                    <a:pt x="734092" y="1566577"/>
                  </a:cubicBezTo>
                  <a:lnTo>
                    <a:pt x="733235" y="1580293"/>
                  </a:lnTo>
                  <a:close/>
                  <a:moveTo>
                    <a:pt x="898588" y="1578578"/>
                  </a:moveTo>
                  <a:lnTo>
                    <a:pt x="897446" y="1564958"/>
                  </a:lnTo>
                  <a:cubicBezTo>
                    <a:pt x="905161" y="1564291"/>
                    <a:pt x="912971" y="1563624"/>
                    <a:pt x="920687" y="1562862"/>
                  </a:cubicBezTo>
                  <a:lnTo>
                    <a:pt x="922020" y="1576483"/>
                  </a:lnTo>
                  <a:cubicBezTo>
                    <a:pt x="914210" y="1577245"/>
                    <a:pt x="906304" y="1578007"/>
                    <a:pt x="898493" y="1578578"/>
                  </a:cubicBezTo>
                  <a:close/>
                  <a:moveTo>
                    <a:pt x="686276" y="1576197"/>
                  </a:moveTo>
                  <a:cubicBezTo>
                    <a:pt x="678466" y="1575340"/>
                    <a:pt x="670655" y="1574387"/>
                    <a:pt x="662749" y="1573339"/>
                  </a:cubicBezTo>
                  <a:lnTo>
                    <a:pt x="664559" y="1559719"/>
                  </a:lnTo>
                  <a:cubicBezTo>
                    <a:pt x="672274" y="1560767"/>
                    <a:pt x="679990" y="1561719"/>
                    <a:pt x="687705" y="1562576"/>
                  </a:cubicBezTo>
                  <a:lnTo>
                    <a:pt x="686181" y="1576197"/>
                  </a:lnTo>
                  <a:close/>
                  <a:moveTo>
                    <a:pt x="945547" y="1573911"/>
                  </a:moveTo>
                  <a:lnTo>
                    <a:pt x="943928" y="1560290"/>
                  </a:lnTo>
                  <a:cubicBezTo>
                    <a:pt x="951643" y="1559338"/>
                    <a:pt x="959358" y="1558385"/>
                    <a:pt x="967073" y="1557338"/>
                  </a:cubicBezTo>
                  <a:lnTo>
                    <a:pt x="968978" y="1570958"/>
                  </a:lnTo>
                  <a:cubicBezTo>
                    <a:pt x="961168" y="1572006"/>
                    <a:pt x="953357" y="1573054"/>
                    <a:pt x="945547" y="1573911"/>
                  </a:cubicBezTo>
                  <a:close/>
                  <a:moveTo>
                    <a:pt x="639318" y="1569815"/>
                  </a:moveTo>
                  <a:cubicBezTo>
                    <a:pt x="631508" y="1568577"/>
                    <a:pt x="623792" y="1567243"/>
                    <a:pt x="615982" y="1565815"/>
                  </a:cubicBezTo>
                  <a:lnTo>
                    <a:pt x="618459" y="1552385"/>
                  </a:lnTo>
                  <a:cubicBezTo>
                    <a:pt x="626078" y="1553813"/>
                    <a:pt x="633794" y="1555147"/>
                    <a:pt x="641413" y="1556385"/>
                  </a:cubicBezTo>
                  <a:lnTo>
                    <a:pt x="639223" y="1569910"/>
                  </a:lnTo>
                  <a:close/>
                  <a:moveTo>
                    <a:pt x="992315" y="1567529"/>
                  </a:moveTo>
                  <a:lnTo>
                    <a:pt x="990219" y="1554004"/>
                  </a:lnTo>
                  <a:cubicBezTo>
                    <a:pt x="997934" y="1552861"/>
                    <a:pt x="1005649" y="1551527"/>
                    <a:pt x="1013269" y="1550289"/>
                  </a:cubicBezTo>
                  <a:lnTo>
                    <a:pt x="1015556" y="1563814"/>
                  </a:lnTo>
                  <a:cubicBezTo>
                    <a:pt x="1007841" y="1565148"/>
                    <a:pt x="1000030" y="1566386"/>
                    <a:pt x="992219" y="1567625"/>
                  </a:cubicBezTo>
                  <a:close/>
                  <a:moveTo>
                    <a:pt x="592836" y="1561148"/>
                  </a:moveTo>
                  <a:cubicBezTo>
                    <a:pt x="585121" y="1559528"/>
                    <a:pt x="577406" y="1557814"/>
                    <a:pt x="569785" y="1555909"/>
                  </a:cubicBezTo>
                  <a:lnTo>
                    <a:pt x="572929" y="1542574"/>
                  </a:lnTo>
                  <a:cubicBezTo>
                    <a:pt x="580454" y="1544384"/>
                    <a:pt x="588074" y="1546098"/>
                    <a:pt x="595694" y="1547717"/>
                  </a:cubicBezTo>
                  <a:lnTo>
                    <a:pt x="592836" y="1561148"/>
                  </a:lnTo>
                  <a:close/>
                  <a:moveTo>
                    <a:pt x="1038892" y="1559528"/>
                  </a:moveTo>
                  <a:lnTo>
                    <a:pt x="1036320" y="1546098"/>
                  </a:lnTo>
                  <a:cubicBezTo>
                    <a:pt x="1043940" y="1544669"/>
                    <a:pt x="1051655" y="1543145"/>
                    <a:pt x="1059275" y="1541621"/>
                  </a:cubicBezTo>
                  <a:lnTo>
                    <a:pt x="1062038" y="1555052"/>
                  </a:lnTo>
                  <a:cubicBezTo>
                    <a:pt x="1054323" y="1556671"/>
                    <a:pt x="1046607" y="1558195"/>
                    <a:pt x="1038892" y="1559624"/>
                  </a:cubicBezTo>
                  <a:close/>
                  <a:moveTo>
                    <a:pt x="546830" y="1550194"/>
                  </a:moveTo>
                  <a:cubicBezTo>
                    <a:pt x="539210" y="1548193"/>
                    <a:pt x="531591" y="1546003"/>
                    <a:pt x="524065" y="1543812"/>
                  </a:cubicBezTo>
                  <a:lnTo>
                    <a:pt x="527971" y="1530668"/>
                  </a:lnTo>
                  <a:cubicBezTo>
                    <a:pt x="535400" y="1532858"/>
                    <a:pt x="542925" y="1534954"/>
                    <a:pt x="550450" y="1536954"/>
                  </a:cubicBezTo>
                  <a:lnTo>
                    <a:pt x="546926" y="1550194"/>
                  </a:lnTo>
                  <a:close/>
                  <a:moveTo>
                    <a:pt x="1085088" y="1550099"/>
                  </a:moveTo>
                  <a:lnTo>
                    <a:pt x="1082135" y="1536764"/>
                  </a:lnTo>
                  <a:cubicBezTo>
                    <a:pt x="1089755" y="1535049"/>
                    <a:pt x="1097375" y="1533335"/>
                    <a:pt x="1104900" y="1531525"/>
                  </a:cubicBezTo>
                  <a:lnTo>
                    <a:pt x="1108043" y="1544860"/>
                  </a:lnTo>
                  <a:cubicBezTo>
                    <a:pt x="1100423" y="1546670"/>
                    <a:pt x="1092708" y="1548384"/>
                    <a:pt x="1085088" y="1550099"/>
                  </a:cubicBezTo>
                  <a:close/>
                  <a:moveTo>
                    <a:pt x="1130999" y="1539240"/>
                  </a:moveTo>
                  <a:lnTo>
                    <a:pt x="1127665" y="1526000"/>
                  </a:lnTo>
                  <a:cubicBezTo>
                    <a:pt x="1135190" y="1524095"/>
                    <a:pt x="1142810" y="1522095"/>
                    <a:pt x="1150334" y="1520095"/>
                  </a:cubicBezTo>
                  <a:lnTo>
                    <a:pt x="1153858" y="1533335"/>
                  </a:lnTo>
                  <a:cubicBezTo>
                    <a:pt x="1146239" y="1535335"/>
                    <a:pt x="1138619" y="1537335"/>
                    <a:pt x="1130999" y="1539240"/>
                  </a:cubicBezTo>
                  <a:close/>
                  <a:moveTo>
                    <a:pt x="501396" y="1536859"/>
                  </a:moveTo>
                  <a:cubicBezTo>
                    <a:pt x="493871" y="1534478"/>
                    <a:pt x="486442" y="1531906"/>
                    <a:pt x="478917" y="1529334"/>
                  </a:cubicBezTo>
                  <a:lnTo>
                    <a:pt x="483489" y="1516380"/>
                  </a:lnTo>
                  <a:cubicBezTo>
                    <a:pt x="490823" y="1518952"/>
                    <a:pt x="498158" y="1521428"/>
                    <a:pt x="505587" y="1523810"/>
                  </a:cubicBezTo>
                  <a:lnTo>
                    <a:pt x="501396" y="1536859"/>
                  </a:lnTo>
                  <a:close/>
                  <a:moveTo>
                    <a:pt x="1176528" y="1527048"/>
                  </a:moveTo>
                  <a:lnTo>
                    <a:pt x="1172813" y="1513904"/>
                  </a:lnTo>
                  <a:cubicBezTo>
                    <a:pt x="1180338" y="1511808"/>
                    <a:pt x="1187767" y="1509617"/>
                    <a:pt x="1195293" y="1507331"/>
                  </a:cubicBezTo>
                  <a:lnTo>
                    <a:pt x="1199198" y="1520476"/>
                  </a:lnTo>
                  <a:cubicBezTo>
                    <a:pt x="1191673" y="1522762"/>
                    <a:pt x="1184148" y="1524953"/>
                    <a:pt x="1176528" y="1527048"/>
                  </a:cubicBezTo>
                  <a:close/>
                  <a:moveTo>
                    <a:pt x="456724" y="1521143"/>
                  </a:moveTo>
                  <a:cubicBezTo>
                    <a:pt x="449390" y="1518285"/>
                    <a:pt x="442055" y="1515428"/>
                    <a:pt x="434721" y="1512380"/>
                  </a:cubicBezTo>
                  <a:lnTo>
                    <a:pt x="439960" y="1499711"/>
                  </a:lnTo>
                  <a:cubicBezTo>
                    <a:pt x="447104" y="1502664"/>
                    <a:pt x="454342" y="1505522"/>
                    <a:pt x="461581" y="1508284"/>
                  </a:cubicBezTo>
                  <a:lnTo>
                    <a:pt x="456724" y="1521047"/>
                  </a:lnTo>
                  <a:close/>
                  <a:moveTo>
                    <a:pt x="1221772" y="1513523"/>
                  </a:moveTo>
                  <a:lnTo>
                    <a:pt x="1217676" y="1500473"/>
                  </a:lnTo>
                  <a:cubicBezTo>
                    <a:pt x="1225106" y="1498187"/>
                    <a:pt x="1232535" y="1495806"/>
                    <a:pt x="1239965" y="1493330"/>
                  </a:cubicBezTo>
                  <a:lnTo>
                    <a:pt x="1244251" y="1506379"/>
                  </a:lnTo>
                  <a:cubicBezTo>
                    <a:pt x="1236726" y="1508855"/>
                    <a:pt x="1229297" y="1511237"/>
                    <a:pt x="1221772" y="1513618"/>
                  </a:cubicBezTo>
                  <a:close/>
                  <a:moveTo>
                    <a:pt x="413004" y="1503045"/>
                  </a:moveTo>
                  <a:cubicBezTo>
                    <a:pt x="405765" y="1499807"/>
                    <a:pt x="398621" y="1496473"/>
                    <a:pt x="391573" y="1493044"/>
                  </a:cubicBezTo>
                  <a:lnTo>
                    <a:pt x="397478" y="1480661"/>
                  </a:lnTo>
                  <a:cubicBezTo>
                    <a:pt x="404431" y="1483995"/>
                    <a:pt x="411480" y="1487329"/>
                    <a:pt x="418624" y="1490472"/>
                  </a:cubicBezTo>
                  <a:lnTo>
                    <a:pt x="413004" y="1502950"/>
                  </a:lnTo>
                  <a:close/>
                  <a:moveTo>
                    <a:pt x="1266539" y="1498759"/>
                  </a:moveTo>
                  <a:lnTo>
                    <a:pt x="1262063" y="1485805"/>
                  </a:lnTo>
                  <a:cubicBezTo>
                    <a:pt x="1269397" y="1483233"/>
                    <a:pt x="1276731" y="1480661"/>
                    <a:pt x="1284066" y="1477994"/>
                  </a:cubicBezTo>
                  <a:lnTo>
                    <a:pt x="1288733" y="1490853"/>
                  </a:lnTo>
                  <a:cubicBezTo>
                    <a:pt x="1281303" y="1493520"/>
                    <a:pt x="1273969" y="1496187"/>
                    <a:pt x="1266539" y="1498759"/>
                  </a:cubicBezTo>
                  <a:close/>
                  <a:moveTo>
                    <a:pt x="1310831" y="1482566"/>
                  </a:moveTo>
                  <a:lnTo>
                    <a:pt x="1305878" y="1469803"/>
                  </a:lnTo>
                  <a:cubicBezTo>
                    <a:pt x="1313117" y="1467041"/>
                    <a:pt x="1320356" y="1464088"/>
                    <a:pt x="1327594" y="1461135"/>
                  </a:cubicBezTo>
                  <a:lnTo>
                    <a:pt x="1332738" y="1473803"/>
                  </a:lnTo>
                  <a:cubicBezTo>
                    <a:pt x="1325404" y="1476756"/>
                    <a:pt x="1318165" y="1479709"/>
                    <a:pt x="1310831" y="1482566"/>
                  </a:cubicBezTo>
                  <a:close/>
                  <a:moveTo>
                    <a:pt x="370332" y="1482471"/>
                  </a:moveTo>
                  <a:cubicBezTo>
                    <a:pt x="363283" y="1478852"/>
                    <a:pt x="356330" y="1475137"/>
                    <a:pt x="349473" y="1471232"/>
                  </a:cubicBezTo>
                  <a:lnTo>
                    <a:pt x="356140" y="1459230"/>
                  </a:lnTo>
                  <a:cubicBezTo>
                    <a:pt x="362903" y="1463040"/>
                    <a:pt x="369760" y="1466660"/>
                    <a:pt x="376619" y="1470279"/>
                  </a:cubicBezTo>
                  <a:lnTo>
                    <a:pt x="370332" y="1482471"/>
                  </a:lnTo>
                  <a:close/>
                  <a:moveTo>
                    <a:pt x="1354550" y="1464659"/>
                  </a:moveTo>
                  <a:lnTo>
                    <a:pt x="1349121" y="1452086"/>
                  </a:lnTo>
                  <a:cubicBezTo>
                    <a:pt x="1356265" y="1449038"/>
                    <a:pt x="1363408" y="1445800"/>
                    <a:pt x="1370457" y="1442561"/>
                  </a:cubicBezTo>
                  <a:lnTo>
                    <a:pt x="1376172" y="1455039"/>
                  </a:lnTo>
                  <a:cubicBezTo>
                    <a:pt x="1369028" y="1458278"/>
                    <a:pt x="1361789" y="1461516"/>
                    <a:pt x="1354550" y="1464659"/>
                  </a:cubicBezTo>
                  <a:close/>
                  <a:moveTo>
                    <a:pt x="328994" y="1459516"/>
                  </a:moveTo>
                  <a:cubicBezTo>
                    <a:pt x="322231" y="1455515"/>
                    <a:pt x="315468" y="1451324"/>
                    <a:pt x="308801" y="1447038"/>
                  </a:cubicBezTo>
                  <a:lnTo>
                    <a:pt x="316135" y="1435513"/>
                  </a:lnTo>
                  <a:cubicBezTo>
                    <a:pt x="322707" y="1439704"/>
                    <a:pt x="329279" y="1443800"/>
                    <a:pt x="335947" y="1447705"/>
                  </a:cubicBezTo>
                  <a:lnTo>
                    <a:pt x="328898" y="1459516"/>
                  </a:lnTo>
                  <a:close/>
                  <a:moveTo>
                    <a:pt x="1397603" y="1445038"/>
                  </a:moveTo>
                  <a:lnTo>
                    <a:pt x="1391603" y="1432751"/>
                  </a:lnTo>
                  <a:cubicBezTo>
                    <a:pt x="1398651" y="1429322"/>
                    <a:pt x="1405604" y="1425893"/>
                    <a:pt x="1412462" y="1422368"/>
                  </a:cubicBezTo>
                  <a:lnTo>
                    <a:pt x="1418749" y="1434560"/>
                  </a:lnTo>
                  <a:cubicBezTo>
                    <a:pt x="1411700" y="1438180"/>
                    <a:pt x="1404652" y="1441704"/>
                    <a:pt x="1397603" y="1445133"/>
                  </a:cubicBezTo>
                  <a:close/>
                  <a:moveTo>
                    <a:pt x="289084" y="1433989"/>
                  </a:moveTo>
                  <a:cubicBezTo>
                    <a:pt x="282607" y="1429512"/>
                    <a:pt x="276130" y="1424940"/>
                    <a:pt x="269748" y="1420273"/>
                  </a:cubicBezTo>
                  <a:lnTo>
                    <a:pt x="277844" y="1409224"/>
                  </a:lnTo>
                  <a:cubicBezTo>
                    <a:pt x="284131" y="1413796"/>
                    <a:pt x="290417" y="1418273"/>
                    <a:pt x="296799" y="1422654"/>
                  </a:cubicBezTo>
                  <a:lnTo>
                    <a:pt x="289084" y="1433989"/>
                  </a:lnTo>
                  <a:close/>
                  <a:moveTo>
                    <a:pt x="1439704" y="1423416"/>
                  </a:moveTo>
                  <a:lnTo>
                    <a:pt x="1433131" y="1411414"/>
                  </a:lnTo>
                  <a:cubicBezTo>
                    <a:pt x="1439990" y="1407700"/>
                    <a:pt x="1446752" y="1403890"/>
                    <a:pt x="1453515" y="1399985"/>
                  </a:cubicBezTo>
                  <a:lnTo>
                    <a:pt x="1460373" y="1411891"/>
                  </a:lnTo>
                  <a:cubicBezTo>
                    <a:pt x="1453515" y="1415796"/>
                    <a:pt x="1446657" y="1419701"/>
                    <a:pt x="1439704" y="1423511"/>
                  </a:cubicBezTo>
                  <a:close/>
                  <a:moveTo>
                    <a:pt x="250793" y="1405985"/>
                  </a:moveTo>
                  <a:cubicBezTo>
                    <a:pt x="244602" y="1401128"/>
                    <a:pt x="238411" y="1396175"/>
                    <a:pt x="232410" y="1391031"/>
                  </a:cubicBezTo>
                  <a:lnTo>
                    <a:pt x="241173" y="1380554"/>
                  </a:lnTo>
                  <a:cubicBezTo>
                    <a:pt x="247079" y="1385507"/>
                    <a:pt x="253174" y="1390460"/>
                    <a:pt x="259271" y="1395222"/>
                  </a:cubicBezTo>
                  <a:lnTo>
                    <a:pt x="250793" y="1405985"/>
                  </a:lnTo>
                  <a:close/>
                  <a:moveTo>
                    <a:pt x="1480661" y="1399699"/>
                  </a:moveTo>
                  <a:lnTo>
                    <a:pt x="1473517" y="1388078"/>
                  </a:lnTo>
                  <a:cubicBezTo>
                    <a:pt x="1480185" y="1383983"/>
                    <a:pt x="1486757" y="1379792"/>
                    <a:pt x="1493234" y="1375601"/>
                  </a:cubicBezTo>
                  <a:lnTo>
                    <a:pt x="1500759" y="1387031"/>
                  </a:lnTo>
                  <a:cubicBezTo>
                    <a:pt x="1494187" y="1391317"/>
                    <a:pt x="1487519" y="1395603"/>
                    <a:pt x="1480756" y="1399699"/>
                  </a:cubicBezTo>
                  <a:close/>
                  <a:moveTo>
                    <a:pt x="214408" y="1375505"/>
                  </a:moveTo>
                  <a:cubicBezTo>
                    <a:pt x="211455" y="1372838"/>
                    <a:pt x="208597" y="1370267"/>
                    <a:pt x="205740" y="1367600"/>
                  </a:cubicBezTo>
                  <a:cubicBezTo>
                    <a:pt x="202787" y="1364933"/>
                    <a:pt x="199930" y="1362170"/>
                    <a:pt x="197073" y="1359408"/>
                  </a:cubicBezTo>
                  <a:lnTo>
                    <a:pt x="206598" y="1349502"/>
                  </a:lnTo>
                  <a:cubicBezTo>
                    <a:pt x="209360" y="1352169"/>
                    <a:pt x="212217" y="1354836"/>
                    <a:pt x="215074" y="1357503"/>
                  </a:cubicBezTo>
                  <a:cubicBezTo>
                    <a:pt x="217932" y="1360170"/>
                    <a:pt x="220790" y="1362742"/>
                    <a:pt x="223647" y="1365314"/>
                  </a:cubicBezTo>
                  <a:lnTo>
                    <a:pt x="214503" y="1375505"/>
                  </a:lnTo>
                  <a:close/>
                  <a:moveTo>
                    <a:pt x="1520285" y="1373696"/>
                  </a:moveTo>
                  <a:lnTo>
                    <a:pt x="1512475" y="1362456"/>
                  </a:lnTo>
                  <a:cubicBezTo>
                    <a:pt x="1518856" y="1357979"/>
                    <a:pt x="1525143" y="1353503"/>
                    <a:pt x="1531334" y="1348835"/>
                  </a:cubicBezTo>
                  <a:lnTo>
                    <a:pt x="1539526" y="1359789"/>
                  </a:lnTo>
                  <a:cubicBezTo>
                    <a:pt x="1533239" y="1364552"/>
                    <a:pt x="1526762" y="1369124"/>
                    <a:pt x="1520285" y="1373696"/>
                  </a:cubicBezTo>
                  <a:close/>
                  <a:moveTo>
                    <a:pt x="1558290" y="1345311"/>
                  </a:moveTo>
                  <a:lnTo>
                    <a:pt x="1549717" y="1334643"/>
                  </a:lnTo>
                  <a:cubicBezTo>
                    <a:pt x="1555814" y="1329785"/>
                    <a:pt x="1561719" y="1324832"/>
                    <a:pt x="1567624" y="1319784"/>
                  </a:cubicBezTo>
                  <a:lnTo>
                    <a:pt x="1576578" y="1330166"/>
                  </a:lnTo>
                  <a:cubicBezTo>
                    <a:pt x="1570577" y="1335310"/>
                    <a:pt x="1564482" y="1340358"/>
                    <a:pt x="1558290" y="1345311"/>
                  </a:cubicBezTo>
                  <a:close/>
                  <a:moveTo>
                    <a:pt x="180213" y="1342549"/>
                  </a:moveTo>
                  <a:cubicBezTo>
                    <a:pt x="174688" y="1336834"/>
                    <a:pt x="169354" y="1331119"/>
                    <a:pt x="164021" y="1325213"/>
                  </a:cubicBezTo>
                  <a:lnTo>
                    <a:pt x="174212" y="1316069"/>
                  </a:lnTo>
                  <a:cubicBezTo>
                    <a:pt x="179356" y="1321784"/>
                    <a:pt x="184690" y="1327499"/>
                    <a:pt x="190024" y="1333024"/>
                  </a:cubicBezTo>
                  <a:lnTo>
                    <a:pt x="180213" y="1342549"/>
                  </a:lnTo>
                  <a:close/>
                  <a:moveTo>
                    <a:pt x="1594294" y="1314355"/>
                  </a:moveTo>
                  <a:lnTo>
                    <a:pt x="1584960" y="1304258"/>
                  </a:lnTo>
                  <a:cubicBezTo>
                    <a:pt x="1590675" y="1299020"/>
                    <a:pt x="1596199" y="1293590"/>
                    <a:pt x="1601724" y="1288161"/>
                  </a:cubicBezTo>
                  <a:lnTo>
                    <a:pt x="1611440" y="1297877"/>
                  </a:lnTo>
                  <a:cubicBezTo>
                    <a:pt x="1605820" y="1303496"/>
                    <a:pt x="1600105" y="1308926"/>
                    <a:pt x="1594294" y="1314355"/>
                  </a:cubicBezTo>
                  <a:close/>
                  <a:moveTo>
                    <a:pt x="148495" y="1307306"/>
                  </a:moveTo>
                  <a:cubicBezTo>
                    <a:pt x="143447" y="1301210"/>
                    <a:pt x="138398" y="1295114"/>
                    <a:pt x="133540" y="1288828"/>
                  </a:cubicBezTo>
                  <a:lnTo>
                    <a:pt x="144304" y="1280446"/>
                  </a:lnTo>
                  <a:cubicBezTo>
                    <a:pt x="149066" y="1286542"/>
                    <a:pt x="153924" y="1292543"/>
                    <a:pt x="158877" y="1298543"/>
                  </a:cubicBezTo>
                  <a:lnTo>
                    <a:pt x="148399" y="1307306"/>
                  </a:lnTo>
                  <a:close/>
                  <a:moveTo>
                    <a:pt x="1627918" y="1280827"/>
                  </a:moveTo>
                  <a:lnTo>
                    <a:pt x="1617821" y="1271492"/>
                  </a:lnTo>
                  <a:cubicBezTo>
                    <a:pt x="1623060" y="1265777"/>
                    <a:pt x="1628204" y="1260062"/>
                    <a:pt x="1633252" y="1254157"/>
                  </a:cubicBezTo>
                  <a:lnTo>
                    <a:pt x="1643634" y="1263015"/>
                  </a:lnTo>
                  <a:cubicBezTo>
                    <a:pt x="1638490" y="1269016"/>
                    <a:pt x="1633252" y="1274921"/>
                    <a:pt x="1627823" y="1280732"/>
                  </a:cubicBezTo>
                  <a:close/>
                  <a:moveTo>
                    <a:pt x="119348" y="1269873"/>
                  </a:moveTo>
                  <a:cubicBezTo>
                    <a:pt x="114681" y="1263491"/>
                    <a:pt x="110204" y="1257014"/>
                    <a:pt x="105823" y="1250442"/>
                  </a:cubicBezTo>
                  <a:lnTo>
                    <a:pt x="117158" y="1242822"/>
                  </a:lnTo>
                  <a:cubicBezTo>
                    <a:pt x="121444" y="1249299"/>
                    <a:pt x="125921" y="1255585"/>
                    <a:pt x="130398" y="1261872"/>
                  </a:cubicBezTo>
                  <a:lnTo>
                    <a:pt x="119253" y="1269873"/>
                  </a:lnTo>
                  <a:close/>
                  <a:moveTo>
                    <a:pt x="1658683" y="1244632"/>
                  </a:moveTo>
                  <a:lnTo>
                    <a:pt x="1647920" y="1236155"/>
                  </a:lnTo>
                  <a:cubicBezTo>
                    <a:pt x="1652683" y="1230059"/>
                    <a:pt x="1657255" y="1223867"/>
                    <a:pt x="1661827" y="1217581"/>
                  </a:cubicBezTo>
                  <a:lnTo>
                    <a:pt x="1672971" y="1225487"/>
                  </a:lnTo>
                  <a:cubicBezTo>
                    <a:pt x="1668399" y="1231964"/>
                    <a:pt x="1663637" y="1238250"/>
                    <a:pt x="1658779" y="1244537"/>
                  </a:cubicBezTo>
                  <a:close/>
                  <a:moveTo>
                    <a:pt x="92964" y="1230439"/>
                  </a:moveTo>
                  <a:cubicBezTo>
                    <a:pt x="88773" y="1223677"/>
                    <a:pt x="84772" y="1216914"/>
                    <a:pt x="80867" y="1210056"/>
                  </a:cubicBezTo>
                  <a:lnTo>
                    <a:pt x="92774" y="1203293"/>
                  </a:lnTo>
                  <a:cubicBezTo>
                    <a:pt x="96583" y="1210056"/>
                    <a:pt x="100584" y="1216724"/>
                    <a:pt x="104680" y="1223296"/>
                  </a:cubicBezTo>
                  <a:lnTo>
                    <a:pt x="93059" y="1230535"/>
                  </a:lnTo>
                  <a:close/>
                  <a:moveTo>
                    <a:pt x="1686306" y="1205960"/>
                  </a:moveTo>
                  <a:lnTo>
                    <a:pt x="1674781" y="1198531"/>
                  </a:lnTo>
                  <a:cubicBezTo>
                    <a:pt x="1677257" y="1194721"/>
                    <a:pt x="1679639" y="1190911"/>
                    <a:pt x="1682020" y="1187006"/>
                  </a:cubicBezTo>
                  <a:cubicBezTo>
                    <a:pt x="1683734" y="1184243"/>
                    <a:pt x="1685354" y="1181481"/>
                    <a:pt x="1686973" y="1178814"/>
                  </a:cubicBezTo>
                  <a:lnTo>
                    <a:pt x="1698784" y="1185767"/>
                  </a:lnTo>
                  <a:cubicBezTo>
                    <a:pt x="1697165" y="1188625"/>
                    <a:pt x="1695450" y="1191387"/>
                    <a:pt x="1693735" y="1194245"/>
                  </a:cubicBezTo>
                  <a:cubicBezTo>
                    <a:pt x="1691354" y="1198245"/>
                    <a:pt x="1688783" y="1202150"/>
                    <a:pt x="1686306" y="1206056"/>
                  </a:cubicBezTo>
                  <a:close/>
                  <a:moveTo>
                    <a:pt x="69437" y="1189196"/>
                  </a:moveTo>
                  <a:cubicBezTo>
                    <a:pt x="65722" y="1182148"/>
                    <a:pt x="62198" y="1175099"/>
                    <a:pt x="58865" y="1167956"/>
                  </a:cubicBezTo>
                  <a:lnTo>
                    <a:pt x="71247" y="1162050"/>
                  </a:lnTo>
                  <a:cubicBezTo>
                    <a:pt x="74581" y="1169003"/>
                    <a:pt x="78010" y="1175957"/>
                    <a:pt x="81629" y="1182814"/>
                  </a:cubicBezTo>
                  <a:lnTo>
                    <a:pt x="69533" y="1189196"/>
                  </a:lnTo>
                  <a:close/>
                  <a:moveTo>
                    <a:pt x="1710404" y="1164908"/>
                  </a:moveTo>
                  <a:lnTo>
                    <a:pt x="1698308" y="1158526"/>
                  </a:lnTo>
                  <a:cubicBezTo>
                    <a:pt x="1701927" y="1151668"/>
                    <a:pt x="1705356" y="1144714"/>
                    <a:pt x="1708594" y="1137761"/>
                  </a:cubicBezTo>
                  <a:lnTo>
                    <a:pt x="1720977" y="1143572"/>
                  </a:lnTo>
                  <a:cubicBezTo>
                    <a:pt x="1717643" y="1150715"/>
                    <a:pt x="1714119" y="1157859"/>
                    <a:pt x="1710404" y="1164908"/>
                  </a:cubicBezTo>
                  <a:close/>
                  <a:moveTo>
                    <a:pt x="48958" y="1146429"/>
                  </a:moveTo>
                  <a:cubicBezTo>
                    <a:pt x="45816" y="1139190"/>
                    <a:pt x="42767" y="1131856"/>
                    <a:pt x="39910" y="1124426"/>
                  </a:cubicBezTo>
                  <a:lnTo>
                    <a:pt x="52673" y="1119473"/>
                  </a:lnTo>
                  <a:cubicBezTo>
                    <a:pt x="55435" y="1126712"/>
                    <a:pt x="58388" y="1133856"/>
                    <a:pt x="61436" y="1141000"/>
                  </a:cubicBezTo>
                  <a:lnTo>
                    <a:pt x="48863" y="1146429"/>
                  </a:lnTo>
                  <a:close/>
                  <a:moveTo>
                    <a:pt x="1730598" y="1121855"/>
                  </a:moveTo>
                  <a:lnTo>
                    <a:pt x="1717929" y="1116616"/>
                  </a:lnTo>
                  <a:cubicBezTo>
                    <a:pt x="1720882" y="1109472"/>
                    <a:pt x="1723739" y="1102233"/>
                    <a:pt x="1726407" y="1094994"/>
                  </a:cubicBezTo>
                  <a:lnTo>
                    <a:pt x="1739265" y="1099757"/>
                  </a:lnTo>
                  <a:cubicBezTo>
                    <a:pt x="1736503" y="1107186"/>
                    <a:pt x="1733645" y="1114616"/>
                    <a:pt x="1730598" y="1121950"/>
                  </a:cubicBezTo>
                  <a:close/>
                  <a:moveTo>
                    <a:pt x="31813" y="1102138"/>
                  </a:moveTo>
                  <a:cubicBezTo>
                    <a:pt x="29242" y="1094613"/>
                    <a:pt x="26765" y="1087088"/>
                    <a:pt x="24479" y="1079564"/>
                  </a:cubicBezTo>
                  <a:lnTo>
                    <a:pt x="37624" y="1075563"/>
                  </a:lnTo>
                  <a:cubicBezTo>
                    <a:pt x="39814" y="1082993"/>
                    <a:pt x="42196" y="1090327"/>
                    <a:pt x="44767" y="1097661"/>
                  </a:cubicBezTo>
                  <a:lnTo>
                    <a:pt x="31813" y="1102138"/>
                  </a:lnTo>
                  <a:close/>
                  <a:moveTo>
                    <a:pt x="1746980" y="1077278"/>
                  </a:moveTo>
                  <a:lnTo>
                    <a:pt x="1733931" y="1073087"/>
                  </a:lnTo>
                  <a:cubicBezTo>
                    <a:pt x="1736312" y="1065752"/>
                    <a:pt x="1738503" y="1058323"/>
                    <a:pt x="1740503" y="1050893"/>
                  </a:cubicBezTo>
                  <a:lnTo>
                    <a:pt x="1753743" y="1054513"/>
                  </a:lnTo>
                  <a:cubicBezTo>
                    <a:pt x="1751648" y="1062133"/>
                    <a:pt x="1749362" y="1069753"/>
                    <a:pt x="1746980" y="1077278"/>
                  </a:cubicBezTo>
                  <a:close/>
                  <a:moveTo>
                    <a:pt x="18097" y="1056608"/>
                  </a:moveTo>
                  <a:cubicBezTo>
                    <a:pt x="16097" y="1048893"/>
                    <a:pt x="14288" y="1041273"/>
                    <a:pt x="12573" y="1033463"/>
                  </a:cubicBezTo>
                  <a:lnTo>
                    <a:pt x="26003" y="1030605"/>
                  </a:lnTo>
                  <a:cubicBezTo>
                    <a:pt x="27622" y="1038130"/>
                    <a:pt x="29432" y="1045655"/>
                    <a:pt x="31337" y="1053179"/>
                  </a:cubicBezTo>
                  <a:lnTo>
                    <a:pt x="18097" y="1056608"/>
                  </a:lnTo>
                  <a:close/>
                  <a:moveTo>
                    <a:pt x="1759553" y="1031462"/>
                  </a:moveTo>
                  <a:lnTo>
                    <a:pt x="1746218" y="1028319"/>
                  </a:lnTo>
                  <a:cubicBezTo>
                    <a:pt x="1747933" y="1020794"/>
                    <a:pt x="1749552" y="1013174"/>
                    <a:pt x="1750981" y="1005650"/>
                  </a:cubicBezTo>
                  <a:lnTo>
                    <a:pt x="1764411" y="1008221"/>
                  </a:lnTo>
                  <a:cubicBezTo>
                    <a:pt x="1762887" y="1016032"/>
                    <a:pt x="1761268" y="1023747"/>
                    <a:pt x="1759458" y="1031462"/>
                  </a:cubicBezTo>
                  <a:close/>
                  <a:moveTo>
                    <a:pt x="8096" y="1010222"/>
                  </a:moveTo>
                  <a:cubicBezTo>
                    <a:pt x="6763" y="1002411"/>
                    <a:pt x="5525" y="994601"/>
                    <a:pt x="4572" y="986695"/>
                  </a:cubicBezTo>
                  <a:lnTo>
                    <a:pt x="18193" y="984885"/>
                  </a:lnTo>
                  <a:cubicBezTo>
                    <a:pt x="19145" y="992600"/>
                    <a:pt x="20384" y="1000220"/>
                    <a:pt x="21622" y="1007840"/>
                  </a:cubicBezTo>
                  <a:lnTo>
                    <a:pt x="8096" y="1010126"/>
                  </a:lnTo>
                  <a:close/>
                  <a:moveTo>
                    <a:pt x="1768412" y="984790"/>
                  </a:moveTo>
                  <a:lnTo>
                    <a:pt x="1754886" y="982694"/>
                  </a:lnTo>
                  <a:cubicBezTo>
                    <a:pt x="1756029" y="975074"/>
                    <a:pt x="1757077" y="967359"/>
                    <a:pt x="1757934" y="959644"/>
                  </a:cubicBezTo>
                  <a:lnTo>
                    <a:pt x="1771555" y="961263"/>
                  </a:lnTo>
                  <a:cubicBezTo>
                    <a:pt x="1770602" y="969169"/>
                    <a:pt x="1769555" y="976979"/>
                    <a:pt x="1768412" y="984790"/>
                  </a:cubicBezTo>
                  <a:close/>
                  <a:moveTo>
                    <a:pt x="2000" y="963073"/>
                  </a:moveTo>
                  <a:cubicBezTo>
                    <a:pt x="1334" y="955167"/>
                    <a:pt x="762" y="947261"/>
                    <a:pt x="476" y="939355"/>
                  </a:cubicBezTo>
                  <a:lnTo>
                    <a:pt x="14192" y="938784"/>
                  </a:lnTo>
                  <a:cubicBezTo>
                    <a:pt x="14478" y="946499"/>
                    <a:pt x="15050" y="954214"/>
                    <a:pt x="15716" y="961930"/>
                  </a:cubicBezTo>
                  <a:lnTo>
                    <a:pt x="2096" y="963073"/>
                  </a:lnTo>
                  <a:close/>
                  <a:moveTo>
                    <a:pt x="1773936" y="937641"/>
                  </a:moveTo>
                  <a:lnTo>
                    <a:pt x="1760316" y="936593"/>
                  </a:lnTo>
                  <a:cubicBezTo>
                    <a:pt x="1760887" y="928878"/>
                    <a:pt x="1761363" y="921163"/>
                    <a:pt x="1761744" y="913352"/>
                  </a:cubicBezTo>
                  <a:lnTo>
                    <a:pt x="1775460" y="914019"/>
                  </a:lnTo>
                  <a:cubicBezTo>
                    <a:pt x="1775079" y="921925"/>
                    <a:pt x="1774603" y="929830"/>
                    <a:pt x="1774032" y="937641"/>
                  </a:cubicBezTo>
                  <a:close/>
                  <a:moveTo>
                    <a:pt x="13716" y="915543"/>
                  </a:moveTo>
                  <a:lnTo>
                    <a:pt x="0" y="915543"/>
                  </a:lnTo>
                  <a:cubicBezTo>
                    <a:pt x="0" y="907637"/>
                    <a:pt x="190" y="899636"/>
                    <a:pt x="571" y="891730"/>
                  </a:cubicBezTo>
                  <a:lnTo>
                    <a:pt x="14288" y="892397"/>
                  </a:lnTo>
                  <a:cubicBezTo>
                    <a:pt x="13906" y="900113"/>
                    <a:pt x="13716" y="907828"/>
                    <a:pt x="13716" y="915543"/>
                  </a:cubicBezTo>
                  <a:close/>
                  <a:moveTo>
                    <a:pt x="1776031" y="890302"/>
                  </a:moveTo>
                  <a:lnTo>
                    <a:pt x="1762315" y="890111"/>
                  </a:lnTo>
                  <a:cubicBezTo>
                    <a:pt x="1762315" y="887254"/>
                    <a:pt x="1762315" y="884396"/>
                    <a:pt x="1762315" y="881539"/>
                  </a:cubicBezTo>
                  <a:cubicBezTo>
                    <a:pt x="1762315" y="876586"/>
                    <a:pt x="1762315" y="871728"/>
                    <a:pt x="1762125" y="866775"/>
                  </a:cubicBezTo>
                  <a:lnTo>
                    <a:pt x="1775841" y="866489"/>
                  </a:lnTo>
                  <a:cubicBezTo>
                    <a:pt x="1775936" y="871538"/>
                    <a:pt x="1776031" y="876491"/>
                    <a:pt x="1776031" y="881539"/>
                  </a:cubicBezTo>
                  <a:cubicBezTo>
                    <a:pt x="1776031" y="884492"/>
                    <a:pt x="1776031" y="887349"/>
                    <a:pt x="1776031" y="890207"/>
                  </a:cubicBezTo>
                  <a:close/>
                  <a:moveTo>
                    <a:pt x="15907" y="869347"/>
                  </a:moveTo>
                  <a:lnTo>
                    <a:pt x="2286" y="868013"/>
                  </a:lnTo>
                  <a:cubicBezTo>
                    <a:pt x="3048" y="860108"/>
                    <a:pt x="4001" y="852202"/>
                    <a:pt x="5144" y="844391"/>
                  </a:cubicBezTo>
                  <a:lnTo>
                    <a:pt x="18669" y="846392"/>
                  </a:lnTo>
                  <a:cubicBezTo>
                    <a:pt x="17526" y="854011"/>
                    <a:pt x="16669" y="861727"/>
                    <a:pt x="15907" y="869347"/>
                  </a:cubicBezTo>
                  <a:close/>
                  <a:moveTo>
                    <a:pt x="1761363" y="843629"/>
                  </a:moveTo>
                  <a:cubicBezTo>
                    <a:pt x="1760982" y="835914"/>
                    <a:pt x="1760410" y="828104"/>
                    <a:pt x="1759839" y="820388"/>
                  </a:cubicBezTo>
                  <a:lnTo>
                    <a:pt x="1773460" y="819245"/>
                  </a:lnTo>
                  <a:cubicBezTo>
                    <a:pt x="1774126" y="827151"/>
                    <a:pt x="1774603" y="834961"/>
                    <a:pt x="1775079" y="842867"/>
                  </a:cubicBezTo>
                  <a:lnTo>
                    <a:pt x="1761363" y="843534"/>
                  </a:lnTo>
                  <a:close/>
                  <a:moveTo>
                    <a:pt x="22479" y="823436"/>
                  </a:moveTo>
                  <a:lnTo>
                    <a:pt x="9049" y="820865"/>
                  </a:lnTo>
                  <a:cubicBezTo>
                    <a:pt x="10573" y="813054"/>
                    <a:pt x="12287" y="805339"/>
                    <a:pt x="14097" y="797624"/>
                  </a:cubicBezTo>
                  <a:lnTo>
                    <a:pt x="27432" y="800862"/>
                  </a:lnTo>
                  <a:cubicBezTo>
                    <a:pt x="25622" y="808387"/>
                    <a:pt x="24003" y="815911"/>
                    <a:pt x="22479" y="823532"/>
                  </a:cubicBezTo>
                  <a:close/>
                  <a:moveTo>
                    <a:pt x="1757553" y="797243"/>
                  </a:moveTo>
                  <a:cubicBezTo>
                    <a:pt x="1756696" y="789527"/>
                    <a:pt x="1755743" y="781812"/>
                    <a:pt x="1754600" y="774097"/>
                  </a:cubicBezTo>
                  <a:lnTo>
                    <a:pt x="1768126" y="772192"/>
                  </a:lnTo>
                  <a:cubicBezTo>
                    <a:pt x="1769269" y="780002"/>
                    <a:pt x="1770221" y="787813"/>
                    <a:pt x="1771079" y="795719"/>
                  </a:cubicBezTo>
                  <a:lnTo>
                    <a:pt x="1757458" y="797243"/>
                  </a:lnTo>
                  <a:close/>
                  <a:moveTo>
                    <a:pt x="33433" y="778478"/>
                  </a:moveTo>
                  <a:lnTo>
                    <a:pt x="20288" y="774668"/>
                  </a:lnTo>
                  <a:cubicBezTo>
                    <a:pt x="22479" y="767048"/>
                    <a:pt x="24860" y="759524"/>
                    <a:pt x="27432" y="751999"/>
                  </a:cubicBezTo>
                  <a:lnTo>
                    <a:pt x="40386" y="756476"/>
                  </a:lnTo>
                  <a:cubicBezTo>
                    <a:pt x="37910" y="763810"/>
                    <a:pt x="35528" y="771144"/>
                    <a:pt x="33433" y="778574"/>
                  </a:cubicBezTo>
                  <a:close/>
                  <a:moveTo>
                    <a:pt x="1751076" y="751046"/>
                  </a:moveTo>
                  <a:cubicBezTo>
                    <a:pt x="1749742" y="743426"/>
                    <a:pt x="1748314" y="735711"/>
                    <a:pt x="1746885" y="728186"/>
                  </a:cubicBezTo>
                  <a:lnTo>
                    <a:pt x="1760316" y="725519"/>
                  </a:lnTo>
                  <a:cubicBezTo>
                    <a:pt x="1761839" y="733234"/>
                    <a:pt x="1763268" y="741045"/>
                    <a:pt x="1764601" y="748760"/>
                  </a:cubicBezTo>
                  <a:lnTo>
                    <a:pt x="1751076" y="751046"/>
                  </a:lnTo>
                  <a:close/>
                  <a:moveTo>
                    <a:pt x="48387" y="734568"/>
                  </a:moveTo>
                  <a:lnTo>
                    <a:pt x="35623" y="729520"/>
                  </a:lnTo>
                  <a:cubicBezTo>
                    <a:pt x="38576" y="722186"/>
                    <a:pt x="41624" y="714851"/>
                    <a:pt x="44863" y="707612"/>
                  </a:cubicBezTo>
                  <a:lnTo>
                    <a:pt x="57340" y="713232"/>
                  </a:lnTo>
                  <a:cubicBezTo>
                    <a:pt x="54198" y="720281"/>
                    <a:pt x="51149" y="727424"/>
                    <a:pt x="48387" y="734568"/>
                  </a:cubicBezTo>
                  <a:close/>
                  <a:moveTo>
                    <a:pt x="1741932" y="705422"/>
                  </a:moveTo>
                  <a:cubicBezTo>
                    <a:pt x="1740217" y="697802"/>
                    <a:pt x="1738408" y="690277"/>
                    <a:pt x="1736408" y="682752"/>
                  </a:cubicBezTo>
                  <a:lnTo>
                    <a:pt x="1749648" y="679323"/>
                  </a:lnTo>
                  <a:cubicBezTo>
                    <a:pt x="1751648" y="686943"/>
                    <a:pt x="1753457" y="694658"/>
                    <a:pt x="1755267" y="702374"/>
                  </a:cubicBezTo>
                  <a:lnTo>
                    <a:pt x="1741932" y="705422"/>
                  </a:lnTo>
                  <a:close/>
                  <a:moveTo>
                    <a:pt x="67342" y="692277"/>
                  </a:moveTo>
                  <a:lnTo>
                    <a:pt x="55054" y="686086"/>
                  </a:lnTo>
                  <a:cubicBezTo>
                    <a:pt x="58579" y="679037"/>
                    <a:pt x="62389" y="671989"/>
                    <a:pt x="66199" y="665036"/>
                  </a:cubicBezTo>
                  <a:lnTo>
                    <a:pt x="78105" y="671703"/>
                  </a:lnTo>
                  <a:cubicBezTo>
                    <a:pt x="74295" y="678466"/>
                    <a:pt x="70676" y="685229"/>
                    <a:pt x="67247" y="692182"/>
                  </a:cubicBezTo>
                  <a:close/>
                  <a:moveTo>
                    <a:pt x="1730407" y="660273"/>
                  </a:moveTo>
                  <a:cubicBezTo>
                    <a:pt x="1728311" y="652748"/>
                    <a:pt x="1726025" y="645319"/>
                    <a:pt x="1723739" y="637984"/>
                  </a:cubicBezTo>
                  <a:lnTo>
                    <a:pt x="1736789" y="633889"/>
                  </a:lnTo>
                  <a:cubicBezTo>
                    <a:pt x="1739170" y="641413"/>
                    <a:pt x="1741456" y="648938"/>
                    <a:pt x="1743551" y="656558"/>
                  </a:cubicBezTo>
                  <a:lnTo>
                    <a:pt x="1730407" y="660273"/>
                  </a:lnTo>
                  <a:close/>
                  <a:moveTo>
                    <a:pt x="90011" y="651986"/>
                  </a:moveTo>
                  <a:lnTo>
                    <a:pt x="78391" y="644747"/>
                  </a:lnTo>
                  <a:cubicBezTo>
                    <a:pt x="82582" y="637984"/>
                    <a:pt x="86963" y="631412"/>
                    <a:pt x="91440" y="624840"/>
                  </a:cubicBezTo>
                  <a:lnTo>
                    <a:pt x="102679" y="632651"/>
                  </a:lnTo>
                  <a:cubicBezTo>
                    <a:pt x="98298" y="639032"/>
                    <a:pt x="94012" y="645414"/>
                    <a:pt x="89916" y="651986"/>
                  </a:cubicBezTo>
                  <a:close/>
                  <a:moveTo>
                    <a:pt x="1716405" y="615791"/>
                  </a:moveTo>
                  <a:cubicBezTo>
                    <a:pt x="1713834" y="608457"/>
                    <a:pt x="1711262" y="601123"/>
                    <a:pt x="1708594" y="593884"/>
                  </a:cubicBezTo>
                  <a:lnTo>
                    <a:pt x="1721453" y="589121"/>
                  </a:lnTo>
                  <a:cubicBezTo>
                    <a:pt x="1724215" y="596456"/>
                    <a:pt x="1726883" y="603885"/>
                    <a:pt x="1729454" y="611410"/>
                  </a:cubicBezTo>
                  <a:lnTo>
                    <a:pt x="1716500" y="615886"/>
                  </a:lnTo>
                  <a:close/>
                  <a:moveTo>
                    <a:pt x="116396" y="613886"/>
                  </a:moveTo>
                  <a:lnTo>
                    <a:pt x="105537" y="605600"/>
                  </a:lnTo>
                  <a:cubicBezTo>
                    <a:pt x="110395" y="599313"/>
                    <a:pt x="115348" y="593122"/>
                    <a:pt x="120396" y="587026"/>
                  </a:cubicBezTo>
                  <a:lnTo>
                    <a:pt x="130874" y="595884"/>
                  </a:lnTo>
                  <a:cubicBezTo>
                    <a:pt x="125921" y="601790"/>
                    <a:pt x="121063" y="607790"/>
                    <a:pt x="116396" y="613982"/>
                  </a:cubicBezTo>
                  <a:close/>
                  <a:moveTo>
                    <a:pt x="146209" y="578453"/>
                  </a:moveTo>
                  <a:lnTo>
                    <a:pt x="136208" y="569119"/>
                  </a:lnTo>
                  <a:cubicBezTo>
                    <a:pt x="141637" y="563309"/>
                    <a:pt x="147161" y="557594"/>
                    <a:pt x="152876" y="552069"/>
                  </a:cubicBezTo>
                  <a:lnTo>
                    <a:pt x="162401" y="561880"/>
                  </a:lnTo>
                  <a:cubicBezTo>
                    <a:pt x="156877" y="567214"/>
                    <a:pt x="151447" y="572738"/>
                    <a:pt x="146209" y="578453"/>
                  </a:cubicBezTo>
                  <a:close/>
                  <a:moveTo>
                    <a:pt x="1700308" y="571976"/>
                  </a:moveTo>
                  <a:cubicBezTo>
                    <a:pt x="1697546" y="564737"/>
                    <a:pt x="1694688" y="557403"/>
                    <a:pt x="1691831" y="550164"/>
                  </a:cubicBezTo>
                  <a:lnTo>
                    <a:pt x="1704594" y="545116"/>
                  </a:lnTo>
                  <a:cubicBezTo>
                    <a:pt x="1707451" y="552450"/>
                    <a:pt x="1710309" y="559784"/>
                    <a:pt x="1713071" y="567023"/>
                  </a:cubicBezTo>
                  <a:lnTo>
                    <a:pt x="1700308" y="571881"/>
                  </a:lnTo>
                  <a:close/>
                  <a:moveTo>
                    <a:pt x="179260" y="546163"/>
                  </a:moveTo>
                  <a:lnTo>
                    <a:pt x="170212" y="535877"/>
                  </a:lnTo>
                  <a:cubicBezTo>
                    <a:pt x="176213" y="530638"/>
                    <a:pt x="182308" y="525494"/>
                    <a:pt x="188500" y="520636"/>
                  </a:cubicBezTo>
                  <a:lnTo>
                    <a:pt x="196977" y="531400"/>
                  </a:lnTo>
                  <a:cubicBezTo>
                    <a:pt x="190976" y="536162"/>
                    <a:pt x="184976" y="541115"/>
                    <a:pt x="179260" y="546259"/>
                  </a:cubicBezTo>
                  <a:close/>
                  <a:moveTo>
                    <a:pt x="1683163" y="528352"/>
                  </a:moveTo>
                  <a:cubicBezTo>
                    <a:pt x="1680210" y="521113"/>
                    <a:pt x="1677257" y="513874"/>
                    <a:pt x="1674305" y="506730"/>
                  </a:cubicBezTo>
                  <a:lnTo>
                    <a:pt x="1686973" y="501491"/>
                  </a:lnTo>
                  <a:cubicBezTo>
                    <a:pt x="1690021" y="508730"/>
                    <a:pt x="1692974" y="515969"/>
                    <a:pt x="1695926" y="523304"/>
                  </a:cubicBezTo>
                  <a:lnTo>
                    <a:pt x="1683258" y="528447"/>
                  </a:lnTo>
                  <a:close/>
                  <a:moveTo>
                    <a:pt x="215551" y="517493"/>
                  </a:moveTo>
                  <a:lnTo>
                    <a:pt x="207645" y="506349"/>
                  </a:lnTo>
                  <a:cubicBezTo>
                    <a:pt x="214122" y="501777"/>
                    <a:pt x="220790" y="497300"/>
                    <a:pt x="227457" y="493109"/>
                  </a:cubicBezTo>
                  <a:lnTo>
                    <a:pt x="234791" y="504730"/>
                  </a:lnTo>
                  <a:cubicBezTo>
                    <a:pt x="228314" y="508825"/>
                    <a:pt x="221837" y="513112"/>
                    <a:pt x="215551" y="517588"/>
                  </a:cubicBezTo>
                  <a:close/>
                  <a:moveTo>
                    <a:pt x="254699" y="492919"/>
                  </a:moveTo>
                  <a:lnTo>
                    <a:pt x="248031" y="480917"/>
                  </a:lnTo>
                  <a:cubicBezTo>
                    <a:pt x="254984" y="477012"/>
                    <a:pt x="262128" y="473392"/>
                    <a:pt x="269272" y="469963"/>
                  </a:cubicBezTo>
                  <a:lnTo>
                    <a:pt x="275177" y="482251"/>
                  </a:lnTo>
                  <a:cubicBezTo>
                    <a:pt x="268319" y="485584"/>
                    <a:pt x="261366" y="489109"/>
                    <a:pt x="254699" y="492919"/>
                  </a:cubicBezTo>
                  <a:close/>
                  <a:moveTo>
                    <a:pt x="1665160" y="485204"/>
                  </a:moveTo>
                  <a:cubicBezTo>
                    <a:pt x="1662113" y="478060"/>
                    <a:pt x="1658969" y="470916"/>
                    <a:pt x="1655826" y="463772"/>
                  </a:cubicBezTo>
                  <a:lnTo>
                    <a:pt x="1668304" y="458248"/>
                  </a:lnTo>
                  <a:cubicBezTo>
                    <a:pt x="1671447" y="465392"/>
                    <a:pt x="1674685" y="472631"/>
                    <a:pt x="1677733" y="479869"/>
                  </a:cubicBezTo>
                  <a:lnTo>
                    <a:pt x="1665160" y="485299"/>
                  </a:lnTo>
                  <a:close/>
                  <a:moveTo>
                    <a:pt x="296228" y="472821"/>
                  </a:moveTo>
                  <a:lnTo>
                    <a:pt x="290989" y="460153"/>
                  </a:lnTo>
                  <a:cubicBezTo>
                    <a:pt x="298323" y="457105"/>
                    <a:pt x="305753" y="454247"/>
                    <a:pt x="313182" y="451580"/>
                  </a:cubicBezTo>
                  <a:lnTo>
                    <a:pt x="317754" y="464439"/>
                  </a:lnTo>
                  <a:cubicBezTo>
                    <a:pt x="310515" y="467011"/>
                    <a:pt x="303276" y="469773"/>
                    <a:pt x="296132" y="472726"/>
                  </a:cubicBezTo>
                  <a:close/>
                  <a:moveTo>
                    <a:pt x="339852" y="457295"/>
                  </a:moveTo>
                  <a:lnTo>
                    <a:pt x="335851" y="444151"/>
                  </a:lnTo>
                  <a:cubicBezTo>
                    <a:pt x="343376" y="441865"/>
                    <a:pt x="350996" y="439674"/>
                    <a:pt x="358712" y="437674"/>
                  </a:cubicBezTo>
                  <a:lnTo>
                    <a:pt x="362236" y="450913"/>
                  </a:lnTo>
                  <a:cubicBezTo>
                    <a:pt x="354711" y="452914"/>
                    <a:pt x="347281" y="455009"/>
                    <a:pt x="339852" y="457295"/>
                  </a:cubicBezTo>
                  <a:close/>
                  <a:moveTo>
                    <a:pt x="384810" y="445389"/>
                  </a:moveTo>
                  <a:lnTo>
                    <a:pt x="381762" y="432054"/>
                  </a:lnTo>
                  <a:cubicBezTo>
                    <a:pt x="389477" y="430244"/>
                    <a:pt x="397192" y="428625"/>
                    <a:pt x="404908" y="427101"/>
                  </a:cubicBezTo>
                  <a:lnTo>
                    <a:pt x="407575" y="440531"/>
                  </a:lnTo>
                  <a:cubicBezTo>
                    <a:pt x="399955" y="442055"/>
                    <a:pt x="392335" y="443675"/>
                    <a:pt x="384810" y="445389"/>
                  </a:cubicBezTo>
                  <a:close/>
                  <a:moveTo>
                    <a:pt x="1646206" y="442436"/>
                  </a:moveTo>
                  <a:cubicBezTo>
                    <a:pt x="1642968" y="435388"/>
                    <a:pt x="1639633" y="428339"/>
                    <a:pt x="1636300" y="421291"/>
                  </a:cubicBezTo>
                  <a:lnTo>
                    <a:pt x="1648682" y="415385"/>
                  </a:lnTo>
                  <a:cubicBezTo>
                    <a:pt x="1652111" y="422434"/>
                    <a:pt x="1655445" y="429578"/>
                    <a:pt x="1658683" y="436721"/>
                  </a:cubicBezTo>
                  <a:lnTo>
                    <a:pt x="1646206" y="442436"/>
                  </a:lnTo>
                  <a:close/>
                  <a:moveTo>
                    <a:pt x="430530" y="436150"/>
                  </a:moveTo>
                  <a:lnTo>
                    <a:pt x="428149" y="422624"/>
                  </a:lnTo>
                  <a:cubicBezTo>
                    <a:pt x="435864" y="421291"/>
                    <a:pt x="443674" y="419957"/>
                    <a:pt x="451390" y="418719"/>
                  </a:cubicBezTo>
                  <a:lnTo>
                    <a:pt x="453581" y="432244"/>
                  </a:lnTo>
                  <a:cubicBezTo>
                    <a:pt x="445866" y="433483"/>
                    <a:pt x="438150" y="434816"/>
                    <a:pt x="430530" y="436150"/>
                  </a:cubicBezTo>
                  <a:close/>
                  <a:moveTo>
                    <a:pt x="476726" y="428720"/>
                  </a:moveTo>
                  <a:lnTo>
                    <a:pt x="474726" y="415195"/>
                  </a:lnTo>
                  <a:cubicBezTo>
                    <a:pt x="482441" y="414052"/>
                    <a:pt x="490252" y="412909"/>
                    <a:pt x="498062" y="411861"/>
                  </a:cubicBezTo>
                  <a:lnTo>
                    <a:pt x="499967" y="425386"/>
                  </a:lnTo>
                  <a:cubicBezTo>
                    <a:pt x="492252" y="426530"/>
                    <a:pt x="484537" y="427577"/>
                    <a:pt x="476726" y="428720"/>
                  </a:cubicBezTo>
                  <a:close/>
                  <a:moveTo>
                    <a:pt x="523208" y="422053"/>
                  </a:moveTo>
                  <a:lnTo>
                    <a:pt x="521303" y="408527"/>
                  </a:lnTo>
                  <a:lnTo>
                    <a:pt x="544544" y="405194"/>
                  </a:lnTo>
                  <a:lnTo>
                    <a:pt x="546544" y="418719"/>
                  </a:lnTo>
                  <a:lnTo>
                    <a:pt x="523304" y="422053"/>
                  </a:lnTo>
                  <a:close/>
                  <a:moveTo>
                    <a:pt x="569785" y="415290"/>
                  </a:moveTo>
                  <a:lnTo>
                    <a:pt x="567690" y="401765"/>
                  </a:lnTo>
                  <a:cubicBezTo>
                    <a:pt x="575405" y="400621"/>
                    <a:pt x="583121" y="399383"/>
                    <a:pt x="590740" y="398050"/>
                  </a:cubicBezTo>
                  <a:lnTo>
                    <a:pt x="593026" y="411575"/>
                  </a:lnTo>
                  <a:cubicBezTo>
                    <a:pt x="585311" y="412909"/>
                    <a:pt x="577501" y="414147"/>
                    <a:pt x="569785" y="415290"/>
                  </a:cubicBezTo>
                  <a:close/>
                  <a:moveTo>
                    <a:pt x="616267" y="407480"/>
                  </a:moveTo>
                  <a:lnTo>
                    <a:pt x="613696" y="394049"/>
                  </a:lnTo>
                  <a:cubicBezTo>
                    <a:pt x="621316" y="392621"/>
                    <a:pt x="628936" y="391096"/>
                    <a:pt x="636556" y="389477"/>
                  </a:cubicBezTo>
                  <a:lnTo>
                    <a:pt x="639413" y="402908"/>
                  </a:lnTo>
                  <a:cubicBezTo>
                    <a:pt x="631698" y="404527"/>
                    <a:pt x="623983" y="406146"/>
                    <a:pt x="616267" y="407575"/>
                  </a:cubicBezTo>
                  <a:close/>
                  <a:moveTo>
                    <a:pt x="1625917" y="400240"/>
                  </a:moveTo>
                  <a:cubicBezTo>
                    <a:pt x="1622393" y="393287"/>
                    <a:pt x="1618869" y="386334"/>
                    <a:pt x="1615249" y="379381"/>
                  </a:cubicBezTo>
                  <a:lnTo>
                    <a:pt x="1627346" y="372999"/>
                  </a:lnTo>
                  <a:cubicBezTo>
                    <a:pt x="1630966" y="379952"/>
                    <a:pt x="1634585" y="387001"/>
                    <a:pt x="1638110" y="394049"/>
                  </a:cubicBezTo>
                  <a:lnTo>
                    <a:pt x="1625823" y="400145"/>
                  </a:lnTo>
                  <a:close/>
                  <a:moveTo>
                    <a:pt x="662464" y="397383"/>
                  </a:moveTo>
                  <a:lnTo>
                    <a:pt x="659130" y="384048"/>
                  </a:lnTo>
                  <a:cubicBezTo>
                    <a:pt x="666655" y="382143"/>
                    <a:pt x="674084" y="380143"/>
                    <a:pt x="681514" y="378047"/>
                  </a:cubicBezTo>
                  <a:lnTo>
                    <a:pt x="685324" y="391192"/>
                  </a:lnTo>
                  <a:cubicBezTo>
                    <a:pt x="677799" y="393383"/>
                    <a:pt x="670084" y="395478"/>
                    <a:pt x="662464" y="397383"/>
                  </a:cubicBezTo>
                  <a:close/>
                  <a:moveTo>
                    <a:pt x="708088" y="384143"/>
                  </a:moveTo>
                  <a:lnTo>
                    <a:pt x="703707" y="371189"/>
                  </a:lnTo>
                  <a:cubicBezTo>
                    <a:pt x="711041" y="368713"/>
                    <a:pt x="718280" y="366046"/>
                    <a:pt x="725424" y="363284"/>
                  </a:cubicBezTo>
                  <a:lnTo>
                    <a:pt x="730473" y="376047"/>
                  </a:lnTo>
                  <a:cubicBezTo>
                    <a:pt x="723138" y="379000"/>
                    <a:pt x="715613" y="381667"/>
                    <a:pt x="708088" y="384238"/>
                  </a:cubicBezTo>
                  <a:close/>
                  <a:moveTo>
                    <a:pt x="752380" y="366522"/>
                  </a:moveTo>
                  <a:lnTo>
                    <a:pt x="746569" y="354140"/>
                  </a:lnTo>
                  <a:cubicBezTo>
                    <a:pt x="753618" y="350806"/>
                    <a:pt x="760571" y="347377"/>
                    <a:pt x="767144" y="343757"/>
                  </a:cubicBezTo>
                  <a:lnTo>
                    <a:pt x="773716" y="355759"/>
                  </a:lnTo>
                  <a:cubicBezTo>
                    <a:pt x="766858" y="359473"/>
                    <a:pt x="759714" y="363093"/>
                    <a:pt x="752380" y="366522"/>
                  </a:cubicBezTo>
                  <a:close/>
                  <a:moveTo>
                    <a:pt x="1604296" y="358807"/>
                  </a:moveTo>
                  <a:cubicBezTo>
                    <a:pt x="1600581" y="351949"/>
                    <a:pt x="1596771" y="345186"/>
                    <a:pt x="1592866" y="338423"/>
                  </a:cubicBezTo>
                  <a:lnTo>
                    <a:pt x="1604772" y="331565"/>
                  </a:lnTo>
                  <a:cubicBezTo>
                    <a:pt x="1608677" y="338423"/>
                    <a:pt x="1612583" y="345281"/>
                    <a:pt x="1616298" y="352234"/>
                  </a:cubicBezTo>
                  <a:lnTo>
                    <a:pt x="1604296" y="358807"/>
                  </a:lnTo>
                  <a:close/>
                  <a:moveTo>
                    <a:pt x="794385" y="343757"/>
                  </a:moveTo>
                  <a:lnTo>
                    <a:pt x="787051" y="332137"/>
                  </a:lnTo>
                  <a:cubicBezTo>
                    <a:pt x="792385" y="328708"/>
                    <a:pt x="797719" y="325184"/>
                    <a:pt x="802958" y="321373"/>
                  </a:cubicBezTo>
                  <a:lnTo>
                    <a:pt x="806006" y="319183"/>
                  </a:lnTo>
                  <a:lnTo>
                    <a:pt x="814102" y="330232"/>
                  </a:lnTo>
                  <a:lnTo>
                    <a:pt x="810863" y="332518"/>
                  </a:lnTo>
                  <a:cubicBezTo>
                    <a:pt x="805434" y="336423"/>
                    <a:pt x="799910" y="340138"/>
                    <a:pt x="794290" y="343662"/>
                  </a:cubicBezTo>
                  <a:close/>
                  <a:moveTo>
                    <a:pt x="1580960" y="318325"/>
                  </a:moveTo>
                  <a:cubicBezTo>
                    <a:pt x="1576959" y="311658"/>
                    <a:pt x="1572863" y="305086"/>
                    <a:pt x="1568673" y="298513"/>
                  </a:cubicBezTo>
                  <a:lnTo>
                    <a:pt x="1580198" y="291179"/>
                  </a:lnTo>
                  <a:cubicBezTo>
                    <a:pt x="1584389" y="297847"/>
                    <a:pt x="1588580" y="304514"/>
                    <a:pt x="1592675" y="311277"/>
                  </a:cubicBezTo>
                  <a:lnTo>
                    <a:pt x="1580960" y="318325"/>
                  </a:lnTo>
                  <a:close/>
                  <a:moveTo>
                    <a:pt x="832866" y="315373"/>
                  </a:moveTo>
                  <a:lnTo>
                    <a:pt x="824008" y="304895"/>
                  </a:lnTo>
                  <a:cubicBezTo>
                    <a:pt x="829723" y="300038"/>
                    <a:pt x="835533" y="294894"/>
                    <a:pt x="841153" y="289465"/>
                  </a:cubicBezTo>
                  <a:lnTo>
                    <a:pt x="850583" y="299371"/>
                  </a:lnTo>
                  <a:cubicBezTo>
                    <a:pt x="844677" y="304990"/>
                    <a:pt x="838676" y="310325"/>
                    <a:pt x="832771" y="315373"/>
                  </a:cubicBezTo>
                  <a:close/>
                  <a:moveTo>
                    <a:pt x="867442" y="282607"/>
                  </a:moveTo>
                  <a:lnTo>
                    <a:pt x="857536" y="273177"/>
                  </a:lnTo>
                  <a:cubicBezTo>
                    <a:pt x="862870" y="267557"/>
                    <a:pt x="868108" y="261842"/>
                    <a:pt x="873252" y="256032"/>
                  </a:cubicBezTo>
                  <a:lnTo>
                    <a:pt x="883539" y="265081"/>
                  </a:lnTo>
                  <a:cubicBezTo>
                    <a:pt x="878300" y="270986"/>
                    <a:pt x="872966" y="276892"/>
                    <a:pt x="867442" y="282607"/>
                  </a:cubicBezTo>
                  <a:close/>
                  <a:moveTo>
                    <a:pt x="1555909" y="278987"/>
                  </a:moveTo>
                  <a:cubicBezTo>
                    <a:pt x="1551527" y="272510"/>
                    <a:pt x="1547146" y="266129"/>
                    <a:pt x="1542574" y="259842"/>
                  </a:cubicBezTo>
                  <a:lnTo>
                    <a:pt x="1553718" y="251936"/>
                  </a:lnTo>
                  <a:cubicBezTo>
                    <a:pt x="1558290" y="258318"/>
                    <a:pt x="1562767" y="264890"/>
                    <a:pt x="1567244" y="271367"/>
                  </a:cubicBezTo>
                  <a:lnTo>
                    <a:pt x="1555909" y="278987"/>
                  </a:lnTo>
                  <a:close/>
                  <a:moveTo>
                    <a:pt x="898969" y="247078"/>
                  </a:moveTo>
                  <a:lnTo>
                    <a:pt x="888492" y="238316"/>
                  </a:lnTo>
                  <a:cubicBezTo>
                    <a:pt x="893445" y="232315"/>
                    <a:pt x="898398" y="226314"/>
                    <a:pt x="903256" y="220218"/>
                  </a:cubicBezTo>
                  <a:lnTo>
                    <a:pt x="913924" y="228791"/>
                  </a:lnTo>
                  <a:cubicBezTo>
                    <a:pt x="908971" y="234982"/>
                    <a:pt x="904018" y="241078"/>
                    <a:pt x="898969" y="247078"/>
                  </a:cubicBezTo>
                  <a:close/>
                  <a:moveTo>
                    <a:pt x="1528763" y="240983"/>
                  </a:moveTo>
                  <a:cubicBezTo>
                    <a:pt x="1524095" y="234791"/>
                    <a:pt x="1519238" y="228695"/>
                    <a:pt x="1514380" y="222599"/>
                  </a:cubicBezTo>
                  <a:lnTo>
                    <a:pt x="1525048" y="214027"/>
                  </a:lnTo>
                  <a:cubicBezTo>
                    <a:pt x="1530001" y="220218"/>
                    <a:pt x="1534858" y="226409"/>
                    <a:pt x="1539621" y="232696"/>
                  </a:cubicBezTo>
                  <a:lnTo>
                    <a:pt x="1528668" y="240983"/>
                  </a:lnTo>
                  <a:close/>
                  <a:moveTo>
                    <a:pt x="928592" y="210407"/>
                  </a:moveTo>
                  <a:lnTo>
                    <a:pt x="917829" y="201930"/>
                  </a:lnTo>
                  <a:lnTo>
                    <a:pt x="932307" y="183451"/>
                  </a:lnTo>
                  <a:lnTo>
                    <a:pt x="943070" y="191929"/>
                  </a:lnTo>
                  <a:lnTo>
                    <a:pt x="928592" y="210407"/>
                  </a:lnTo>
                  <a:close/>
                  <a:moveTo>
                    <a:pt x="1499521" y="204788"/>
                  </a:moveTo>
                  <a:cubicBezTo>
                    <a:pt x="1494473" y="198882"/>
                    <a:pt x="1489329" y="193072"/>
                    <a:pt x="1484091" y="187452"/>
                  </a:cubicBezTo>
                  <a:lnTo>
                    <a:pt x="1494187" y="178213"/>
                  </a:lnTo>
                  <a:cubicBezTo>
                    <a:pt x="1499521" y="184023"/>
                    <a:pt x="1504760" y="189928"/>
                    <a:pt x="1509998" y="195929"/>
                  </a:cubicBezTo>
                  <a:lnTo>
                    <a:pt x="1499616" y="204883"/>
                  </a:lnTo>
                  <a:close/>
                  <a:moveTo>
                    <a:pt x="957644" y="173546"/>
                  </a:moveTo>
                  <a:lnTo>
                    <a:pt x="946976" y="164973"/>
                  </a:lnTo>
                  <a:cubicBezTo>
                    <a:pt x="951929" y="158877"/>
                    <a:pt x="956881" y="152686"/>
                    <a:pt x="961930" y="146685"/>
                  </a:cubicBezTo>
                  <a:lnTo>
                    <a:pt x="972503" y="155448"/>
                  </a:lnTo>
                  <a:cubicBezTo>
                    <a:pt x="967549" y="161449"/>
                    <a:pt x="962597" y="167449"/>
                    <a:pt x="957739" y="173546"/>
                  </a:cubicBezTo>
                  <a:close/>
                  <a:moveTo>
                    <a:pt x="1467993" y="170593"/>
                  </a:moveTo>
                  <a:cubicBezTo>
                    <a:pt x="1462564" y="165068"/>
                    <a:pt x="1457039" y="159734"/>
                    <a:pt x="1451325" y="154400"/>
                  </a:cubicBezTo>
                  <a:lnTo>
                    <a:pt x="1460659" y="144399"/>
                  </a:lnTo>
                  <a:cubicBezTo>
                    <a:pt x="1466469" y="149828"/>
                    <a:pt x="1472089" y="155353"/>
                    <a:pt x="1477708" y="160972"/>
                  </a:cubicBezTo>
                  <a:lnTo>
                    <a:pt x="1467993" y="170593"/>
                  </a:lnTo>
                  <a:close/>
                  <a:moveTo>
                    <a:pt x="1434179" y="138874"/>
                  </a:moveTo>
                  <a:cubicBezTo>
                    <a:pt x="1428369" y="133826"/>
                    <a:pt x="1422368" y="128873"/>
                    <a:pt x="1416367" y="124016"/>
                  </a:cubicBezTo>
                  <a:lnTo>
                    <a:pt x="1424940" y="113347"/>
                  </a:lnTo>
                  <a:cubicBezTo>
                    <a:pt x="1431132" y="118300"/>
                    <a:pt x="1437227" y="123349"/>
                    <a:pt x="1443133" y="128492"/>
                  </a:cubicBezTo>
                  <a:lnTo>
                    <a:pt x="1434179" y="138874"/>
                  </a:lnTo>
                  <a:close/>
                  <a:moveTo>
                    <a:pt x="987552" y="137731"/>
                  </a:moveTo>
                  <a:lnTo>
                    <a:pt x="977265" y="128683"/>
                  </a:lnTo>
                  <a:lnTo>
                    <a:pt x="979456" y="126206"/>
                  </a:lnTo>
                  <a:cubicBezTo>
                    <a:pt x="983742" y="121348"/>
                    <a:pt x="988600" y="116396"/>
                    <a:pt x="993838" y="111347"/>
                  </a:cubicBezTo>
                  <a:lnTo>
                    <a:pt x="1003363" y="121158"/>
                  </a:lnTo>
                  <a:cubicBezTo>
                    <a:pt x="998410" y="126016"/>
                    <a:pt x="993838" y="130778"/>
                    <a:pt x="989743" y="135255"/>
                  </a:cubicBezTo>
                  <a:lnTo>
                    <a:pt x="987552" y="137731"/>
                  </a:lnTo>
                  <a:close/>
                  <a:moveTo>
                    <a:pt x="1397984" y="109919"/>
                  </a:moveTo>
                  <a:cubicBezTo>
                    <a:pt x="1391793" y="105346"/>
                    <a:pt x="1385506" y="100965"/>
                    <a:pt x="1379030" y="96583"/>
                  </a:cubicBezTo>
                  <a:lnTo>
                    <a:pt x="1386649" y="85153"/>
                  </a:lnTo>
                  <a:cubicBezTo>
                    <a:pt x="1393222" y="89535"/>
                    <a:pt x="1399699" y="94107"/>
                    <a:pt x="1406081" y="98774"/>
                  </a:cubicBezTo>
                  <a:lnTo>
                    <a:pt x="1397984" y="109823"/>
                  </a:lnTo>
                  <a:close/>
                  <a:moveTo>
                    <a:pt x="1020508" y="105632"/>
                  </a:moveTo>
                  <a:lnTo>
                    <a:pt x="1011650" y="95155"/>
                  </a:lnTo>
                  <a:cubicBezTo>
                    <a:pt x="1017556" y="90106"/>
                    <a:pt x="1023747" y="85153"/>
                    <a:pt x="1030224" y="80200"/>
                  </a:cubicBezTo>
                  <a:lnTo>
                    <a:pt x="1038511" y="91059"/>
                  </a:lnTo>
                  <a:cubicBezTo>
                    <a:pt x="1032225" y="95821"/>
                    <a:pt x="1026224" y="100679"/>
                    <a:pt x="1020508" y="105537"/>
                  </a:cubicBezTo>
                  <a:close/>
                  <a:moveTo>
                    <a:pt x="1366743" y="88582"/>
                  </a:moveTo>
                  <a:lnTo>
                    <a:pt x="1346930" y="76009"/>
                  </a:lnTo>
                  <a:lnTo>
                    <a:pt x="1354265" y="64389"/>
                  </a:lnTo>
                  <a:lnTo>
                    <a:pt x="1374172" y="76962"/>
                  </a:lnTo>
                  <a:lnTo>
                    <a:pt x="1366838" y="88582"/>
                  </a:lnTo>
                  <a:close/>
                  <a:moveTo>
                    <a:pt x="1057275" y="77533"/>
                  </a:moveTo>
                  <a:lnTo>
                    <a:pt x="1049465" y="66294"/>
                  </a:lnTo>
                  <a:cubicBezTo>
                    <a:pt x="1055942" y="61817"/>
                    <a:pt x="1062609" y="57436"/>
                    <a:pt x="1069372" y="53245"/>
                  </a:cubicBezTo>
                  <a:lnTo>
                    <a:pt x="1076611" y="64865"/>
                  </a:lnTo>
                  <a:cubicBezTo>
                    <a:pt x="1070039" y="68961"/>
                    <a:pt x="1063466" y="73247"/>
                    <a:pt x="1057180" y="77533"/>
                  </a:cubicBezTo>
                  <a:close/>
                  <a:moveTo>
                    <a:pt x="1327023" y="63532"/>
                  </a:moveTo>
                  <a:lnTo>
                    <a:pt x="1307211" y="50959"/>
                  </a:lnTo>
                  <a:lnTo>
                    <a:pt x="1314545" y="39338"/>
                  </a:lnTo>
                  <a:lnTo>
                    <a:pt x="1334357" y="51911"/>
                  </a:lnTo>
                  <a:lnTo>
                    <a:pt x="1327023" y="63532"/>
                  </a:lnTo>
                  <a:close/>
                  <a:moveTo>
                    <a:pt x="1096613" y="53054"/>
                  </a:moveTo>
                  <a:lnTo>
                    <a:pt x="1089946" y="41053"/>
                  </a:lnTo>
                  <a:cubicBezTo>
                    <a:pt x="1096899" y="37147"/>
                    <a:pt x="1103948" y="33433"/>
                    <a:pt x="1111091" y="30004"/>
                  </a:cubicBezTo>
                  <a:lnTo>
                    <a:pt x="1117092" y="42291"/>
                  </a:lnTo>
                  <a:cubicBezTo>
                    <a:pt x="1110234" y="45625"/>
                    <a:pt x="1103376" y="49244"/>
                    <a:pt x="1096613" y="53054"/>
                  </a:cubicBezTo>
                  <a:close/>
                  <a:moveTo>
                    <a:pt x="1287304" y="38481"/>
                  </a:moveTo>
                  <a:lnTo>
                    <a:pt x="1267397" y="25908"/>
                  </a:lnTo>
                  <a:lnTo>
                    <a:pt x="1274731" y="14288"/>
                  </a:lnTo>
                  <a:lnTo>
                    <a:pt x="1294543" y="26860"/>
                  </a:lnTo>
                  <a:lnTo>
                    <a:pt x="1287208" y="38481"/>
                  </a:lnTo>
                  <a:close/>
                  <a:moveTo>
                    <a:pt x="1138047" y="32861"/>
                  </a:moveTo>
                  <a:lnTo>
                    <a:pt x="1132809" y="20193"/>
                  </a:lnTo>
                  <a:cubicBezTo>
                    <a:pt x="1140428" y="17050"/>
                    <a:pt x="1147953" y="14192"/>
                    <a:pt x="1155287" y="11716"/>
                  </a:cubicBezTo>
                  <a:lnTo>
                    <a:pt x="1159669" y="24670"/>
                  </a:lnTo>
                  <a:cubicBezTo>
                    <a:pt x="1152715" y="27051"/>
                    <a:pt x="1145382" y="29718"/>
                    <a:pt x="1138143" y="32766"/>
                  </a:cubicBezTo>
                  <a:close/>
                  <a:moveTo>
                    <a:pt x="1181576" y="18478"/>
                  </a:moveTo>
                  <a:lnTo>
                    <a:pt x="1178433" y="5144"/>
                  </a:lnTo>
                  <a:cubicBezTo>
                    <a:pt x="1186624" y="3239"/>
                    <a:pt x="1194721" y="1810"/>
                    <a:pt x="1202341" y="952"/>
                  </a:cubicBezTo>
                  <a:lnTo>
                    <a:pt x="1203865" y="14573"/>
                  </a:lnTo>
                  <a:cubicBezTo>
                    <a:pt x="1196721" y="15335"/>
                    <a:pt x="1189292" y="16669"/>
                    <a:pt x="1181576" y="18574"/>
                  </a:cubicBezTo>
                  <a:close/>
                  <a:moveTo>
                    <a:pt x="1247870" y="17145"/>
                  </a:moveTo>
                  <a:cubicBezTo>
                    <a:pt x="1241203" y="15240"/>
                    <a:pt x="1233964" y="14097"/>
                    <a:pt x="1226249" y="13716"/>
                  </a:cubicBezTo>
                  <a:lnTo>
                    <a:pt x="1226916" y="0"/>
                  </a:lnTo>
                  <a:cubicBezTo>
                    <a:pt x="1235678" y="476"/>
                    <a:pt x="1243965" y="1810"/>
                    <a:pt x="1251585" y="4000"/>
                  </a:cubicBezTo>
                  <a:lnTo>
                    <a:pt x="1247775" y="17145"/>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91" name="PlaceHolder 1"/>
          <p:cNvSpPr>
            <a:spLocks noGrp="1"/>
          </p:cNvSpPr>
          <p:nvPr>
            <p:ph type="title"/>
          </p:nvPr>
        </p:nvSpPr>
        <p:spPr>
          <a:xfrm>
            <a:off x="720000" y="36900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
        <p:nvSpPr>
          <p:cNvPr id="92" name="Google Shape;209;p28"/>
          <p:cNvSpPr/>
          <p:nvPr/>
        </p:nvSpPr>
        <p:spPr>
          <a:xfrm rot="14559600" flipH="1">
            <a:off x="7580520" y="-25920"/>
            <a:ext cx="4444920" cy="3611880"/>
          </a:xfrm>
          <a:custGeom>
            <a:avLst/>
            <a:gdLst>
              <a:gd name="textAreaLeft" fmla="*/ -360 w 4444920"/>
              <a:gd name="textAreaRight" fmla="*/ 4444920 w 4444920"/>
              <a:gd name="textAreaTop" fmla="*/ 0 h 3611880"/>
              <a:gd name="textAreaBottom" fmla="*/ 3612240 h 3611880"/>
            </a:gdLst>
            <a:ahLst/>
            <a:cxnLst/>
            <a:rect l="textAreaLeft" t="textAreaTop" r="textAreaRight" b="textAreaBottom"/>
            <a:pathLst>
              <a:path w="1930774" h="1568974">
                <a:moveTo>
                  <a:pt x="11419" y="1021325"/>
                </a:moveTo>
                <a:cubicBezTo>
                  <a:pt x="-43064" y="785677"/>
                  <a:pt x="102383" y="500975"/>
                  <a:pt x="341841" y="467542"/>
                </a:cubicBezTo>
                <a:cubicBezTo>
                  <a:pt x="471953" y="449445"/>
                  <a:pt x="607398" y="503166"/>
                  <a:pt x="733985" y="467923"/>
                </a:cubicBezTo>
                <a:cubicBezTo>
                  <a:pt x="949917" y="407820"/>
                  <a:pt x="1030689" y="127690"/>
                  <a:pt x="1233477" y="32154"/>
                </a:cubicBezTo>
                <a:cubicBezTo>
                  <a:pt x="1407689" y="-49951"/>
                  <a:pt x="1623621" y="34726"/>
                  <a:pt x="1752113" y="178268"/>
                </a:cubicBezTo>
                <a:cubicBezTo>
                  <a:pt x="1937755" y="385627"/>
                  <a:pt x="1978236" y="702714"/>
                  <a:pt x="1875843" y="961509"/>
                </a:cubicBezTo>
                <a:cubicBezTo>
                  <a:pt x="1773449" y="1220303"/>
                  <a:pt x="1541610" y="1417661"/>
                  <a:pt x="1277577" y="1505672"/>
                </a:cubicBezTo>
                <a:cubicBezTo>
                  <a:pt x="832950" y="1653786"/>
                  <a:pt x="136482" y="1561298"/>
                  <a:pt x="11514" y="102123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93" name="Google Shape;210;p28"/>
          <p:cNvGrpSpPr/>
          <p:nvPr/>
        </p:nvGrpSpPr>
        <p:grpSpPr>
          <a:xfrm>
            <a:off x="-345240" y="-676800"/>
            <a:ext cx="1833120" cy="3786840"/>
            <a:chOff x="-345240" y="-676800"/>
            <a:chExt cx="1833120" cy="3786840"/>
          </a:xfrm>
        </p:grpSpPr>
        <p:sp>
          <p:nvSpPr>
            <p:cNvPr id="94" name="Google Shape;211;p28"/>
            <p:cNvSpPr/>
            <p:nvPr/>
          </p:nvSpPr>
          <p:spPr>
            <a:xfrm rot="15946800">
              <a:off x="-1527480" y="675360"/>
              <a:ext cx="3717360" cy="1082160"/>
            </a:xfrm>
            <a:custGeom>
              <a:avLst/>
              <a:gdLst>
                <a:gd name="textAreaLeft" fmla="*/ 0 w 3717360"/>
                <a:gd name="textAreaRight" fmla="*/ 3717720 w 3717360"/>
                <a:gd name="textAreaTop" fmla="*/ 0 h 1082160"/>
                <a:gd name="textAreaBottom" fmla="*/ 1082520 h 1082160"/>
              </a:gdLst>
              <a:ahLst/>
              <a:cxnLst/>
              <a:rect l="textAreaLeft" t="textAreaTop" r="textAreaRight" b="textAreaBottom"/>
              <a:pathLst>
                <a:path w="1150527" h="335034">
                  <a:moveTo>
                    <a:pt x="56934" y="13410"/>
                  </a:moveTo>
                  <a:cubicBezTo>
                    <a:pt x="405739" y="-33834"/>
                    <a:pt x="759879" y="61130"/>
                    <a:pt x="1110685" y="33222"/>
                  </a:cubicBezTo>
                  <a:cubicBezTo>
                    <a:pt x="1119733" y="32460"/>
                    <a:pt x="1129735" y="31984"/>
                    <a:pt x="1136688" y="37889"/>
                  </a:cubicBezTo>
                  <a:cubicBezTo>
                    <a:pt x="1142403" y="42747"/>
                    <a:pt x="1144498" y="50748"/>
                    <a:pt x="1145927" y="58273"/>
                  </a:cubicBezTo>
                  <a:cubicBezTo>
                    <a:pt x="1162024" y="141712"/>
                    <a:pt x="1135545" y="234771"/>
                    <a:pt x="1071727" y="289254"/>
                  </a:cubicBezTo>
                  <a:cubicBezTo>
                    <a:pt x="1007910" y="343737"/>
                    <a:pt x="907516" y="351928"/>
                    <a:pt x="840841" y="301160"/>
                  </a:cubicBezTo>
                  <a:cubicBezTo>
                    <a:pt x="780357" y="255154"/>
                    <a:pt x="753021" y="171049"/>
                    <a:pt x="687108" y="133615"/>
                  </a:cubicBezTo>
                  <a:cubicBezTo>
                    <a:pt x="615575" y="93039"/>
                    <a:pt x="526993" y="121804"/>
                    <a:pt x="450412" y="151332"/>
                  </a:cubicBezTo>
                  <a:cubicBezTo>
                    <a:pt x="414693" y="165048"/>
                    <a:pt x="378974" y="178859"/>
                    <a:pt x="343255" y="192575"/>
                  </a:cubicBezTo>
                  <a:cubicBezTo>
                    <a:pt x="288868" y="213530"/>
                    <a:pt x="233241" y="234771"/>
                    <a:pt x="175139" y="236581"/>
                  </a:cubicBezTo>
                  <a:cubicBezTo>
                    <a:pt x="117037" y="238390"/>
                    <a:pt x="55029" y="217436"/>
                    <a:pt x="21501" y="168858"/>
                  </a:cubicBezTo>
                  <a:cubicBezTo>
                    <a:pt x="-12027" y="120280"/>
                    <a:pt x="-10694" y="22554"/>
                    <a:pt x="56838" y="13315"/>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95" name="Google Shape;212;p28"/>
            <p:cNvSpPr/>
            <p:nvPr/>
          </p:nvSpPr>
          <p:spPr>
            <a:xfrm rot="10206000">
              <a:off x="515880" y="-302400"/>
              <a:ext cx="921600" cy="664560"/>
            </a:xfrm>
            <a:custGeom>
              <a:avLst/>
              <a:gdLst>
                <a:gd name="textAreaLeft" fmla="*/ 0 w 921600"/>
                <a:gd name="textAreaRight" fmla="*/ 921960 w 921600"/>
                <a:gd name="textAreaTop" fmla="*/ 0 h 664560"/>
                <a:gd name="textAreaBottom" fmla="*/ 664920 h 664560"/>
              </a:gdLst>
              <a:ahLst/>
              <a:cxnLst/>
              <a:rect l="textAreaLeft" t="textAreaTop" r="textAreaRight" b="textAreaBottom"/>
              <a:pathLst>
                <a:path w="231419" h="166848">
                  <a:moveTo>
                    <a:pt x="107158" y="166848"/>
                  </a:moveTo>
                  <a:cubicBezTo>
                    <a:pt x="76392" y="166848"/>
                    <a:pt x="47912" y="156847"/>
                    <a:pt x="28100" y="138750"/>
                  </a:cubicBezTo>
                  <a:cubicBezTo>
                    <a:pt x="3144" y="115985"/>
                    <a:pt x="-6475" y="80171"/>
                    <a:pt x="4478" y="51501"/>
                  </a:cubicBezTo>
                  <a:cubicBezTo>
                    <a:pt x="15622" y="22640"/>
                    <a:pt x="47150" y="1971"/>
                    <a:pt x="82964" y="161"/>
                  </a:cubicBezTo>
                  <a:lnTo>
                    <a:pt x="82964" y="161"/>
                  </a:lnTo>
                  <a:cubicBezTo>
                    <a:pt x="118111" y="-1554"/>
                    <a:pt x="154116" y="10543"/>
                    <a:pt x="176595" y="31879"/>
                  </a:cubicBezTo>
                  <a:lnTo>
                    <a:pt x="180786" y="35784"/>
                  </a:lnTo>
                  <a:cubicBezTo>
                    <a:pt x="200979" y="54644"/>
                    <a:pt x="238603" y="89696"/>
                    <a:pt x="230221" y="115508"/>
                  </a:cubicBezTo>
                  <a:cubicBezTo>
                    <a:pt x="226220" y="127796"/>
                    <a:pt x="214886" y="134749"/>
                    <a:pt x="203169" y="140464"/>
                  </a:cubicBezTo>
                  <a:cubicBezTo>
                    <a:pt x="169832" y="156752"/>
                    <a:pt x="141924" y="165039"/>
                    <a:pt x="115349" y="166563"/>
                  </a:cubicBezTo>
                  <a:cubicBezTo>
                    <a:pt x="112587" y="166753"/>
                    <a:pt x="109824" y="166848"/>
                    <a:pt x="107062" y="166848"/>
                  </a:cubicBezTo>
                  <a:close/>
                  <a:moveTo>
                    <a:pt x="83535" y="9686"/>
                  </a:moveTo>
                  <a:lnTo>
                    <a:pt x="83535" y="9686"/>
                  </a:lnTo>
                  <a:cubicBezTo>
                    <a:pt x="56770" y="11019"/>
                    <a:pt x="24766" y="25593"/>
                    <a:pt x="13432" y="54929"/>
                  </a:cubicBezTo>
                  <a:cubicBezTo>
                    <a:pt x="3811" y="79980"/>
                    <a:pt x="12479" y="111603"/>
                    <a:pt x="34577" y="131701"/>
                  </a:cubicBezTo>
                  <a:cubicBezTo>
                    <a:pt x="54199" y="149608"/>
                    <a:pt x="83535" y="158847"/>
                    <a:pt x="114968" y="157038"/>
                  </a:cubicBezTo>
                  <a:cubicBezTo>
                    <a:pt x="140305" y="155609"/>
                    <a:pt x="167070" y="147608"/>
                    <a:pt x="199169" y="131892"/>
                  </a:cubicBezTo>
                  <a:cubicBezTo>
                    <a:pt x="208980" y="127129"/>
                    <a:pt x="218410" y="121414"/>
                    <a:pt x="221362" y="112556"/>
                  </a:cubicBezTo>
                  <a:cubicBezTo>
                    <a:pt x="227839" y="92553"/>
                    <a:pt x="190502" y="57597"/>
                    <a:pt x="174500" y="42737"/>
                  </a:cubicBezTo>
                  <a:lnTo>
                    <a:pt x="170213" y="38737"/>
                  </a:lnTo>
                  <a:cubicBezTo>
                    <a:pt x="149830" y="19401"/>
                    <a:pt x="115825" y="8066"/>
                    <a:pt x="83631" y="9686"/>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96" name="PlaceHolder 1"/>
          <p:cNvSpPr>
            <a:spLocks noGrp="1"/>
          </p:cNvSpPr>
          <p:nvPr>
            <p:ph type="title"/>
          </p:nvPr>
        </p:nvSpPr>
        <p:spPr>
          <a:xfrm>
            <a:off x="720000" y="36900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grpSp>
        <p:nvGrpSpPr>
          <p:cNvPr id="97" name="Google Shape;215;p29"/>
          <p:cNvGrpSpPr/>
          <p:nvPr/>
        </p:nvGrpSpPr>
        <p:grpSpPr>
          <a:xfrm>
            <a:off x="-2237040" y="1395000"/>
            <a:ext cx="4388040" cy="5469480"/>
            <a:chOff x="-2237040" y="1395000"/>
            <a:chExt cx="4388040" cy="5469480"/>
          </a:xfrm>
        </p:grpSpPr>
        <p:sp>
          <p:nvSpPr>
            <p:cNvPr id="98" name="Google Shape;216;p29"/>
            <p:cNvSpPr/>
            <p:nvPr/>
          </p:nvSpPr>
          <p:spPr>
            <a:xfrm rot="18559800" flipV="1">
              <a:off x="-1377720" y="2984760"/>
              <a:ext cx="2669760" cy="3485520"/>
            </a:xfrm>
            <a:custGeom>
              <a:avLst/>
              <a:gdLst>
                <a:gd name="textAreaLeft" fmla="*/ 0 w 2669760"/>
                <a:gd name="textAreaRight" fmla="*/ 2670120 w 2669760"/>
                <a:gd name="textAreaTop" fmla="*/ 360 h 3485520"/>
                <a:gd name="textAreaBottom" fmla="*/ 3486240 h 3485520"/>
              </a:gdLst>
              <a:ahLst/>
              <a:cxnLst/>
              <a:rect l="textAreaLeft" t="textAreaTop" r="textAreaRight" b="textAreaBottom"/>
              <a:pathLst>
                <a:path w="910992" h="1189302">
                  <a:moveTo>
                    <a:pt x="263278" y="240063"/>
                  </a:moveTo>
                  <a:cubicBezTo>
                    <a:pt x="308331" y="122620"/>
                    <a:pt x="413201" y="31371"/>
                    <a:pt x="533883" y="4796"/>
                  </a:cubicBezTo>
                  <a:cubicBezTo>
                    <a:pt x="599891" y="-9777"/>
                    <a:pt x="687331" y="7558"/>
                    <a:pt x="704095" y="74805"/>
                  </a:cubicBezTo>
                  <a:cubicBezTo>
                    <a:pt x="715144" y="119191"/>
                    <a:pt x="689236" y="162911"/>
                    <a:pt x="669995" y="204154"/>
                  </a:cubicBezTo>
                  <a:cubicBezTo>
                    <a:pt x="605701" y="341981"/>
                    <a:pt x="627799" y="536482"/>
                    <a:pt x="758768" y="611443"/>
                  </a:cubicBezTo>
                  <a:cubicBezTo>
                    <a:pt x="795154" y="632208"/>
                    <a:pt x="838397" y="643447"/>
                    <a:pt x="865829" y="675546"/>
                  </a:cubicBezTo>
                  <a:cubicBezTo>
                    <a:pt x="882498" y="695073"/>
                    <a:pt x="891356" y="720219"/>
                    <a:pt x="897833" y="745269"/>
                  </a:cubicBezTo>
                  <a:cubicBezTo>
                    <a:pt x="917740" y="822517"/>
                    <a:pt x="917169" y="907766"/>
                    <a:pt x="881450" y="978346"/>
                  </a:cubicBezTo>
                  <a:cubicBezTo>
                    <a:pt x="854399" y="1031686"/>
                    <a:pt x="809251" y="1073406"/>
                    <a:pt x="759721" y="1105695"/>
                  </a:cubicBezTo>
                  <a:cubicBezTo>
                    <a:pt x="619513" y="1197040"/>
                    <a:pt x="434632" y="1216757"/>
                    <a:pt x="281185" y="1148844"/>
                  </a:cubicBezTo>
                  <a:cubicBezTo>
                    <a:pt x="127832" y="1080930"/>
                    <a:pt x="12961" y="924054"/>
                    <a:pt x="959" y="753842"/>
                  </a:cubicBezTo>
                  <a:cubicBezTo>
                    <a:pt x="-2660" y="701835"/>
                    <a:pt x="3340" y="647352"/>
                    <a:pt x="29725" y="602966"/>
                  </a:cubicBezTo>
                  <a:cubicBezTo>
                    <a:pt x="79255" y="519622"/>
                    <a:pt x="191935" y="483618"/>
                    <a:pt x="221463" y="390749"/>
                  </a:cubicBezTo>
                  <a:cubicBezTo>
                    <a:pt x="237370" y="340552"/>
                    <a:pt x="249181" y="276925"/>
                    <a:pt x="263278" y="240254"/>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9" name="Google Shape;217;p29"/>
            <p:cNvSpPr/>
            <p:nvPr/>
          </p:nvSpPr>
          <p:spPr>
            <a:xfrm rot="1546200" flipV="1">
              <a:off x="-1315440" y="1725480"/>
              <a:ext cx="1910160" cy="1701720"/>
            </a:xfrm>
            <a:custGeom>
              <a:avLst/>
              <a:gdLst>
                <a:gd name="textAreaLeft" fmla="*/ 0 w 1910160"/>
                <a:gd name="textAreaRight" fmla="*/ 1910520 w 1910160"/>
                <a:gd name="textAreaTop" fmla="*/ -360 h 1701720"/>
                <a:gd name="textAreaBottom" fmla="*/ 1701720 h 1701720"/>
              </a:gdLst>
              <a:ahLst/>
              <a:cxnLst/>
              <a:rect l="textAreaLeft" t="textAreaTop" r="textAreaRight" b="textAreaBottom"/>
              <a:pathLst>
                <a:path w="1776031" h="1582483">
                  <a:moveTo>
                    <a:pt x="804196" y="1582484"/>
                  </a:moveTo>
                  <a:lnTo>
                    <a:pt x="804196" y="1568768"/>
                  </a:lnTo>
                  <a:cubicBezTo>
                    <a:pt x="811911" y="1568768"/>
                    <a:pt x="819722" y="1568768"/>
                    <a:pt x="827532" y="1568482"/>
                  </a:cubicBezTo>
                  <a:lnTo>
                    <a:pt x="827818" y="1582198"/>
                  </a:lnTo>
                  <a:cubicBezTo>
                    <a:pt x="819912" y="1582388"/>
                    <a:pt x="812101" y="1582484"/>
                    <a:pt x="804196" y="1582484"/>
                  </a:cubicBezTo>
                  <a:close/>
                  <a:moveTo>
                    <a:pt x="780574" y="1582293"/>
                  </a:moveTo>
                  <a:cubicBezTo>
                    <a:pt x="772668" y="1582103"/>
                    <a:pt x="764858" y="1581912"/>
                    <a:pt x="756952" y="1581531"/>
                  </a:cubicBezTo>
                  <a:lnTo>
                    <a:pt x="757523" y="1567815"/>
                  </a:lnTo>
                  <a:cubicBezTo>
                    <a:pt x="765334" y="1568101"/>
                    <a:pt x="773049" y="1568387"/>
                    <a:pt x="780860" y="1568577"/>
                  </a:cubicBezTo>
                  <a:lnTo>
                    <a:pt x="780574" y="1582293"/>
                  </a:lnTo>
                  <a:close/>
                  <a:moveTo>
                    <a:pt x="851440" y="1581531"/>
                  </a:moveTo>
                  <a:lnTo>
                    <a:pt x="850868" y="1567815"/>
                  </a:lnTo>
                  <a:cubicBezTo>
                    <a:pt x="858679" y="1567529"/>
                    <a:pt x="866394" y="1567053"/>
                    <a:pt x="874205" y="1566577"/>
                  </a:cubicBezTo>
                  <a:lnTo>
                    <a:pt x="875062" y="1580293"/>
                  </a:lnTo>
                  <a:cubicBezTo>
                    <a:pt x="867156" y="1580769"/>
                    <a:pt x="859346" y="1581150"/>
                    <a:pt x="851440" y="1581531"/>
                  </a:cubicBezTo>
                  <a:close/>
                  <a:moveTo>
                    <a:pt x="733330" y="1580293"/>
                  </a:moveTo>
                  <a:cubicBezTo>
                    <a:pt x="725424" y="1579817"/>
                    <a:pt x="717613" y="1579150"/>
                    <a:pt x="709708" y="1578483"/>
                  </a:cubicBezTo>
                  <a:lnTo>
                    <a:pt x="710851" y="1564862"/>
                  </a:lnTo>
                  <a:cubicBezTo>
                    <a:pt x="718566" y="1565529"/>
                    <a:pt x="726376" y="1566101"/>
                    <a:pt x="734092" y="1566577"/>
                  </a:cubicBezTo>
                  <a:lnTo>
                    <a:pt x="733235" y="1580293"/>
                  </a:lnTo>
                  <a:close/>
                  <a:moveTo>
                    <a:pt x="898588" y="1578578"/>
                  </a:moveTo>
                  <a:lnTo>
                    <a:pt x="897446" y="1564958"/>
                  </a:lnTo>
                  <a:cubicBezTo>
                    <a:pt x="905161" y="1564291"/>
                    <a:pt x="912971" y="1563624"/>
                    <a:pt x="920687" y="1562862"/>
                  </a:cubicBezTo>
                  <a:lnTo>
                    <a:pt x="922020" y="1576483"/>
                  </a:lnTo>
                  <a:cubicBezTo>
                    <a:pt x="914210" y="1577245"/>
                    <a:pt x="906304" y="1578007"/>
                    <a:pt x="898493" y="1578578"/>
                  </a:cubicBezTo>
                  <a:close/>
                  <a:moveTo>
                    <a:pt x="686276" y="1576197"/>
                  </a:moveTo>
                  <a:cubicBezTo>
                    <a:pt x="678466" y="1575340"/>
                    <a:pt x="670655" y="1574387"/>
                    <a:pt x="662749" y="1573339"/>
                  </a:cubicBezTo>
                  <a:lnTo>
                    <a:pt x="664559" y="1559719"/>
                  </a:lnTo>
                  <a:cubicBezTo>
                    <a:pt x="672274" y="1560767"/>
                    <a:pt x="679990" y="1561719"/>
                    <a:pt x="687705" y="1562576"/>
                  </a:cubicBezTo>
                  <a:lnTo>
                    <a:pt x="686181" y="1576197"/>
                  </a:lnTo>
                  <a:close/>
                  <a:moveTo>
                    <a:pt x="945547" y="1573911"/>
                  </a:moveTo>
                  <a:lnTo>
                    <a:pt x="943928" y="1560290"/>
                  </a:lnTo>
                  <a:cubicBezTo>
                    <a:pt x="951643" y="1559338"/>
                    <a:pt x="959358" y="1558385"/>
                    <a:pt x="967073" y="1557338"/>
                  </a:cubicBezTo>
                  <a:lnTo>
                    <a:pt x="968978" y="1570958"/>
                  </a:lnTo>
                  <a:cubicBezTo>
                    <a:pt x="961168" y="1572006"/>
                    <a:pt x="953357" y="1573054"/>
                    <a:pt x="945547" y="1573911"/>
                  </a:cubicBezTo>
                  <a:close/>
                  <a:moveTo>
                    <a:pt x="639318" y="1569815"/>
                  </a:moveTo>
                  <a:cubicBezTo>
                    <a:pt x="631508" y="1568577"/>
                    <a:pt x="623792" y="1567243"/>
                    <a:pt x="615982" y="1565815"/>
                  </a:cubicBezTo>
                  <a:lnTo>
                    <a:pt x="618459" y="1552385"/>
                  </a:lnTo>
                  <a:cubicBezTo>
                    <a:pt x="626078" y="1553813"/>
                    <a:pt x="633794" y="1555147"/>
                    <a:pt x="641413" y="1556385"/>
                  </a:cubicBezTo>
                  <a:lnTo>
                    <a:pt x="639223" y="1569910"/>
                  </a:lnTo>
                  <a:close/>
                  <a:moveTo>
                    <a:pt x="992315" y="1567529"/>
                  </a:moveTo>
                  <a:lnTo>
                    <a:pt x="990219" y="1554004"/>
                  </a:lnTo>
                  <a:cubicBezTo>
                    <a:pt x="997934" y="1552861"/>
                    <a:pt x="1005649" y="1551527"/>
                    <a:pt x="1013269" y="1550289"/>
                  </a:cubicBezTo>
                  <a:lnTo>
                    <a:pt x="1015556" y="1563814"/>
                  </a:lnTo>
                  <a:cubicBezTo>
                    <a:pt x="1007841" y="1565148"/>
                    <a:pt x="1000030" y="1566386"/>
                    <a:pt x="992219" y="1567625"/>
                  </a:cubicBezTo>
                  <a:close/>
                  <a:moveTo>
                    <a:pt x="592836" y="1561148"/>
                  </a:moveTo>
                  <a:cubicBezTo>
                    <a:pt x="585121" y="1559528"/>
                    <a:pt x="577406" y="1557814"/>
                    <a:pt x="569785" y="1555909"/>
                  </a:cubicBezTo>
                  <a:lnTo>
                    <a:pt x="572929" y="1542574"/>
                  </a:lnTo>
                  <a:cubicBezTo>
                    <a:pt x="580454" y="1544384"/>
                    <a:pt x="588074" y="1546098"/>
                    <a:pt x="595694" y="1547717"/>
                  </a:cubicBezTo>
                  <a:lnTo>
                    <a:pt x="592836" y="1561148"/>
                  </a:lnTo>
                  <a:close/>
                  <a:moveTo>
                    <a:pt x="1038892" y="1559528"/>
                  </a:moveTo>
                  <a:lnTo>
                    <a:pt x="1036320" y="1546098"/>
                  </a:lnTo>
                  <a:cubicBezTo>
                    <a:pt x="1043940" y="1544669"/>
                    <a:pt x="1051655" y="1543145"/>
                    <a:pt x="1059275" y="1541621"/>
                  </a:cubicBezTo>
                  <a:lnTo>
                    <a:pt x="1062038" y="1555052"/>
                  </a:lnTo>
                  <a:cubicBezTo>
                    <a:pt x="1054323" y="1556671"/>
                    <a:pt x="1046607" y="1558195"/>
                    <a:pt x="1038892" y="1559624"/>
                  </a:cubicBezTo>
                  <a:close/>
                  <a:moveTo>
                    <a:pt x="546830" y="1550194"/>
                  </a:moveTo>
                  <a:cubicBezTo>
                    <a:pt x="539210" y="1548193"/>
                    <a:pt x="531591" y="1546003"/>
                    <a:pt x="524065" y="1543812"/>
                  </a:cubicBezTo>
                  <a:lnTo>
                    <a:pt x="527971" y="1530668"/>
                  </a:lnTo>
                  <a:cubicBezTo>
                    <a:pt x="535400" y="1532858"/>
                    <a:pt x="542925" y="1534954"/>
                    <a:pt x="550450" y="1536954"/>
                  </a:cubicBezTo>
                  <a:lnTo>
                    <a:pt x="546926" y="1550194"/>
                  </a:lnTo>
                  <a:close/>
                  <a:moveTo>
                    <a:pt x="1085088" y="1550099"/>
                  </a:moveTo>
                  <a:lnTo>
                    <a:pt x="1082135" y="1536764"/>
                  </a:lnTo>
                  <a:cubicBezTo>
                    <a:pt x="1089755" y="1535049"/>
                    <a:pt x="1097375" y="1533335"/>
                    <a:pt x="1104900" y="1531525"/>
                  </a:cubicBezTo>
                  <a:lnTo>
                    <a:pt x="1108043" y="1544860"/>
                  </a:lnTo>
                  <a:cubicBezTo>
                    <a:pt x="1100423" y="1546670"/>
                    <a:pt x="1092708" y="1548384"/>
                    <a:pt x="1085088" y="1550099"/>
                  </a:cubicBezTo>
                  <a:close/>
                  <a:moveTo>
                    <a:pt x="1130999" y="1539240"/>
                  </a:moveTo>
                  <a:lnTo>
                    <a:pt x="1127665" y="1526000"/>
                  </a:lnTo>
                  <a:cubicBezTo>
                    <a:pt x="1135190" y="1524095"/>
                    <a:pt x="1142810" y="1522095"/>
                    <a:pt x="1150334" y="1520095"/>
                  </a:cubicBezTo>
                  <a:lnTo>
                    <a:pt x="1153858" y="1533335"/>
                  </a:lnTo>
                  <a:cubicBezTo>
                    <a:pt x="1146239" y="1535335"/>
                    <a:pt x="1138619" y="1537335"/>
                    <a:pt x="1130999" y="1539240"/>
                  </a:cubicBezTo>
                  <a:close/>
                  <a:moveTo>
                    <a:pt x="501396" y="1536859"/>
                  </a:moveTo>
                  <a:cubicBezTo>
                    <a:pt x="493871" y="1534478"/>
                    <a:pt x="486442" y="1531906"/>
                    <a:pt x="478917" y="1529334"/>
                  </a:cubicBezTo>
                  <a:lnTo>
                    <a:pt x="483489" y="1516380"/>
                  </a:lnTo>
                  <a:cubicBezTo>
                    <a:pt x="490823" y="1518952"/>
                    <a:pt x="498158" y="1521428"/>
                    <a:pt x="505587" y="1523810"/>
                  </a:cubicBezTo>
                  <a:lnTo>
                    <a:pt x="501396" y="1536859"/>
                  </a:lnTo>
                  <a:close/>
                  <a:moveTo>
                    <a:pt x="1176528" y="1527048"/>
                  </a:moveTo>
                  <a:lnTo>
                    <a:pt x="1172813" y="1513904"/>
                  </a:lnTo>
                  <a:cubicBezTo>
                    <a:pt x="1180338" y="1511808"/>
                    <a:pt x="1187767" y="1509617"/>
                    <a:pt x="1195293" y="1507331"/>
                  </a:cubicBezTo>
                  <a:lnTo>
                    <a:pt x="1199198" y="1520476"/>
                  </a:lnTo>
                  <a:cubicBezTo>
                    <a:pt x="1191673" y="1522762"/>
                    <a:pt x="1184148" y="1524953"/>
                    <a:pt x="1176528" y="1527048"/>
                  </a:cubicBezTo>
                  <a:close/>
                  <a:moveTo>
                    <a:pt x="456724" y="1521143"/>
                  </a:moveTo>
                  <a:cubicBezTo>
                    <a:pt x="449390" y="1518285"/>
                    <a:pt x="442055" y="1515428"/>
                    <a:pt x="434721" y="1512380"/>
                  </a:cubicBezTo>
                  <a:lnTo>
                    <a:pt x="439960" y="1499711"/>
                  </a:lnTo>
                  <a:cubicBezTo>
                    <a:pt x="447104" y="1502664"/>
                    <a:pt x="454342" y="1505522"/>
                    <a:pt x="461581" y="1508284"/>
                  </a:cubicBezTo>
                  <a:lnTo>
                    <a:pt x="456724" y="1521047"/>
                  </a:lnTo>
                  <a:close/>
                  <a:moveTo>
                    <a:pt x="1221772" y="1513523"/>
                  </a:moveTo>
                  <a:lnTo>
                    <a:pt x="1217676" y="1500473"/>
                  </a:lnTo>
                  <a:cubicBezTo>
                    <a:pt x="1225106" y="1498187"/>
                    <a:pt x="1232535" y="1495806"/>
                    <a:pt x="1239965" y="1493330"/>
                  </a:cubicBezTo>
                  <a:lnTo>
                    <a:pt x="1244251" y="1506379"/>
                  </a:lnTo>
                  <a:cubicBezTo>
                    <a:pt x="1236726" y="1508855"/>
                    <a:pt x="1229297" y="1511237"/>
                    <a:pt x="1221772" y="1513618"/>
                  </a:cubicBezTo>
                  <a:close/>
                  <a:moveTo>
                    <a:pt x="413004" y="1503045"/>
                  </a:moveTo>
                  <a:cubicBezTo>
                    <a:pt x="405765" y="1499807"/>
                    <a:pt x="398621" y="1496473"/>
                    <a:pt x="391573" y="1493044"/>
                  </a:cubicBezTo>
                  <a:lnTo>
                    <a:pt x="397478" y="1480661"/>
                  </a:lnTo>
                  <a:cubicBezTo>
                    <a:pt x="404431" y="1483995"/>
                    <a:pt x="411480" y="1487329"/>
                    <a:pt x="418624" y="1490472"/>
                  </a:cubicBezTo>
                  <a:lnTo>
                    <a:pt x="413004" y="1502950"/>
                  </a:lnTo>
                  <a:close/>
                  <a:moveTo>
                    <a:pt x="1266539" y="1498759"/>
                  </a:moveTo>
                  <a:lnTo>
                    <a:pt x="1262063" y="1485805"/>
                  </a:lnTo>
                  <a:cubicBezTo>
                    <a:pt x="1269397" y="1483233"/>
                    <a:pt x="1276731" y="1480661"/>
                    <a:pt x="1284066" y="1477994"/>
                  </a:cubicBezTo>
                  <a:lnTo>
                    <a:pt x="1288733" y="1490853"/>
                  </a:lnTo>
                  <a:cubicBezTo>
                    <a:pt x="1281303" y="1493520"/>
                    <a:pt x="1273969" y="1496187"/>
                    <a:pt x="1266539" y="1498759"/>
                  </a:cubicBezTo>
                  <a:close/>
                  <a:moveTo>
                    <a:pt x="1310831" y="1482566"/>
                  </a:moveTo>
                  <a:lnTo>
                    <a:pt x="1305878" y="1469803"/>
                  </a:lnTo>
                  <a:cubicBezTo>
                    <a:pt x="1313117" y="1467041"/>
                    <a:pt x="1320356" y="1464088"/>
                    <a:pt x="1327594" y="1461135"/>
                  </a:cubicBezTo>
                  <a:lnTo>
                    <a:pt x="1332738" y="1473803"/>
                  </a:lnTo>
                  <a:cubicBezTo>
                    <a:pt x="1325404" y="1476756"/>
                    <a:pt x="1318165" y="1479709"/>
                    <a:pt x="1310831" y="1482566"/>
                  </a:cubicBezTo>
                  <a:close/>
                  <a:moveTo>
                    <a:pt x="370332" y="1482471"/>
                  </a:moveTo>
                  <a:cubicBezTo>
                    <a:pt x="363283" y="1478852"/>
                    <a:pt x="356330" y="1475137"/>
                    <a:pt x="349473" y="1471232"/>
                  </a:cubicBezTo>
                  <a:lnTo>
                    <a:pt x="356140" y="1459230"/>
                  </a:lnTo>
                  <a:cubicBezTo>
                    <a:pt x="362903" y="1463040"/>
                    <a:pt x="369760" y="1466660"/>
                    <a:pt x="376619" y="1470279"/>
                  </a:cubicBezTo>
                  <a:lnTo>
                    <a:pt x="370332" y="1482471"/>
                  </a:lnTo>
                  <a:close/>
                  <a:moveTo>
                    <a:pt x="1354550" y="1464659"/>
                  </a:moveTo>
                  <a:lnTo>
                    <a:pt x="1349121" y="1452086"/>
                  </a:lnTo>
                  <a:cubicBezTo>
                    <a:pt x="1356265" y="1449038"/>
                    <a:pt x="1363408" y="1445800"/>
                    <a:pt x="1370457" y="1442561"/>
                  </a:cubicBezTo>
                  <a:lnTo>
                    <a:pt x="1376172" y="1455039"/>
                  </a:lnTo>
                  <a:cubicBezTo>
                    <a:pt x="1369028" y="1458278"/>
                    <a:pt x="1361789" y="1461516"/>
                    <a:pt x="1354550" y="1464659"/>
                  </a:cubicBezTo>
                  <a:close/>
                  <a:moveTo>
                    <a:pt x="328994" y="1459516"/>
                  </a:moveTo>
                  <a:cubicBezTo>
                    <a:pt x="322231" y="1455515"/>
                    <a:pt x="315468" y="1451324"/>
                    <a:pt x="308801" y="1447038"/>
                  </a:cubicBezTo>
                  <a:lnTo>
                    <a:pt x="316135" y="1435513"/>
                  </a:lnTo>
                  <a:cubicBezTo>
                    <a:pt x="322707" y="1439704"/>
                    <a:pt x="329279" y="1443800"/>
                    <a:pt x="335947" y="1447705"/>
                  </a:cubicBezTo>
                  <a:lnTo>
                    <a:pt x="328898" y="1459516"/>
                  </a:lnTo>
                  <a:close/>
                  <a:moveTo>
                    <a:pt x="1397603" y="1445038"/>
                  </a:moveTo>
                  <a:lnTo>
                    <a:pt x="1391603" y="1432751"/>
                  </a:lnTo>
                  <a:cubicBezTo>
                    <a:pt x="1398651" y="1429322"/>
                    <a:pt x="1405604" y="1425893"/>
                    <a:pt x="1412462" y="1422368"/>
                  </a:cubicBezTo>
                  <a:lnTo>
                    <a:pt x="1418749" y="1434560"/>
                  </a:lnTo>
                  <a:cubicBezTo>
                    <a:pt x="1411700" y="1438180"/>
                    <a:pt x="1404652" y="1441704"/>
                    <a:pt x="1397603" y="1445133"/>
                  </a:cubicBezTo>
                  <a:close/>
                  <a:moveTo>
                    <a:pt x="289084" y="1433989"/>
                  </a:moveTo>
                  <a:cubicBezTo>
                    <a:pt x="282607" y="1429512"/>
                    <a:pt x="276130" y="1424940"/>
                    <a:pt x="269748" y="1420273"/>
                  </a:cubicBezTo>
                  <a:lnTo>
                    <a:pt x="277844" y="1409224"/>
                  </a:lnTo>
                  <a:cubicBezTo>
                    <a:pt x="284131" y="1413796"/>
                    <a:pt x="290417" y="1418273"/>
                    <a:pt x="296799" y="1422654"/>
                  </a:cubicBezTo>
                  <a:lnTo>
                    <a:pt x="289084" y="1433989"/>
                  </a:lnTo>
                  <a:close/>
                  <a:moveTo>
                    <a:pt x="1439704" y="1423416"/>
                  </a:moveTo>
                  <a:lnTo>
                    <a:pt x="1433131" y="1411414"/>
                  </a:lnTo>
                  <a:cubicBezTo>
                    <a:pt x="1439990" y="1407700"/>
                    <a:pt x="1446752" y="1403890"/>
                    <a:pt x="1453515" y="1399985"/>
                  </a:cubicBezTo>
                  <a:lnTo>
                    <a:pt x="1460373" y="1411891"/>
                  </a:lnTo>
                  <a:cubicBezTo>
                    <a:pt x="1453515" y="1415796"/>
                    <a:pt x="1446657" y="1419701"/>
                    <a:pt x="1439704" y="1423511"/>
                  </a:cubicBezTo>
                  <a:close/>
                  <a:moveTo>
                    <a:pt x="250793" y="1405985"/>
                  </a:moveTo>
                  <a:cubicBezTo>
                    <a:pt x="244602" y="1401128"/>
                    <a:pt x="238411" y="1396175"/>
                    <a:pt x="232410" y="1391031"/>
                  </a:cubicBezTo>
                  <a:lnTo>
                    <a:pt x="241173" y="1380554"/>
                  </a:lnTo>
                  <a:cubicBezTo>
                    <a:pt x="247079" y="1385507"/>
                    <a:pt x="253174" y="1390460"/>
                    <a:pt x="259271" y="1395222"/>
                  </a:cubicBezTo>
                  <a:lnTo>
                    <a:pt x="250793" y="1405985"/>
                  </a:lnTo>
                  <a:close/>
                  <a:moveTo>
                    <a:pt x="1480661" y="1399699"/>
                  </a:moveTo>
                  <a:lnTo>
                    <a:pt x="1473517" y="1388078"/>
                  </a:lnTo>
                  <a:cubicBezTo>
                    <a:pt x="1480185" y="1383983"/>
                    <a:pt x="1486757" y="1379792"/>
                    <a:pt x="1493234" y="1375601"/>
                  </a:cubicBezTo>
                  <a:lnTo>
                    <a:pt x="1500759" y="1387031"/>
                  </a:lnTo>
                  <a:cubicBezTo>
                    <a:pt x="1494187" y="1391317"/>
                    <a:pt x="1487519" y="1395603"/>
                    <a:pt x="1480756" y="1399699"/>
                  </a:cubicBezTo>
                  <a:close/>
                  <a:moveTo>
                    <a:pt x="214408" y="1375505"/>
                  </a:moveTo>
                  <a:cubicBezTo>
                    <a:pt x="211455" y="1372838"/>
                    <a:pt x="208597" y="1370267"/>
                    <a:pt x="205740" y="1367600"/>
                  </a:cubicBezTo>
                  <a:cubicBezTo>
                    <a:pt x="202787" y="1364933"/>
                    <a:pt x="199930" y="1362170"/>
                    <a:pt x="197073" y="1359408"/>
                  </a:cubicBezTo>
                  <a:lnTo>
                    <a:pt x="206598" y="1349502"/>
                  </a:lnTo>
                  <a:cubicBezTo>
                    <a:pt x="209360" y="1352169"/>
                    <a:pt x="212217" y="1354836"/>
                    <a:pt x="215074" y="1357503"/>
                  </a:cubicBezTo>
                  <a:cubicBezTo>
                    <a:pt x="217932" y="1360170"/>
                    <a:pt x="220790" y="1362742"/>
                    <a:pt x="223647" y="1365314"/>
                  </a:cubicBezTo>
                  <a:lnTo>
                    <a:pt x="214503" y="1375505"/>
                  </a:lnTo>
                  <a:close/>
                  <a:moveTo>
                    <a:pt x="1520285" y="1373696"/>
                  </a:moveTo>
                  <a:lnTo>
                    <a:pt x="1512475" y="1362456"/>
                  </a:lnTo>
                  <a:cubicBezTo>
                    <a:pt x="1518856" y="1357979"/>
                    <a:pt x="1525143" y="1353503"/>
                    <a:pt x="1531334" y="1348835"/>
                  </a:cubicBezTo>
                  <a:lnTo>
                    <a:pt x="1539526" y="1359789"/>
                  </a:lnTo>
                  <a:cubicBezTo>
                    <a:pt x="1533239" y="1364552"/>
                    <a:pt x="1526762" y="1369124"/>
                    <a:pt x="1520285" y="1373696"/>
                  </a:cubicBezTo>
                  <a:close/>
                  <a:moveTo>
                    <a:pt x="1558290" y="1345311"/>
                  </a:moveTo>
                  <a:lnTo>
                    <a:pt x="1549717" y="1334643"/>
                  </a:lnTo>
                  <a:cubicBezTo>
                    <a:pt x="1555814" y="1329785"/>
                    <a:pt x="1561719" y="1324832"/>
                    <a:pt x="1567624" y="1319784"/>
                  </a:cubicBezTo>
                  <a:lnTo>
                    <a:pt x="1576578" y="1330166"/>
                  </a:lnTo>
                  <a:cubicBezTo>
                    <a:pt x="1570577" y="1335310"/>
                    <a:pt x="1564482" y="1340358"/>
                    <a:pt x="1558290" y="1345311"/>
                  </a:cubicBezTo>
                  <a:close/>
                  <a:moveTo>
                    <a:pt x="180213" y="1342549"/>
                  </a:moveTo>
                  <a:cubicBezTo>
                    <a:pt x="174688" y="1336834"/>
                    <a:pt x="169354" y="1331119"/>
                    <a:pt x="164021" y="1325213"/>
                  </a:cubicBezTo>
                  <a:lnTo>
                    <a:pt x="174212" y="1316069"/>
                  </a:lnTo>
                  <a:cubicBezTo>
                    <a:pt x="179356" y="1321784"/>
                    <a:pt x="184690" y="1327499"/>
                    <a:pt x="190024" y="1333024"/>
                  </a:cubicBezTo>
                  <a:lnTo>
                    <a:pt x="180213" y="1342549"/>
                  </a:lnTo>
                  <a:close/>
                  <a:moveTo>
                    <a:pt x="1594294" y="1314355"/>
                  </a:moveTo>
                  <a:lnTo>
                    <a:pt x="1584960" y="1304258"/>
                  </a:lnTo>
                  <a:cubicBezTo>
                    <a:pt x="1590675" y="1299020"/>
                    <a:pt x="1596199" y="1293590"/>
                    <a:pt x="1601724" y="1288161"/>
                  </a:cubicBezTo>
                  <a:lnTo>
                    <a:pt x="1611440" y="1297877"/>
                  </a:lnTo>
                  <a:cubicBezTo>
                    <a:pt x="1605820" y="1303496"/>
                    <a:pt x="1600105" y="1308926"/>
                    <a:pt x="1594294" y="1314355"/>
                  </a:cubicBezTo>
                  <a:close/>
                  <a:moveTo>
                    <a:pt x="148495" y="1307306"/>
                  </a:moveTo>
                  <a:cubicBezTo>
                    <a:pt x="143447" y="1301210"/>
                    <a:pt x="138398" y="1295114"/>
                    <a:pt x="133540" y="1288828"/>
                  </a:cubicBezTo>
                  <a:lnTo>
                    <a:pt x="144304" y="1280446"/>
                  </a:lnTo>
                  <a:cubicBezTo>
                    <a:pt x="149066" y="1286542"/>
                    <a:pt x="153924" y="1292543"/>
                    <a:pt x="158877" y="1298543"/>
                  </a:cubicBezTo>
                  <a:lnTo>
                    <a:pt x="148399" y="1307306"/>
                  </a:lnTo>
                  <a:close/>
                  <a:moveTo>
                    <a:pt x="1627918" y="1280827"/>
                  </a:moveTo>
                  <a:lnTo>
                    <a:pt x="1617821" y="1271492"/>
                  </a:lnTo>
                  <a:cubicBezTo>
                    <a:pt x="1623060" y="1265777"/>
                    <a:pt x="1628204" y="1260062"/>
                    <a:pt x="1633252" y="1254157"/>
                  </a:cubicBezTo>
                  <a:lnTo>
                    <a:pt x="1643634" y="1263015"/>
                  </a:lnTo>
                  <a:cubicBezTo>
                    <a:pt x="1638490" y="1269016"/>
                    <a:pt x="1633252" y="1274921"/>
                    <a:pt x="1627823" y="1280732"/>
                  </a:cubicBezTo>
                  <a:close/>
                  <a:moveTo>
                    <a:pt x="119348" y="1269873"/>
                  </a:moveTo>
                  <a:cubicBezTo>
                    <a:pt x="114681" y="1263491"/>
                    <a:pt x="110204" y="1257014"/>
                    <a:pt x="105823" y="1250442"/>
                  </a:cubicBezTo>
                  <a:lnTo>
                    <a:pt x="117158" y="1242822"/>
                  </a:lnTo>
                  <a:cubicBezTo>
                    <a:pt x="121444" y="1249299"/>
                    <a:pt x="125921" y="1255585"/>
                    <a:pt x="130398" y="1261872"/>
                  </a:cubicBezTo>
                  <a:lnTo>
                    <a:pt x="119253" y="1269873"/>
                  </a:lnTo>
                  <a:close/>
                  <a:moveTo>
                    <a:pt x="1658683" y="1244632"/>
                  </a:moveTo>
                  <a:lnTo>
                    <a:pt x="1647920" y="1236155"/>
                  </a:lnTo>
                  <a:cubicBezTo>
                    <a:pt x="1652683" y="1230059"/>
                    <a:pt x="1657255" y="1223867"/>
                    <a:pt x="1661827" y="1217581"/>
                  </a:cubicBezTo>
                  <a:lnTo>
                    <a:pt x="1672971" y="1225487"/>
                  </a:lnTo>
                  <a:cubicBezTo>
                    <a:pt x="1668399" y="1231964"/>
                    <a:pt x="1663637" y="1238250"/>
                    <a:pt x="1658779" y="1244537"/>
                  </a:cubicBezTo>
                  <a:close/>
                  <a:moveTo>
                    <a:pt x="92964" y="1230439"/>
                  </a:moveTo>
                  <a:cubicBezTo>
                    <a:pt x="88773" y="1223677"/>
                    <a:pt x="84772" y="1216914"/>
                    <a:pt x="80867" y="1210056"/>
                  </a:cubicBezTo>
                  <a:lnTo>
                    <a:pt x="92774" y="1203293"/>
                  </a:lnTo>
                  <a:cubicBezTo>
                    <a:pt x="96583" y="1210056"/>
                    <a:pt x="100584" y="1216724"/>
                    <a:pt x="104680" y="1223296"/>
                  </a:cubicBezTo>
                  <a:lnTo>
                    <a:pt x="93059" y="1230535"/>
                  </a:lnTo>
                  <a:close/>
                  <a:moveTo>
                    <a:pt x="1686306" y="1205960"/>
                  </a:moveTo>
                  <a:lnTo>
                    <a:pt x="1674781" y="1198531"/>
                  </a:lnTo>
                  <a:cubicBezTo>
                    <a:pt x="1677257" y="1194721"/>
                    <a:pt x="1679639" y="1190911"/>
                    <a:pt x="1682020" y="1187006"/>
                  </a:cubicBezTo>
                  <a:cubicBezTo>
                    <a:pt x="1683734" y="1184243"/>
                    <a:pt x="1685354" y="1181481"/>
                    <a:pt x="1686973" y="1178814"/>
                  </a:cubicBezTo>
                  <a:lnTo>
                    <a:pt x="1698784" y="1185767"/>
                  </a:lnTo>
                  <a:cubicBezTo>
                    <a:pt x="1697165" y="1188625"/>
                    <a:pt x="1695450" y="1191387"/>
                    <a:pt x="1693735" y="1194245"/>
                  </a:cubicBezTo>
                  <a:cubicBezTo>
                    <a:pt x="1691354" y="1198245"/>
                    <a:pt x="1688783" y="1202150"/>
                    <a:pt x="1686306" y="1206056"/>
                  </a:cubicBezTo>
                  <a:close/>
                  <a:moveTo>
                    <a:pt x="69437" y="1189196"/>
                  </a:moveTo>
                  <a:cubicBezTo>
                    <a:pt x="65722" y="1182148"/>
                    <a:pt x="62198" y="1175099"/>
                    <a:pt x="58865" y="1167956"/>
                  </a:cubicBezTo>
                  <a:lnTo>
                    <a:pt x="71247" y="1162050"/>
                  </a:lnTo>
                  <a:cubicBezTo>
                    <a:pt x="74581" y="1169003"/>
                    <a:pt x="78010" y="1175957"/>
                    <a:pt x="81629" y="1182814"/>
                  </a:cubicBezTo>
                  <a:lnTo>
                    <a:pt x="69533" y="1189196"/>
                  </a:lnTo>
                  <a:close/>
                  <a:moveTo>
                    <a:pt x="1710404" y="1164908"/>
                  </a:moveTo>
                  <a:lnTo>
                    <a:pt x="1698308" y="1158526"/>
                  </a:lnTo>
                  <a:cubicBezTo>
                    <a:pt x="1701927" y="1151668"/>
                    <a:pt x="1705356" y="1144714"/>
                    <a:pt x="1708594" y="1137761"/>
                  </a:cubicBezTo>
                  <a:lnTo>
                    <a:pt x="1720977" y="1143572"/>
                  </a:lnTo>
                  <a:cubicBezTo>
                    <a:pt x="1717643" y="1150715"/>
                    <a:pt x="1714119" y="1157859"/>
                    <a:pt x="1710404" y="1164908"/>
                  </a:cubicBezTo>
                  <a:close/>
                  <a:moveTo>
                    <a:pt x="48958" y="1146429"/>
                  </a:moveTo>
                  <a:cubicBezTo>
                    <a:pt x="45816" y="1139190"/>
                    <a:pt x="42767" y="1131856"/>
                    <a:pt x="39910" y="1124426"/>
                  </a:cubicBezTo>
                  <a:lnTo>
                    <a:pt x="52673" y="1119473"/>
                  </a:lnTo>
                  <a:cubicBezTo>
                    <a:pt x="55435" y="1126712"/>
                    <a:pt x="58388" y="1133856"/>
                    <a:pt x="61436" y="1141000"/>
                  </a:cubicBezTo>
                  <a:lnTo>
                    <a:pt x="48863" y="1146429"/>
                  </a:lnTo>
                  <a:close/>
                  <a:moveTo>
                    <a:pt x="1730598" y="1121855"/>
                  </a:moveTo>
                  <a:lnTo>
                    <a:pt x="1717929" y="1116616"/>
                  </a:lnTo>
                  <a:cubicBezTo>
                    <a:pt x="1720882" y="1109472"/>
                    <a:pt x="1723739" y="1102233"/>
                    <a:pt x="1726407" y="1094994"/>
                  </a:cubicBezTo>
                  <a:lnTo>
                    <a:pt x="1739265" y="1099757"/>
                  </a:lnTo>
                  <a:cubicBezTo>
                    <a:pt x="1736503" y="1107186"/>
                    <a:pt x="1733645" y="1114616"/>
                    <a:pt x="1730598" y="1121950"/>
                  </a:cubicBezTo>
                  <a:close/>
                  <a:moveTo>
                    <a:pt x="31813" y="1102138"/>
                  </a:moveTo>
                  <a:cubicBezTo>
                    <a:pt x="29242" y="1094613"/>
                    <a:pt x="26765" y="1087088"/>
                    <a:pt x="24479" y="1079564"/>
                  </a:cubicBezTo>
                  <a:lnTo>
                    <a:pt x="37624" y="1075563"/>
                  </a:lnTo>
                  <a:cubicBezTo>
                    <a:pt x="39814" y="1082993"/>
                    <a:pt x="42196" y="1090327"/>
                    <a:pt x="44767" y="1097661"/>
                  </a:cubicBezTo>
                  <a:lnTo>
                    <a:pt x="31813" y="1102138"/>
                  </a:lnTo>
                  <a:close/>
                  <a:moveTo>
                    <a:pt x="1746980" y="1077278"/>
                  </a:moveTo>
                  <a:lnTo>
                    <a:pt x="1733931" y="1073087"/>
                  </a:lnTo>
                  <a:cubicBezTo>
                    <a:pt x="1736312" y="1065752"/>
                    <a:pt x="1738503" y="1058323"/>
                    <a:pt x="1740503" y="1050893"/>
                  </a:cubicBezTo>
                  <a:lnTo>
                    <a:pt x="1753743" y="1054513"/>
                  </a:lnTo>
                  <a:cubicBezTo>
                    <a:pt x="1751648" y="1062133"/>
                    <a:pt x="1749362" y="1069753"/>
                    <a:pt x="1746980" y="1077278"/>
                  </a:cubicBezTo>
                  <a:close/>
                  <a:moveTo>
                    <a:pt x="18097" y="1056608"/>
                  </a:moveTo>
                  <a:cubicBezTo>
                    <a:pt x="16097" y="1048893"/>
                    <a:pt x="14288" y="1041273"/>
                    <a:pt x="12573" y="1033463"/>
                  </a:cubicBezTo>
                  <a:lnTo>
                    <a:pt x="26003" y="1030605"/>
                  </a:lnTo>
                  <a:cubicBezTo>
                    <a:pt x="27622" y="1038130"/>
                    <a:pt x="29432" y="1045655"/>
                    <a:pt x="31337" y="1053179"/>
                  </a:cubicBezTo>
                  <a:lnTo>
                    <a:pt x="18097" y="1056608"/>
                  </a:lnTo>
                  <a:close/>
                  <a:moveTo>
                    <a:pt x="1759553" y="1031462"/>
                  </a:moveTo>
                  <a:lnTo>
                    <a:pt x="1746218" y="1028319"/>
                  </a:lnTo>
                  <a:cubicBezTo>
                    <a:pt x="1747933" y="1020794"/>
                    <a:pt x="1749552" y="1013174"/>
                    <a:pt x="1750981" y="1005650"/>
                  </a:cubicBezTo>
                  <a:lnTo>
                    <a:pt x="1764411" y="1008221"/>
                  </a:lnTo>
                  <a:cubicBezTo>
                    <a:pt x="1762887" y="1016032"/>
                    <a:pt x="1761268" y="1023747"/>
                    <a:pt x="1759458" y="1031462"/>
                  </a:cubicBezTo>
                  <a:close/>
                  <a:moveTo>
                    <a:pt x="8096" y="1010222"/>
                  </a:moveTo>
                  <a:cubicBezTo>
                    <a:pt x="6763" y="1002411"/>
                    <a:pt x="5525" y="994601"/>
                    <a:pt x="4572" y="986695"/>
                  </a:cubicBezTo>
                  <a:lnTo>
                    <a:pt x="18193" y="984885"/>
                  </a:lnTo>
                  <a:cubicBezTo>
                    <a:pt x="19145" y="992600"/>
                    <a:pt x="20384" y="1000220"/>
                    <a:pt x="21622" y="1007840"/>
                  </a:cubicBezTo>
                  <a:lnTo>
                    <a:pt x="8096" y="1010126"/>
                  </a:lnTo>
                  <a:close/>
                  <a:moveTo>
                    <a:pt x="1768412" y="984790"/>
                  </a:moveTo>
                  <a:lnTo>
                    <a:pt x="1754886" y="982694"/>
                  </a:lnTo>
                  <a:cubicBezTo>
                    <a:pt x="1756029" y="975074"/>
                    <a:pt x="1757077" y="967359"/>
                    <a:pt x="1757934" y="959644"/>
                  </a:cubicBezTo>
                  <a:lnTo>
                    <a:pt x="1771555" y="961263"/>
                  </a:lnTo>
                  <a:cubicBezTo>
                    <a:pt x="1770602" y="969169"/>
                    <a:pt x="1769555" y="976979"/>
                    <a:pt x="1768412" y="984790"/>
                  </a:cubicBezTo>
                  <a:close/>
                  <a:moveTo>
                    <a:pt x="2000" y="963073"/>
                  </a:moveTo>
                  <a:cubicBezTo>
                    <a:pt x="1334" y="955167"/>
                    <a:pt x="762" y="947261"/>
                    <a:pt x="476" y="939355"/>
                  </a:cubicBezTo>
                  <a:lnTo>
                    <a:pt x="14192" y="938784"/>
                  </a:lnTo>
                  <a:cubicBezTo>
                    <a:pt x="14478" y="946499"/>
                    <a:pt x="15050" y="954214"/>
                    <a:pt x="15716" y="961930"/>
                  </a:cubicBezTo>
                  <a:lnTo>
                    <a:pt x="2096" y="963073"/>
                  </a:lnTo>
                  <a:close/>
                  <a:moveTo>
                    <a:pt x="1773936" y="937641"/>
                  </a:moveTo>
                  <a:lnTo>
                    <a:pt x="1760316" y="936593"/>
                  </a:lnTo>
                  <a:cubicBezTo>
                    <a:pt x="1760887" y="928878"/>
                    <a:pt x="1761363" y="921163"/>
                    <a:pt x="1761744" y="913352"/>
                  </a:cubicBezTo>
                  <a:lnTo>
                    <a:pt x="1775460" y="914019"/>
                  </a:lnTo>
                  <a:cubicBezTo>
                    <a:pt x="1775079" y="921925"/>
                    <a:pt x="1774603" y="929830"/>
                    <a:pt x="1774032" y="937641"/>
                  </a:cubicBezTo>
                  <a:close/>
                  <a:moveTo>
                    <a:pt x="13716" y="915543"/>
                  </a:moveTo>
                  <a:lnTo>
                    <a:pt x="0" y="915543"/>
                  </a:lnTo>
                  <a:cubicBezTo>
                    <a:pt x="0" y="907637"/>
                    <a:pt x="190" y="899636"/>
                    <a:pt x="571" y="891730"/>
                  </a:cubicBezTo>
                  <a:lnTo>
                    <a:pt x="14288" y="892397"/>
                  </a:lnTo>
                  <a:cubicBezTo>
                    <a:pt x="13906" y="900113"/>
                    <a:pt x="13716" y="907828"/>
                    <a:pt x="13716" y="915543"/>
                  </a:cubicBezTo>
                  <a:close/>
                  <a:moveTo>
                    <a:pt x="1776031" y="890302"/>
                  </a:moveTo>
                  <a:lnTo>
                    <a:pt x="1762315" y="890111"/>
                  </a:lnTo>
                  <a:cubicBezTo>
                    <a:pt x="1762315" y="887254"/>
                    <a:pt x="1762315" y="884396"/>
                    <a:pt x="1762315" y="881539"/>
                  </a:cubicBezTo>
                  <a:cubicBezTo>
                    <a:pt x="1762315" y="876586"/>
                    <a:pt x="1762315" y="871728"/>
                    <a:pt x="1762125" y="866775"/>
                  </a:cubicBezTo>
                  <a:lnTo>
                    <a:pt x="1775841" y="866489"/>
                  </a:lnTo>
                  <a:cubicBezTo>
                    <a:pt x="1775936" y="871538"/>
                    <a:pt x="1776031" y="876491"/>
                    <a:pt x="1776031" y="881539"/>
                  </a:cubicBezTo>
                  <a:cubicBezTo>
                    <a:pt x="1776031" y="884492"/>
                    <a:pt x="1776031" y="887349"/>
                    <a:pt x="1776031" y="890207"/>
                  </a:cubicBezTo>
                  <a:close/>
                  <a:moveTo>
                    <a:pt x="15907" y="869347"/>
                  </a:moveTo>
                  <a:lnTo>
                    <a:pt x="2286" y="868013"/>
                  </a:lnTo>
                  <a:cubicBezTo>
                    <a:pt x="3048" y="860108"/>
                    <a:pt x="4001" y="852202"/>
                    <a:pt x="5144" y="844391"/>
                  </a:cubicBezTo>
                  <a:lnTo>
                    <a:pt x="18669" y="846392"/>
                  </a:lnTo>
                  <a:cubicBezTo>
                    <a:pt x="17526" y="854011"/>
                    <a:pt x="16669" y="861727"/>
                    <a:pt x="15907" y="869347"/>
                  </a:cubicBezTo>
                  <a:close/>
                  <a:moveTo>
                    <a:pt x="1761363" y="843629"/>
                  </a:moveTo>
                  <a:cubicBezTo>
                    <a:pt x="1760982" y="835914"/>
                    <a:pt x="1760410" y="828104"/>
                    <a:pt x="1759839" y="820388"/>
                  </a:cubicBezTo>
                  <a:lnTo>
                    <a:pt x="1773460" y="819245"/>
                  </a:lnTo>
                  <a:cubicBezTo>
                    <a:pt x="1774126" y="827151"/>
                    <a:pt x="1774603" y="834961"/>
                    <a:pt x="1775079" y="842867"/>
                  </a:cubicBezTo>
                  <a:lnTo>
                    <a:pt x="1761363" y="843534"/>
                  </a:lnTo>
                  <a:close/>
                  <a:moveTo>
                    <a:pt x="22479" y="823436"/>
                  </a:moveTo>
                  <a:lnTo>
                    <a:pt x="9049" y="820865"/>
                  </a:lnTo>
                  <a:cubicBezTo>
                    <a:pt x="10573" y="813054"/>
                    <a:pt x="12287" y="805339"/>
                    <a:pt x="14097" y="797624"/>
                  </a:cubicBezTo>
                  <a:lnTo>
                    <a:pt x="27432" y="800862"/>
                  </a:lnTo>
                  <a:cubicBezTo>
                    <a:pt x="25622" y="808387"/>
                    <a:pt x="24003" y="815911"/>
                    <a:pt x="22479" y="823532"/>
                  </a:cubicBezTo>
                  <a:close/>
                  <a:moveTo>
                    <a:pt x="1757553" y="797243"/>
                  </a:moveTo>
                  <a:cubicBezTo>
                    <a:pt x="1756696" y="789527"/>
                    <a:pt x="1755743" y="781812"/>
                    <a:pt x="1754600" y="774097"/>
                  </a:cubicBezTo>
                  <a:lnTo>
                    <a:pt x="1768126" y="772192"/>
                  </a:lnTo>
                  <a:cubicBezTo>
                    <a:pt x="1769269" y="780002"/>
                    <a:pt x="1770221" y="787813"/>
                    <a:pt x="1771079" y="795719"/>
                  </a:cubicBezTo>
                  <a:lnTo>
                    <a:pt x="1757458" y="797243"/>
                  </a:lnTo>
                  <a:close/>
                  <a:moveTo>
                    <a:pt x="33433" y="778478"/>
                  </a:moveTo>
                  <a:lnTo>
                    <a:pt x="20288" y="774668"/>
                  </a:lnTo>
                  <a:cubicBezTo>
                    <a:pt x="22479" y="767048"/>
                    <a:pt x="24860" y="759524"/>
                    <a:pt x="27432" y="751999"/>
                  </a:cubicBezTo>
                  <a:lnTo>
                    <a:pt x="40386" y="756476"/>
                  </a:lnTo>
                  <a:cubicBezTo>
                    <a:pt x="37910" y="763810"/>
                    <a:pt x="35528" y="771144"/>
                    <a:pt x="33433" y="778574"/>
                  </a:cubicBezTo>
                  <a:close/>
                  <a:moveTo>
                    <a:pt x="1751076" y="751046"/>
                  </a:moveTo>
                  <a:cubicBezTo>
                    <a:pt x="1749742" y="743426"/>
                    <a:pt x="1748314" y="735711"/>
                    <a:pt x="1746885" y="728186"/>
                  </a:cubicBezTo>
                  <a:lnTo>
                    <a:pt x="1760316" y="725519"/>
                  </a:lnTo>
                  <a:cubicBezTo>
                    <a:pt x="1761839" y="733234"/>
                    <a:pt x="1763268" y="741045"/>
                    <a:pt x="1764601" y="748760"/>
                  </a:cubicBezTo>
                  <a:lnTo>
                    <a:pt x="1751076" y="751046"/>
                  </a:lnTo>
                  <a:close/>
                  <a:moveTo>
                    <a:pt x="48387" y="734568"/>
                  </a:moveTo>
                  <a:lnTo>
                    <a:pt x="35623" y="729520"/>
                  </a:lnTo>
                  <a:cubicBezTo>
                    <a:pt x="38576" y="722186"/>
                    <a:pt x="41624" y="714851"/>
                    <a:pt x="44863" y="707612"/>
                  </a:cubicBezTo>
                  <a:lnTo>
                    <a:pt x="57340" y="713232"/>
                  </a:lnTo>
                  <a:cubicBezTo>
                    <a:pt x="54198" y="720281"/>
                    <a:pt x="51149" y="727424"/>
                    <a:pt x="48387" y="734568"/>
                  </a:cubicBezTo>
                  <a:close/>
                  <a:moveTo>
                    <a:pt x="1741932" y="705422"/>
                  </a:moveTo>
                  <a:cubicBezTo>
                    <a:pt x="1740217" y="697802"/>
                    <a:pt x="1738408" y="690277"/>
                    <a:pt x="1736408" y="682752"/>
                  </a:cubicBezTo>
                  <a:lnTo>
                    <a:pt x="1749648" y="679323"/>
                  </a:lnTo>
                  <a:cubicBezTo>
                    <a:pt x="1751648" y="686943"/>
                    <a:pt x="1753457" y="694658"/>
                    <a:pt x="1755267" y="702374"/>
                  </a:cubicBezTo>
                  <a:lnTo>
                    <a:pt x="1741932" y="705422"/>
                  </a:lnTo>
                  <a:close/>
                  <a:moveTo>
                    <a:pt x="67342" y="692277"/>
                  </a:moveTo>
                  <a:lnTo>
                    <a:pt x="55054" y="686086"/>
                  </a:lnTo>
                  <a:cubicBezTo>
                    <a:pt x="58579" y="679037"/>
                    <a:pt x="62389" y="671989"/>
                    <a:pt x="66199" y="665036"/>
                  </a:cubicBezTo>
                  <a:lnTo>
                    <a:pt x="78105" y="671703"/>
                  </a:lnTo>
                  <a:cubicBezTo>
                    <a:pt x="74295" y="678466"/>
                    <a:pt x="70676" y="685229"/>
                    <a:pt x="67247" y="692182"/>
                  </a:cubicBezTo>
                  <a:close/>
                  <a:moveTo>
                    <a:pt x="1730407" y="660273"/>
                  </a:moveTo>
                  <a:cubicBezTo>
                    <a:pt x="1728311" y="652748"/>
                    <a:pt x="1726025" y="645319"/>
                    <a:pt x="1723739" y="637984"/>
                  </a:cubicBezTo>
                  <a:lnTo>
                    <a:pt x="1736789" y="633889"/>
                  </a:lnTo>
                  <a:cubicBezTo>
                    <a:pt x="1739170" y="641413"/>
                    <a:pt x="1741456" y="648938"/>
                    <a:pt x="1743551" y="656558"/>
                  </a:cubicBezTo>
                  <a:lnTo>
                    <a:pt x="1730407" y="660273"/>
                  </a:lnTo>
                  <a:close/>
                  <a:moveTo>
                    <a:pt x="90011" y="651986"/>
                  </a:moveTo>
                  <a:lnTo>
                    <a:pt x="78391" y="644747"/>
                  </a:lnTo>
                  <a:cubicBezTo>
                    <a:pt x="82582" y="637984"/>
                    <a:pt x="86963" y="631412"/>
                    <a:pt x="91440" y="624840"/>
                  </a:cubicBezTo>
                  <a:lnTo>
                    <a:pt x="102679" y="632651"/>
                  </a:lnTo>
                  <a:cubicBezTo>
                    <a:pt x="98298" y="639032"/>
                    <a:pt x="94012" y="645414"/>
                    <a:pt x="89916" y="651986"/>
                  </a:cubicBezTo>
                  <a:close/>
                  <a:moveTo>
                    <a:pt x="1716405" y="615791"/>
                  </a:moveTo>
                  <a:cubicBezTo>
                    <a:pt x="1713834" y="608457"/>
                    <a:pt x="1711262" y="601123"/>
                    <a:pt x="1708594" y="593884"/>
                  </a:cubicBezTo>
                  <a:lnTo>
                    <a:pt x="1721453" y="589121"/>
                  </a:lnTo>
                  <a:cubicBezTo>
                    <a:pt x="1724215" y="596456"/>
                    <a:pt x="1726883" y="603885"/>
                    <a:pt x="1729454" y="611410"/>
                  </a:cubicBezTo>
                  <a:lnTo>
                    <a:pt x="1716500" y="615886"/>
                  </a:lnTo>
                  <a:close/>
                  <a:moveTo>
                    <a:pt x="116396" y="613886"/>
                  </a:moveTo>
                  <a:lnTo>
                    <a:pt x="105537" y="605600"/>
                  </a:lnTo>
                  <a:cubicBezTo>
                    <a:pt x="110395" y="599313"/>
                    <a:pt x="115348" y="593122"/>
                    <a:pt x="120396" y="587026"/>
                  </a:cubicBezTo>
                  <a:lnTo>
                    <a:pt x="130874" y="595884"/>
                  </a:lnTo>
                  <a:cubicBezTo>
                    <a:pt x="125921" y="601790"/>
                    <a:pt x="121063" y="607790"/>
                    <a:pt x="116396" y="613982"/>
                  </a:cubicBezTo>
                  <a:close/>
                  <a:moveTo>
                    <a:pt x="146209" y="578453"/>
                  </a:moveTo>
                  <a:lnTo>
                    <a:pt x="136208" y="569119"/>
                  </a:lnTo>
                  <a:cubicBezTo>
                    <a:pt x="141637" y="563309"/>
                    <a:pt x="147161" y="557594"/>
                    <a:pt x="152876" y="552069"/>
                  </a:cubicBezTo>
                  <a:lnTo>
                    <a:pt x="162401" y="561880"/>
                  </a:lnTo>
                  <a:cubicBezTo>
                    <a:pt x="156877" y="567214"/>
                    <a:pt x="151447" y="572738"/>
                    <a:pt x="146209" y="578453"/>
                  </a:cubicBezTo>
                  <a:close/>
                  <a:moveTo>
                    <a:pt x="1700308" y="571976"/>
                  </a:moveTo>
                  <a:cubicBezTo>
                    <a:pt x="1697546" y="564737"/>
                    <a:pt x="1694688" y="557403"/>
                    <a:pt x="1691831" y="550164"/>
                  </a:cubicBezTo>
                  <a:lnTo>
                    <a:pt x="1704594" y="545116"/>
                  </a:lnTo>
                  <a:cubicBezTo>
                    <a:pt x="1707451" y="552450"/>
                    <a:pt x="1710309" y="559784"/>
                    <a:pt x="1713071" y="567023"/>
                  </a:cubicBezTo>
                  <a:lnTo>
                    <a:pt x="1700308" y="571881"/>
                  </a:lnTo>
                  <a:close/>
                  <a:moveTo>
                    <a:pt x="179260" y="546163"/>
                  </a:moveTo>
                  <a:lnTo>
                    <a:pt x="170212" y="535877"/>
                  </a:lnTo>
                  <a:cubicBezTo>
                    <a:pt x="176213" y="530638"/>
                    <a:pt x="182308" y="525494"/>
                    <a:pt x="188500" y="520636"/>
                  </a:cubicBezTo>
                  <a:lnTo>
                    <a:pt x="196977" y="531400"/>
                  </a:lnTo>
                  <a:cubicBezTo>
                    <a:pt x="190976" y="536162"/>
                    <a:pt x="184976" y="541115"/>
                    <a:pt x="179260" y="546259"/>
                  </a:cubicBezTo>
                  <a:close/>
                  <a:moveTo>
                    <a:pt x="1683163" y="528352"/>
                  </a:moveTo>
                  <a:cubicBezTo>
                    <a:pt x="1680210" y="521113"/>
                    <a:pt x="1677257" y="513874"/>
                    <a:pt x="1674305" y="506730"/>
                  </a:cubicBezTo>
                  <a:lnTo>
                    <a:pt x="1686973" y="501491"/>
                  </a:lnTo>
                  <a:cubicBezTo>
                    <a:pt x="1690021" y="508730"/>
                    <a:pt x="1692974" y="515969"/>
                    <a:pt x="1695926" y="523304"/>
                  </a:cubicBezTo>
                  <a:lnTo>
                    <a:pt x="1683258" y="528447"/>
                  </a:lnTo>
                  <a:close/>
                  <a:moveTo>
                    <a:pt x="215551" y="517493"/>
                  </a:moveTo>
                  <a:lnTo>
                    <a:pt x="207645" y="506349"/>
                  </a:lnTo>
                  <a:cubicBezTo>
                    <a:pt x="214122" y="501777"/>
                    <a:pt x="220790" y="497300"/>
                    <a:pt x="227457" y="493109"/>
                  </a:cubicBezTo>
                  <a:lnTo>
                    <a:pt x="234791" y="504730"/>
                  </a:lnTo>
                  <a:cubicBezTo>
                    <a:pt x="228314" y="508825"/>
                    <a:pt x="221837" y="513112"/>
                    <a:pt x="215551" y="517588"/>
                  </a:cubicBezTo>
                  <a:close/>
                  <a:moveTo>
                    <a:pt x="254699" y="492919"/>
                  </a:moveTo>
                  <a:lnTo>
                    <a:pt x="248031" y="480917"/>
                  </a:lnTo>
                  <a:cubicBezTo>
                    <a:pt x="254984" y="477012"/>
                    <a:pt x="262128" y="473392"/>
                    <a:pt x="269272" y="469963"/>
                  </a:cubicBezTo>
                  <a:lnTo>
                    <a:pt x="275177" y="482251"/>
                  </a:lnTo>
                  <a:cubicBezTo>
                    <a:pt x="268319" y="485584"/>
                    <a:pt x="261366" y="489109"/>
                    <a:pt x="254699" y="492919"/>
                  </a:cubicBezTo>
                  <a:close/>
                  <a:moveTo>
                    <a:pt x="1665160" y="485204"/>
                  </a:moveTo>
                  <a:cubicBezTo>
                    <a:pt x="1662113" y="478060"/>
                    <a:pt x="1658969" y="470916"/>
                    <a:pt x="1655826" y="463772"/>
                  </a:cubicBezTo>
                  <a:lnTo>
                    <a:pt x="1668304" y="458248"/>
                  </a:lnTo>
                  <a:cubicBezTo>
                    <a:pt x="1671447" y="465392"/>
                    <a:pt x="1674685" y="472631"/>
                    <a:pt x="1677733" y="479869"/>
                  </a:cubicBezTo>
                  <a:lnTo>
                    <a:pt x="1665160" y="485299"/>
                  </a:lnTo>
                  <a:close/>
                  <a:moveTo>
                    <a:pt x="296228" y="472821"/>
                  </a:moveTo>
                  <a:lnTo>
                    <a:pt x="290989" y="460153"/>
                  </a:lnTo>
                  <a:cubicBezTo>
                    <a:pt x="298323" y="457105"/>
                    <a:pt x="305753" y="454247"/>
                    <a:pt x="313182" y="451580"/>
                  </a:cubicBezTo>
                  <a:lnTo>
                    <a:pt x="317754" y="464439"/>
                  </a:lnTo>
                  <a:cubicBezTo>
                    <a:pt x="310515" y="467011"/>
                    <a:pt x="303276" y="469773"/>
                    <a:pt x="296132" y="472726"/>
                  </a:cubicBezTo>
                  <a:close/>
                  <a:moveTo>
                    <a:pt x="339852" y="457295"/>
                  </a:moveTo>
                  <a:lnTo>
                    <a:pt x="335851" y="444151"/>
                  </a:lnTo>
                  <a:cubicBezTo>
                    <a:pt x="343376" y="441865"/>
                    <a:pt x="350996" y="439674"/>
                    <a:pt x="358712" y="437674"/>
                  </a:cubicBezTo>
                  <a:lnTo>
                    <a:pt x="362236" y="450913"/>
                  </a:lnTo>
                  <a:cubicBezTo>
                    <a:pt x="354711" y="452914"/>
                    <a:pt x="347281" y="455009"/>
                    <a:pt x="339852" y="457295"/>
                  </a:cubicBezTo>
                  <a:close/>
                  <a:moveTo>
                    <a:pt x="384810" y="445389"/>
                  </a:moveTo>
                  <a:lnTo>
                    <a:pt x="381762" y="432054"/>
                  </a:lnTo>
                  <a:cubicBezTo>
                    <a:pt x="389477" y="430244"/>
                    <a:pt x="397192" y="428625"/>
                    <a:pt x="404908" y="427101"/>
                  </a:cubicBezTo>
                  <a:lnTo>
                    <a:pt x="407575" y="440531"/>
                  </a:lnTo>
                  <a:cubicBezTo>
                    <a:pt x="399955" y="442055"/>
                    <a:pt x="392335" y="443675"/>
                    <a:pt x="384810" y="445389"/>
                  </a:cubicBezTo>
                  <a:close/>
                  <a:moveTo>
                    <a:pt x="1646206" y="442436"/>
                  </a:moveTo>
                  <a:cubicBezTo>
                    <a:pt x="1642968" y="435388"/>
                    <a:pt x="1639633" y="428339"/>
                    <a:pt x="1636300" y="421291"/>
                  </a:cubicBezTo>
                  <a:lnTo>
                    <a:pt x="1648682" y="415385"/>
                  </a:lnTo>
                  <a:cubicBezTo>
                    <a:pt x="1652111" y="422434"/>
                    <a:pt x="1655445" y="429578"/>
                    <a:pt x="1658683" y="436721"/>
                  </a:cubicBezTo>
                  <a:lnTo>
                    <a:pt x="1646206" y="442436"/>
                  </a:lnTo>
                  <a:close/>
                  <a:moveTo>
                    <a:pt x="430530" y="436150"/>
                  </a:moveTo>
                  <a:lnTo>
                    <a:pt x="428149" y="422624"/>
                  </a:lnTo>
                  <a:cubicBezTo>
                    <a:pt x="435864" y="421291"/>
                    <a:pt x="443674" y="419957"/>
                    <a:pt x="451390" y="418719"/>
                  </a:cubicBezTo>
                  <a:lnTo>
                    <a:pt x="453581" y="432244"/>
                  </a:lnTo>
                  <a:cubicBezTo>
                    <a:pt x="445866" y="433483"/>
                    <a:pt x="438150" y="434816"/>
                    <a:pt x="430530" y="436150"/>
                  </a:cubicBezTo>
                  <a:close/>
                  <a:moveTo>
                    <a:pt x="476726" y="428720"/>
                  </a:moveTo>
                  <a:lnTo>
                    <a:pt x="474726" y="415195"/>
                  </a:lnTo>
                  <a:cubicBezTo>
                    <a:pt x="482441" y="414052"/>
                    <a:pt x="490252" y="412909"/>
                    <a:pt x="498062" y="411861"/>
                  </a:cubicBezTo>
                  <a:lnTo>
                    <a:pt x="499967" y="425386"/>
                  </a:lnTo>
                  <a:cubicBezTo>
                    <a:pt x="492252" y="426530"/>
                    <a:pt x="484537" y="427577"/>
                    <a:pt x="476726" y="428720"/>
                  </a:cubicBezTo>
                  <a:close/>
                  <a:moveTo>
                    <a:pt x="523208" y="422053"/>
                  </a:moveTo>
                  <a:lnTo>
                    <a:pt x="521303" y="408527"/>
                  </a:lnTo>
                  <a:lnTo>
                    <a:pt x="544544" y="405194"/>
                  </a:lnTo>
                  <a:lnTo>
                    <a:pt x="546544" y="418719"/>
                  </a:lnTo>
                  <a:lnTo>
                    <a:pt x="523304" y="422053"/>
                  </a:lnTo>
                  <a:close/>
                  <a:moveTo>
                    <a:pt x="569785" y="415290"/>
                  </a:moveTo>
                  <a:lnTo>
                    <a:pt x="567690" y="401765"/>
                  </a:lnTo>
                  <a:cubicBezTo>
                    <a:pt x="575405" y="400621"/>
                    <a:pt x="583121" y="399383"/>
                    <a:pt x="590740" y="398050"/>
                  </a:cubicBezTo>
                  <a:lnTo>
                    <a:pt x="593026" y="411575"/>
                  </a:lnTo>
                  <a:cubicBezTo>
                    <a:pt x="585311" y="412909"/>
                    <a:pt x="577501" y="414147"/>
                    <a:pt x="569785" y="415290"/>
                  </a:cubicBezTo>
                  <a:close/>
                  <a:moveTo>
                    <a:pt x="616267" y="407480"/>
                  </a:moveTo>
                  <a:lnTo>
                    <a:pt x="613696" y="394049"/>
                  </a:lnTo>
                  <a:cubicBezTo>
                    <a:pt x="621316" y="392621"/>
                    <a:pt x="628936" y="391096"/>
                    <a:pt x="636556" y="389477"/>
                  </a:cubicBezTo>
                  <a:lnTo>
                    <a:pt x="639413" y="402908"/>
                  </a:lnTo>
                  <a:cubicBezTo>
                    <a:pt x="631698" y="404527"/>
                    <a:pt x="623983" y="406146"/>
                    <a:pt x="616267" y="407575"/>
                  </a:cubicBezTo>
                  <a:close/>
                  <a:moveTo>
                    <a:pt x="1625917" y="400240"/>
                  </a:moveTo>
                  <a:cubicBezTo>
                    <a:pt x="1622393" y="393287"/>
                    <a:pt x="1618869" y="386334"/>
                    <a:pt x="1615249" y="379381"/>
                  </a:cubicBezTo>
                  <a:lnTo>
                    <a:pt x="1627346" y="372999"/>
                  </a:lnTo>
                  <a:cubicBezTo>
                    <a:pt x="1630966" y="379952"/>
                    <a:pt x="1634585" y="387001"/>
                    <a:pt x="1638110" y="394049"/>
                  </a:cubicBezTo>
                  <a:lnTo>
                    <a:pt x="1625823" y="400145"/>
                  </a:lnTo>
                  <a:close/>
                  <a:moveTo>
                    <a:pt x="662464" y="397383"/>
                  </a:moveTo>
                  <a:lnTo>
                    <a:pt x="659130" y="384048"/>
                  </a:lnTo>
                  <a:cubicBezTo>
                    <a:pt x="666655" y="382143"/>
                    <a:pt x="674084" y="380143"/>
                    <a:pt x="681514" y="378047"/>
                  </a:cubicBezTo>
                  <a:lnTo>
                    <a:pt x="685324" y="391192"/>
                  </a:lnTo>
                  <a:cubicBezTo>
                    <a:pt x="677799" y="393383"/>
                    <a:pt x="670084" y="395478"/>
                    <a:pt x="662464" y="397383"/>
                  </a:cubicBezTo>
                  <a:close/>
                  <a:moveTo>
                    <a:pt x="708088" y="384143"/>
                  </a:moveTo>
                  <a:lnTo>
                    <a:pt x="703707" y="371189"/>
                  </a:lnTo>
                  <a:cubicBezTo>
                    <a:pt x="711041" y="368713"/>
                    <a:pt x="718280" y="366046"/>
                    <a:pt x="725424" y="363284"/>
                  </a:cubicBezTo>
                  <a:lnTo>
                    <a:pt x="730473" y="376047"/>
                  </a:lnTo>
                  <a:cubicBezTo>
                    <a:pt x="723138" y="379000"/>
                    <a:pt x="715613" y="381667"/>
                    <a:pt x="708088" y="384238"/>
                  </a:cubicBezTo>
                  <a:close/>
                  <a:moveTo>
                    <a:pt x="752380" y="366522"/>
                  </a:moveTo>
                  <a:lnTo>
                    <a:pt x="746569" y="354140"/>
                  </a:lnTo>
                  <a:cubicBezTo>
                    <a:pt x="753618" y="350806"/>
                    <a:pt x="760571" y="347377"/>
                    <a:pt x="767144" y="343757"/>
                  </a:cubicBezTo>
                  <a:lnTo>
                    <a:pt x="773716" y="355759"/>
                  </a:lnTo>
                  <a:cubicBezTo>
                    <a:pt x="766858" y="359473"/>
                    <a:pt x="759714" y="363093"/>
                    <a:pt x="752380" y="366522"/>
                  </a:cubicBezTo>
                  <a:close/>
                  <a:moveTo>
                    <a:pt x="1604296" y="358807"/>
                  </a:moveTo>
                  <a:cubicBezTo>
                    <a:pt x="1600581" y="351949"/>
                    <a:pt x="1596771" y="345186"/>
                    <a:pt x="1592866" y="338423"/>
                  </a:cubicBezTo>
                  <a:lnTo>
                    <a:pt x="1604772" y="331565"/>
                  </a:lnTo>
                  <a:cubicBezTo>
                    <a:pt x="1608677" y="338423"/>
                    <a:pt x="1612583" y="345281"/>
                    <a:pt x="1616298" y="352234"/>
                  </a:cubicBezTo>
                  <a:lnTo>
                    <a:pt x="1604296" y="358807"/>
                  </a:lnTo>
                  <a:close/>
                  <a:moveTo>
                    <a:pt x="794385" y="343757"/>
                  </a:moveTo>
                  <a:lnTo>
                    <a:pt x="787051" y="332137"/>
                  </a:lnTo>
                  <a:cubicBezTo>
                    <a:pt x="792385" y="328708"/>
                    <a:pt x="797719" y="325184"/>
                    <a:pt x="802958" y="321373"/>
                  </a:cubicBezTo>
                  <a:lnTo>
                    <a:pt x="806006" y="319183"/>
                  </a:lnTo>
                  <a:lnTo>
                    <a:pt x="814102" y="330232"/>
                  </a:lnTo>
                  <a:lnTo>
                    <a:pt x="810863" y="332518"/>
                  </a:lnTo>
                  <a:cubicBezTo>
                    <a:pt x="805434" y="336423"/>
                    <a:pt x="799910" y="340138"/>
                    <a:pt x="794290" y="343662"/>
                  </a:cubicBezTo>
                  <a:close/>
                  <a:moveTo>
                    <a:pt x="1580960" y="318325"/>
                  </a:moveTo>
                  <a:cubicBezTo>
                    <a:pt x="1576959" y="311658"/>
                    <a:pt x="1572863" y="305086"/>
                    <a:pt x="1568673" y="298513"/>
                  </a:cubicBezTo>
                  <a:lnTo>
                    <a:pt x="1580198" y="291179"/>
                  </a:lnTo>
                  <a:cubicBezTo>
                    <a:pt x="1584389" y="297847"/>
                    <a:pt x="1588580" y="304514"/>
                    <a:pt x="1592675" y="311277"/>
                  </a:cubicBezTo>
                  <a:lnTo>
                    <a:pt x="1580960" y="318325"/>
                  </a:lnTo>
                  <a:close/>
                  <a:moveTo>
                    <a:pt x="832866" y="315373"/>
                  </a:moveTo>
                  <a:lnTo>
                    <a:pt x="824008" y="304895"/>
                  </a:lnTo>
                  <a:cubicBezTo>
                    <a:pt x="829723" y="300038"/>
                    <a:pt x="835533" y="294894"/>
                    <a:pt x="841153" y="289465"/>
                  </a:cubicBezTo>
                  <a:lnTo>
                    <a:pt x="850583" y="299371"/>
                  </a:lnTo>
                  <a:cubicBezTo>
                    <a:pt x="844677" y="304990"/>
                    <a:pt x="838676" y="310325"/>
                    <a:pt x="832771" y="315373"/>
                  </a:cubicBezTo>
                  <a:close/>
                  <a:moveTo>
                    <a:pt x="867442" y="282607"/>
                  </a:moveTo>
                  <a:lnTo>
                    <a:pt x="857536" y="273177"/>
                  </a:lnTo>
                  <a:cubicBezTo>
                    <a:pt x="862870" y="267557"/>
                    <a:pt x="868108" y="261842"/>
                    <a:pt x="873252" y="256032"/>
                  </a:cubicBezTo>
                  <a:lnTo>
                    <a:pt x="883539" y="265081"/>
                  </a:lnTo>
                  <a:cubicBezTo>
                    <a:pt x="878300" y="270986"/>
                    <a:pt x="872966" y="276892"/>
                    <a:pt x="867442" y="282607"/>
                  </a:cubicBezTo>
                  <a:close/>
                  <a:moveTo>
                    <a:pt x="1555909" y="278987"/>
                  </a:moveTo>
                  <a:cubicBezTo>
                    <a:pt x="1551527" y="272510"/>
                    <a:pt x="1547146" y="266129"/>
                    <a:pt x="1542574" y="259842"/>
                  </a:cubicBezTo>
                  <a:lnTo>
                    <a:pt x="1553718" y="251936"/>
                  </a:lnTo>
                  <a:cubicBezTo>
                    <a:pt x="1558290" y="258318"/>
                    <a:pt x="1562767" y="264890"/>
                    <a:pt x="1567244" y="271367"/>
                  </a:cubicBezTo>
                  <a:lnTo>
                    <a:pt x="1555909" y="278987"/>
                  </a:lnTo>
                  <a:close/>
                  <a:moveTo>
                    <a:pt x="898969" y="247078"/>
                  </a:moveTo>
                  <a:lnTo>
                    <a:pt x="888492" y="238316"/>
                  </a:lnTo>
                  <a:cubicBezTo>
                    <a:pt x="893445" y="232315"/>
                    <a:pt x="898398" y="226314"/>
                    <a:pt x="903256" y="220218"/>
                  </a:cubicBezTo>
                  <a:lnTo>
                    <a:pt x="913924" y="228791"/>
                  </a:lnTo>
                  <a:cubicBezTo>
                    <a:pt x="908971" y="234982"/>
                    <a:pt x="904018" y="241078"/>
                    <a:pt x="898969" y="247078"/>
                  </a:cubicBezTo>
                  <a:close/>
                  <a:moveTo>
                    <a:pt x="1528763" y="240983"/>
                  </a:moveTo>
                  <a:cubicBezTo>
                    <a:pt x="1524095" y="234791"/>
                    <a:pt x="1519238" y="228695"/>
                    <a:pt x="1514380" y="222599"/>
                  </a:cubicBezTo>
                  <a:lnTo>
                    <a:pt x="1525048" y="214027"/>
                  </a:lnTo>
                  <a:cubicBezTo>
                    <a:pt x="1530001" y="220218"/>
                    <a:pt x="1534858" y="226409"/>
                    <a:pt x="1539621" y="232696"/>
                  </a:cubicBezTo>
                  <a:lnTo>
                    <a:pt x="1528668" y="240983"/>
                  </a:lnTo>
                  <a:close/>
                  <a:moveTo>
                    <a:pt x="928592" y="210407"/>
                  </a:moveTo>
                  <a:lnTo>
                    <a:pt x="917829" y="201930"/>
                  </a:lnTo>
                  <a:lnTo>
                    <a:pt x="932307" y="183451"/>
                  </a:lnTo>
                  <a:lnTo>
                    <a:pt x="943070" y="191929"/>
                  </a:lnTo>
                  <a:lnTo>
                    <a:pt x="928592" y="210407"/>
                  </a:lnTo>
                  <a:close/>
                  <a:moveTo>
                    <a:pt x="1499521" y="204788"/>
                  </a:moveTo>
                  <a:cubicBezTo>
                    <a:pt x="1494473" y="198882"/>
                    <a:pt x="1489329" y="193072"/>
                    <a:pt x="1484091" y="187452"/>
                  </a:cubicBezTo>
                  <a:lnTo>
                    <a:pt x="1494187" y="178213"/>
                  </a:lnTo>
                  <a:cubicBezTo>
                    <a:pt x="1499521" y="184023"/>
                    <a:pt x="1504760" y="189928"/>
                    <a:pt x="1509998" y="195929"/>
                  </a:cubicBezTo>
                  <a:lnTo>
                    <a:pt x="1499616" y="204883"/>
                  </a:lnTo>
                  <a:close/>
                  <a:moveTo>
                    <a:pt x="957644" y="173546"/>
                  </a:moveTo>
                  <a:lnTo>
                    <a:pt x="946976" y="164973"/>
                  </a:lnTo>
                  <a:cubicBezTo>
                    <a:pt x="951929" y="158877"/>
                    <a:pt x="956881" y="152686"/>
                    <a:pt x="961930" y="146685"/>
                  </a:cubicBezTo>
                  <a:lnTo>
                    <a:pt x="972503" y="155448"/>
                  </a:lnTo>
                  <a:cubicBezTo>
                    <a:pt x="967549" y="161449"/>
                    <a:pt x="962597" y="167449"/>
                    <a:pt x="957739" y="173546"/>
                  </a:cubicBezTo>
                  <a:close/>
                  <a:moveTo>
                    <a:pt x="1467993" y="170593"/>
                  </a:moveTo>
                  <a:cubicBezTo>
                    <a:pt x="1462564" y="165068"/>
                    <a:pt x="1457039" y="159734"/>
                    <a:pt x="1451325" y="154400"/>
                  </a:cubicBezTo>
                  <a:lnTo>
                    <a:pt x="1460659" y="144399"/>
                  </a:lnTo>
                  <a:cubicBezTo>
                    <a:pt x="1466469" y="149828"/>
                    <a:pt x="1472089" y="155353"/>
                    <a:pt x="1477708" y="160972"/>
                  </a:cubicBezTo>
                  <a:lnTo>
                    <a:pt x="1467993" y="170593"/>
                  </a:lnTo>
                  <a:close/>
                  <a:moveTo>
                    <a:pt x="1434179" y="138874"/>
                  </a:moveTo>
                  <a:cubicBezTo>
                    <a:pt x="1428369" y="133826"/>
                    <a:pt x="1422368" y="128873"/>
                    <a:pt x="1416367" y="124016"/>
                  </a:cubicBezTo>
                  <a:lnTo>
                    <a:pt x="1424940" y="113347"/>
                  </a:lnTo>
                  <a:cubicBezTo>
                    <a:pt x="1431132" y="118300"/>
                    <a:pt x="1437227" y="123349"/>
                    <a:pt x="1443133" y="128492"/>
                  </a:cubicBezTo>
                  <a:lnTo>
                    <a:pt x="1434179" y="138874"/>
                  </a:lnTo>
                  <a:close/>
                  <a:moveTo>
                    <a:pt x="987552" y="137731"/>
                  </a:moveTo>
                  <a:lnTo>
                    <a:pt x="977265" y="128683"/>
                  </a:lnTo>
                  <a:lnTo>
                    <a:pt x="979456" y="126206"/>
                  </a:lnTo>
                  <a:cubicBezTo>
                    <a:pt x="983742" y="121348"/>
                    <a:pt x="988600" y="116396"/>
                    <a:pt x="993838" y="111347"/>
                  </a:cubicBezTo>
                  <a:lnTo>
                    <a:pt x="1003363" y="121158"/>
                  </a:lnTo>
                  <a:cubicBezTo>
                    <a:pt x="998410" y="126016"/>
                    <a:pt x="993838" y="130778"/>
                    <a:pt x="989743" y="135255"/>
                  </a:cubicBezTo>
                  <a:lnTo>
                    <a:pt x="987552" y="137731"/>
                  </a:lnTo>
                  <a:close/>
                  <a:moveTo>
                    <a:pt x="1397984" y="109919"/>
                  </a:moveTo>
                  <a:cubicBezTo>
                    <a:pt x="1391793" y="105346"/>
                    <a:pt x="1385506" y="100965"/>
                    <a:pt x="1379030" y="96583"/>
                  </a:cubicBezTo>
                  <a:lnTo>
                    <a:pt x="1386649" y="85153"/>
                  </a:lnTo>
                  <a:cubicBezTo>
                    <a:pt x="1393222" y="89535"/>
                    <a:pt x="1399699" y="94107"/>
                    <a:pt x="1406081" y="98774"/>
                  </a:cubicBezTo>
                  <a:lnTo>
                    <a:pt x="1397984" y="109823"/>
                  </a:lnTo>
                  <a:close/>
                  <a:moveTo>
                    <a:pt x="1020508" y="105632"/>
                  </a:moveTo>
                  <a:lnTo>
                    <a:pt x="1011650" y="95155"/>
                  </a:lnTo>
                  <a:cubicBezTo>
                    <a:pt x="1017556" y="90106"/>
                    <a:pt x="1023747" y="85153"/>
                    <a:pt x="1030224" y="80200"/>
                  </a:cubicBezTo>
                  <a:lnTo>
                    <a:pt x="1038511" y="91059"/>
                  </a:lnTo>
                  <a:cubicBezTo>
                    <a:pt x="1032225" y="95821"/>
                    <a:pt x="1026224" y="100679"/>
                    <a:pt x="1020508" y="105537"/>
                  </a:cubicBezTo>
                  <a:close/>
                  <a:moveTo>
                    <a:pt x="1366743" y="88582"/>
                  </a:moveTo>
                  <a:lnTo>
                    <a:pt x="1346930" y="76009"/>
                  </a:lnTo>
                  <a:lnTo>
                    <a:pt x="1354265" y="64389"/>
                  </a:lnTo>
                  <a:lnTo>
                    <a:pt x="1374172" y="76962"/>
                  </a:lnTo>
                  <a:lnTo>
                    <a:pt x="1366838" y="88582"/>
                  </a:lnTo>
                  <a:close/>
                  <a:moveTo>
                    <a:pt x="1057275" y="77533"/>
                  </a:moveTo>
                  <a:lnTo>
                    <a:pt x="1049465" y="66294"/>
                  </a:lnTo>
                  <a:cubicBezTo>
                    <a:pt x="1055942" y="61817"/>
                    <a:pt x="1062609" y="57436"/>
                    <a:pt x="1069372" y="53245"/>
                  </a:cubicBezTo>
                  <a:lnTo>
                    <a:pt x="1076611" y="64865"/>
                  </a:lnTo>
                  <a:cubicBezTo>
                    <a:pt x="1070039" y="68961"/>
                    <a:pt x="1063466" y="73247"/>
                    <a:pt x="1057180" y="77533"/>
                  </a:cubicBezTo>
                  <a:close/>
                  <a:moveTo>
                    <a:pt x="1327023" y="63532"/>
                  </a:moveTo>
                  <a:lnTo>
                    <a:pt x="1307211" y="50959"/>
                  </a:lnTo>
                  <a:lnTo>
                    <a:pt x="1314545" y="39338"/>
                  </a:lnTo>
                  <a:lnTo>
                    <a:pt x="1334357" y="51911"/>
                  </a:lnTo>
                  <a:lnTo>
                    <a:pt x="1327023" y="63532"/>
                  </a:lnTo>
                  <a:close/>
                  <a:moveTo>
                    <a:pt x="1096613" y="53054"/>
                  </a:moveTo>
                  <a:lnTo>
                    <a:pt x="1089946" y="41053"/>
                  </a:lnTo>
                  <a:cubicBezTo>
                    <a:pt x="1096899" y="37147"/>
                    <a:pt x="1103948" y="33433"/>
                    <a:pt x="1111091" y="30004"/>
                  </a:cubicBezTo>
                  <a:lnTo>
                    <a:pt x="1117092" y="42291"/>
                  </a:lnTo>
                  <a:cubicBezTo>
                    <a:pt x="1110234" y="45625"/>
                    <a:pt x="1103376" y="49244"/>
                    <a:pt x="1096613" y="53054"/>
                  </a:cubicBezTo>
                  <a:close/>
                  <a:moveTo>
                    <a:pt x="1287304" y="38481"/>
                  </a:moveTo>
                  <a:lnTo>
                    <a:pt x="1267397" y="25908"/>
                  </a:lnTo>
                  <a:lnTo>
                    <a:pt x="1274731" y="14288"/>
                  </a:lnTo>
                  <a:lnTo>
                    <a:pt x="1294543" y="26860"/>
                  </a:lnTo>
                  <a:lnTo>
                    <a:pt x="1287208" y="38481"/>
                  </a:lnTo>
                  <a:close/>
                  <a:moveTo>
                    <a:pt x="1138047" y="32861"/>
                  </a:moveTo>
                  <a:lnTo>
                    <a:pt x="1132809" y="20193"/>
                  </a:lnTo>
                  <a:cubicBezTo>
                    <a:pt x="1140428" y="17050"/>
                    <a:pt x="1147953" y="14192"/>
                    <a:pt x="1155287" y="11716"/>
                  </a:cubicBezTo>
                  <a:lnTo>
                    <a:pt x="1159669" y="24670"/>
                  </a:lnTo>
                  <a:cubicBezTo>
                    <a:pt x="1152715" y="27051"/>
                    <a:pt x="1145382" y="29718"/>
                    <a:pt x="1138143" y="32766"/>
                  </a:cubicBezTo>
                  <a:close/>
                  <a:moveTo>
                    <a:pt x="1181576" y="18478"/>
                  </a:moveTo>
                  <a:lnTo>
                    <a:pt x="1178433" y="5144"/>
                  </a:lnTo>
                  <a:cubicBezTo>
                    <a:pt x="1186624" y="3239"/>
                    <a:pt x="1194721" y="1810"/>
                    <a:pt x="1202341" y="952"/>
                  </a:cubicBezTo>
                  <a:lnTo>
                    <a:pt x="1203865" y="14573"/>
                  </a:lnTo>
                  <a:cubicBezTo>
                    <a:pt x="1196721" y="15335"/>
                    <a:pt x="1189292" y="16669"/>
                    <a:pt x="1181576" y="18574"/>
                  </a:cubicBezTo>
                  <a:close/>
                  <a:moveTo>
                    <a:pt x="1247870" y="17145"/>
                  </a:moveTo>
                  <a:cubicBezTo>
                    <a:pt x="1241203" y="15240"/>
                    <a:pt x="1233964" y="14097"/>
                    <a:pt x="1226249" y="13716"/>
                  </a:cubicBezTo>
                  <a:lnTo>
                    <a:pt x="1226916" y="0"/>
                  </a:lnTo>
                  <a:cubicBezTo>
                    <a:pt x="1235678" y="476"/>
                    <a:pt x="1243965" y="1810"/>
                    <a:pt x="1251585" y="4000"/>
                  </a:cubicBezTo>
                  <a:lnTo>
                    <a:pt x="1247775" y="17145"/>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
        <p:nvSpPr>
          <p:cNvPr id="100" name="Google Shape;218;p29"/>
          <p:cNvSpPr/>
          <p:nvPr/>
        </p:nvSpPr>
        <p:spPr>
          <a:xfrm rot="10986600" flipH="1">
            <a:off x="7909920" y="1555560"/>
            <a:ext cx="2086920" cy="4548600"/>
          </a:xfrm>
          <a:custGeom>
            <a:avLst/>
            <a:gdLst>
              <a:gd name="textAreaLeft" fmla="*/ -360 w 2086920"/>
              <a:gd name="textAreaRight" fmla="*/ 2086920 w 2086920"/>
              <a:gd name="textAreaTop" fmla="*/ 0 h 4548600"/>
              <a:gd name="textAreaBottom" fmla="*/ 4548960 h 4548600"/>
            </a:gdLst>
            <a:ahLst/>
            <a:cxnLst/>
            <a:rect l="textAreaLeft" t="textAreaTop" r="textAreaRight" b="textAreaBottom"/>
            <a:pathLst>
              <a:path w="508359" h="1107754">
                <a:moveTo>
                  <a:pt x="160183" y="39264"/>
                </a:moveTo>
                <a:cubicBezTo>
                  <a:pt x="104366" y="47360"/>
                  <a:pt x="49121" y="76126"/>
                  <a:pt x="19594" y="125370"/>
                </a:cubicBezTo>
                <a:cubicBezTo>
                  <a:pt x="-9934" y="174614"/>
                  <a:pt x="-6981" y="245385"/>
                  <a:pt x="34548" y="284533"/>
                </a:cubicBezTo>
                <a:cubicBezTo>
                  <a:pt x="54646" y="303488"/>
                  <a:pt x="81125" y="313584"/>
                  <a:pt x="103985" y="328824"/>
                </a:cubicBezTo>
                <a:cubicBezTo>
                  <a:pt x="181423" y="380354"/>
                  <a:pt x="208474" y="497226"/>
                  <a:pt x="161802" y="578855"/>
                </a:cubicBezTo>
                <a:cubicBezTo>
                  <a:pt x="149324" y="600763"/>
                  <a:pt x="131894" y="621527"/>
                  <a:pt x="130370" y="646768"/>
                </a:cubicBezTo>
                <a:cubicBezTo>
                  <a:pt x="127607" y="693536"/>
                  <a:pt x="177042" y="722207"/>
                  <a:pt x="208760" y="755925"/>
                </a:cubicBezTo>
                <a:cubicBezTo>
                  <a:pt x="261910" y="812504"/>
                  <a:pt x="269720" y="900705"/>
                  <a:pt x="252766" y="977286"/>
                </a:cubicBezTo>
                <a:cubicBezTo>
                  <a:pt x="247622" y="1000432"/>
                  <a:pt x="240574" y="1023578"/>
                  <a:pt x="241621" y="1047200"/>
                </a:cubicBezTo>
                <a:cubicBezTo>
                  <a:pt x="242669" y="1070917"/>
                  <a:pt x="254195" y="1095968"/>
                  <a:pt x="275721" y="1104635"/>
                </a:cubicBezTo>
                <a:cubicBezTo>
                  <a:pt x="296962" y="1113208"/>
                  <a:pt x="321822" y="1103111"/>
                  <a:pt x="337919" y="1086538"/>
                </a:cubicBezTo>
                <a:cubicBezTo>
                  <a:pt x="384496" y="1038722"/>
                  <a:pt x="367828" y="958236"/>
                  <a:pt x="342110" y="896038"/>
                </a:cubicBezTo>
                <a:cubicBezTo>
                  <a:pt x="316393" y="833839"/>
                  <a:pt x="284484" y="764212"/>
                  <a:pt x="310201" y="702014"/>
                </a:cubicBezTo>
                <a:cubicBezTo>
                  <a:pt x="331061" y="651531"/>
                  <a:pt x="387735" y="614193"/>
                  <a:pt x="383925" y="559520"/>
                </a:cubicBezTo>
                <a:cubicBezTo>
                  <a:pt x="381163" y="520372"/>
                  <a:pt x="347254" y="491225"/>
                  <a:pt x="335538" y="453887"/>
                </a:cubicBezTo>
                <a:cubicBezTo>
                  <a:pt x="314107" y="385784"/>
                  <a:pt x="369733" y="319966"/>
                  <a:pt x="420311" y="270626"/>
                </a:cubicBezTo>
                <a:cubicBezTo>
                  <a:pt x="470983" y="221382"/>
                  <a:pt x="525943" y="154421"/>
                  <a:pt x="502987" y="86889"/>
                </a:cubicBezTo>
                <a:cubicBezTo>
                  <a:pt x="485080" y="34216"/>
                  <a:pt x="426406" y="8593"/>
                  <a:pt x="372400" y="1545"/>
                </a:cubicBezTo>
                <a:cubicBezTo>
                  <a:pt x="300391" y="-7885"/>
                  <a:pt x="232954" y="28501"/>
                  <a:pt x="160183" y="39073"/>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1" name="PlaceHolder 1"/>
          <p:cNvSpPr>
            <a:spLocks noGrp="1"/>
          </p:cNvSpPr>
          <p:nvPr>
            <p:ph type="title"/>
          </p:nvPr>
        </p:nvSpPr>
        <p:spPr>
          <a:xfrm>
            <a:off x="2038320" y="3009600"/>
            <a:ext cx="5067360" cy="841320"/>
          </a:xfrm>
          <a:prstGeom prst="rect">
            <a:avLst/>
          </a:prstGeom>
          <a:noFill/>
          <a:ln w="0">
            <a:noFill/>
          </a:ln>
        </p:spPr>
        <p:txBody>
          <a:bodyPr lIns="91440" tIns="91440" rIns="91440" bIns="91440" anchor="b">
            <a:noAutofit/>
          </a:bodyPr>
          <a:lstStyle/>
          <a:p>
            <a:pPr indent="0">
              <a:buNone/>
            </a:pPr>
            <a:r>
              <a:rPr lang="fr-FR" sz="5000" b="0" strike="noStrike" spc="-1">
                <a:solidFill>
                  <a:schemeClr val="dk1"/>
                </a:solidFill>
                <a:latin typeface="Arial"/>
              </a:rPr>
              <a:t>Click to edit the title text format</a:t>
            </a:r>
          </a:p>
        </p:txBody>
      </p:sp>
      <p:sp>
        <p:nvSpPr>
          <p:cNvPr id="102" name="PlaceHolder 2"/>
          <p:cNvSpPr>
            <a:spLocks noGrp="1"/>
          </p:cNvSpPr>
          <p:nvPr>
            <p:ph type="title"/>
          </p:nvPr>
        </p:nvSpPr>
        <p:spPr>
          <a:xfrm>
            <a:off x="3994200" y="1565640"/>
            <a:ext cx="1155600" cy="1023120"/>
          </a:xfrm>
          <a:prstGeom prst="rect">
            <a:avLst/>
          </a:prstGeom>
          <a:noFill/>
          <a:ln w="0">
            <a:noFill/>
          </a:ln>
        </p:spPr>
        <p:txBody>
          <a:bodyPr lIns="91440" tIns="91440" rIns="91440" bIns="91440" anchor="ctr">
            <a:noAutofit/>
          </a:bodyPr>
          <a:lstStyle/>
          <a:p>
            <a:pPr indent="0" algn="ctr">
              <a:lnSpc>
                <a:spcPct val="100000"/>
              </a:lnSpc>
              <a:buNone/>
            </a:pPr>
            <a:r>
              <a:rPr lang="fr-FR" sz="6000" b="0" strike="noStrike" spc="-1">
                <a:solidFill>
                  <a:schemeClr val="lt1"/>
                </a:solidFill>
                <a:latin typeface="Caveat Brush"/>
                <a:ea typeface="Caveat Brush"/>
              </a:rPr>
              <a:t>xx%</a:t>
            </a:r>
            <a:endParaRPr lang="fr-FR" sz="6000" b="0" strike="noStrike" spc="-1">
              <a:solidFill>
                <a:schemeClr val="dk1"/>
              </a:solidFill>
              <a:latin typeface="Arial"/>
            </a:endParaRPr>
          </a:p>
        </p:txBody>
      </p:sp>
      <p:sp>
        <p:nvSpPr>
          <p:cNvPr id="103" name="Google Shape;223;p30"/>
          <p:cNvSpPr/>
          <p:nvPr/>
        </p:nvSpPr>
        <p:spPr>
          <a:xfrm rot="21290400" flipH="1">
            <a:off x="-632520" y="-344520"/>
            <a:ext cx="4126680" cy="1321560"/>
          </a:xfrm>
          <a:custGeom>
            <a:avLst/>
            <a:gdLst>
              <a:gd name="textAreaLeft" fmla="*/ -360 w 4126680"/>
              <a:gd name="textAreaRight" fmla="*/ 4126680 w 4126680"/>
              <a:gd name="textAreaTop" fmla="*/ 0 h 1321560"/>
              <a:gd name="textAreaBottom" fmla="*/ 1321920 h 1321560"/>
            </a:gdLst>
            <a:ahLst/>
            <a:cxnLst/>
            <a:rect l="textAreaLeft" t="textAreaTop" r="textAreaRight" b="textAreaBottom"/>
            <a:pathLst>
              <a:path w="1150527" h="335034">
                <a:moveTo>
                  <a:pt x="56934" y="13410"/>
                </a:moveTo>
                <a:cubicBezTo>
                  <a:pt x="405739" y="-33834"/>
                  <a:pt x="759879" y="61130"/>
                  <a:pt x="1110685" y="33222"/>
                </a:cubicBezTo>
                <a:cubicBezTo>
                  <a:pt x="1119733" y="32460"/>
                  <a:pt x="1129735" y="31984"/>
                  <a:pt x="1136688" y="37889"/>
                </a:cubicBezTo>
                <a:cubicBezTo>
                  <a:pt x="1142403" y="42747"/>
                  <a:pt x="1144498" y="50748"/>
                  <a:pt x="1145927" y="58273"/>
                </a:cubicBezTo>
                <a:cubicBezTo>
                  <a:pt x="1162024" y="141712"/>
                  <a:pt x="1135545" y="234771"/>
                  <a:pt x="1071727" y="289254"/>
                </a:cubicBezTo>
                <a:cubicBezTo>
                  <a:pt x="1007910" y="343737"/>
                  <a:pt x="907516" y="351928"/>
                  <a:pt x="840841" y="301160"/>
                </a:cubicBezTo>
                <a:cubicBezTo>
                  <a:pt x="780357" y="255154"/>
                  <a:pt x="753021" y="171049"/>
                  <a:pt x="687108" y="133615"/>
                </a:cubicBezTo>
                <a:cubicBezTo>
                  <a:pt x="615575" y="93039"/>
                  <a:pt x="526993" y="121804"/>
                  <a:pt x="450412" y="151332"/>
                </a:cubicBezTo>
                <a:cubicBezTo>
                  <a:pt x="414693" y="165048"/>
                  <a:pt x="378974" y="178859"/>
                  <a:pt x="343255" y="192575"/>
                </a:cubicBezTo>
                <a:cubicBezTo>
                  <a:pt x="288868" y="213530"/>
                  <a:pt x="233241" y="234771"/>
                  <a:pt x="175139" y="236581"/>
                </a:cubicBezTo>
                <a:cubicBezTo>
                  <a:pt x="117037" y="238390"/>
                  <a:pt x="55029" y="217436"/>
                  <a:pt x="21501" y="168858"/>
                </a:cubicBezTo>
                <a:cubicBezTo>
                  <a:pt x="-12027" y="120280"/>
                  <a:pt x="-10694" y="22554"/>
                  <a:pt x="56838" y="1331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4" name="Google Shape;224;p30"/>
          <p:cNvSpPr/>
          <p:nvPr/>
        </p:nvSpPr>
        <p:spPr>
          <a:xfrm rot="10986000" flipH="1">
            <a:off x="7800120" y="1326600"/>
            <a:ext cx="2304720" cy="5022000"/>
          </a:xfrm>
          <a:custGeom>
            <a:avLst/>
            <a:gdLst>
              <a:gd name="textAreaLeft" fmla="*/ 360 w 2304720"/>
              <a:gd name="textAreaRight" fmla="*/ 2305440 w 2304720"/>
              <a:gd name="textAreaTop" fmla="*/ 0 h 5022000"/>
              <a:gd name="textAreaBottom" fmla="*/ 5022360 h 5022000"/>
            </a:gdLst>
            <a:ahLst/>
            <a:cxnLst/>
            <a:rect l="textAreaLeft" t="textAreaTop" r="textAreaRight" b="textAreaBottom"/>
            <a:pathLst>
              <a:path w="508359" h="1107754">
                <a:moveTo>
                  <a:pt x="160183" y="39264"/>
                </a:moveTo>
                <a:cubicBezTo>
                  <a:pt x="104366" y="47360"/>
                  <a:pt x="49121" y="76126"/>
                  <a:pt x="19594" y="125370"/>
                </a:cubicBezTo>
                <a:cubicBezTo>
                  <a:pt x="-9934" y="174614"/>
                  <a:pt x="-6981" y="245385"/>
                  <a:pt x="34548" y="284533"/>
                </a:cubicBezTo>
                <a:cubicBezTo>
                  <a:pt x="54646" y="303488"/>
                  <a:pt x="81125" y="313584"/>
                  <a:pt x="103985" y="328824"/>
                </a:cubicBezTo>
                <a:cubicBezTo>
                  <a:pt x="181423" y="380354"/>
                  <a:pt x="208474" y="497226"/>
                  <a:pt x="161802" y="578855"/>
                </a:cubicBezTo>
                <a:cubicBezTo>
                  <a:pt x="149324" y="600763"/>
                  <a:pt x="131894" y="621527"/>
                  <a:pt x="130370" y="646768"/>
                </a:cubicBezTo>
                <a:cubicBezTo>
                  <a:pt x="127607" y="693536"/>
                  <a:pt x="177042" y="722207"/>
                  <a:pt x="208760" y="755925"/>
                </a:cubicBezTo>
                <a:cubicBezTo>
                  <a:pt x="261910" y="812504"/>
                  <a:pt x="269720" y="900705"/>
                  <a:pt x="252766" y="977286"/>
                </a:cubicBezTo>
                <a:cubicBezTo>
                  <a:pt x="247622" y="1000432"/>
                  <a:pt x="240574" y="1023578"/>
                  <a:pt x="241621" y="1047200"/>
                </a:cubicBezTo>
                <a:cubicBezTo>
                  <a:pt x="242669" y="1070917"/>
                  <a:pt x="254195" y="1095968"/>
                  <a:pt x="275721" y="1104635"/>
                </a:cubicBezTo>
                <a:cubicBezTo>
                  <a:pt x="296962" y="1113208"/>
                  <a:pt x="321822" y="1103111"/>
                  <a:pt x="337919" y="1086538"/>
                </a:cubicBezTo>
                <a:cubicBezTo>
                  <a:pt x="384496" y="1038722"/>
                  <a:pt x="367828" y="958236"/>
                  <a:pt x="342110" y="896038"/>
                </a:cubicBezTo>
                <a:cubicBezTo>
                  <a:pt x="316393" y="833839"/>
                  <a:pt x="284484" y="764212"/>
                  <a:pt x="310201" y="702014"/>
                </a:cubicBezTo>
                <a:cubicBezTo>
                  <a:pt x="331061" y="651531"/>
                  <a:pt x="387735" y="614193"/>
                  <a:pt x="383925" y="559520"/>
                </a:cubicBezTo>
                <a:cubicBezTo>
                  <a:pt x="381163" y="520372"/>
                  <a:pt x="347254" y="491225"/>
                  <a:pt x="335538" y="453887"/>
                </a:cubicBezTo>
                <a:cubicBezTo>
                  <a:pt x="314107" y="385784"/>
                  <a:pt x="369733" y="319966"/>
                  <a:pt x="420311" y="270626"/>
                </a:cubicBezTo>
                <a:cubicBezTo>
                  <a:pt x="470983" y="221382"/>
                  <a:pt x="525943" y="154421"/>
                  <a:pt x="502987" y="86889"/>
                </a:cubicBezTo>
                <a:cubicBezTo>
                  <a:pt x="485080" y="34216"/>
                  <a:pt x="426406" y="8593"/>
                  <a:pt x="372400" y="1545"/>
                </a:cubicBezTo>
                <a:cubicBezTo>
                  <a:pt x="300391" y="-7885"/>
                  <a:pt x="232954" y="28501"/>
                  <a:pt x="160183" y="39073"/>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5"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6" name="PlaceHolder 1"/>
          <p:cNvSpPr>
            <a:spLocks noGrp="1"/>
          </p:cNvSpPr>
          <p:nvPr>
            <p:ph type="title"/>
          </p:nvPr>
        </p:nvSpPr>
        <p:spPr>
          <a:xfrm>
            <a:off x="720000" y="36900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
        <p:nvSpPr>
          <p:cNvPr id="107" name="PlaceHolder 2"/>
          <p:cNvSpPr>
            <a:spLocks noGrp="1"/>
          </p:cNvSpPr>
          <p:nvPr>
            <p:ph type="body"/>
          </p:nvPr>
        </p:nvSpPr>
        <p:spPr>
          <a:xfrm>
            <a:off x="720000" y="954000"/>
            <a:ext cx="7703640" cy="3625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4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4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400" b="0" strike="noStrike" spc="-1">
                <a:solidFill>
                  <a:srgbClr val="000000"/>
                </a:solidFill>
                <a:latin typeface="Arial"/>
              </a:rPr>
              <a:t>Seventh Outline Level</a:t>
            </a:r>
          </a:p>
        </p:txBody>
      </p:sp>
      <p:grpSp>
        <p:nvGrpSpPr>
          <p:cNvPr id="108" name="Google Shape;19;p4"/>
          <p:cNvGrpSpPr/>
          <p:nvPr/>
        </p:nvGrpSpPr>
        <p:grpSpPr>
          <a:xfrm>
            <a:off x="5946480" y="-770040"/>
            <a:ext cx="5416560" cy="4773960"/>
            <a:chOff x="5946480" y="-770040"/>
            <a:chExt cx="5416560" cy="4773960"/>
          </a:xfrm>
        </p:grpSpPr>
        <p:sp>
          <p:nvSpPr>
            <p:cNvPr id="109" name="Google Shape;20;p4"/>
            <p:cNvSpPr/>
            <p:nvPr/>
          </p:nvSpPr>
          <p:spPr>
            <a:xfrm rot="687000">
              <a:off x="6072840" y="-388440"/>
              <a:ext cx="4011480" cy="1679760"/>
            </a:xfrm>
            <a:custGeom>
              <a:avLst/>
              <a:gdLst>
                <a:gd name="textAreaLeft" fmla="*/ 0 w 4011480"/>
                <a:gd name="textAreaRight" fmla="*/ 4011840 w 4011480"/>
                <a:gd name="textAreaTop" fmla="*/ 0 h 1679760"/>
                <a:gd name="textAreaBottom" fmla="*/ 1680120 h 1679760"/>
              </a:gdLst>
              <a:ahLst/>
              <a:cxnLst/>
              <a:rect l="textAreaLeft" t="textAreaTop" r="textAreaRight" b="textAreaBottom"/>
              <a:pathLst>
                <a:path w="1150527" h="335034">
                  <a:moveTo>
                    <a:pt x="56934" y="13410"/>
                  </a:moveTo>
                  <a:cubicBezTo>
                    <a:pt x="405739" y="-33834"/>
                    <a:pt x="759879" y="61130"/>
                    <a:pt x="1110685" y="33222"/>
                  </a:cubicBezTo>
                  <a:cubicBezTo>
                    <a:pt x="1119733" y="32460"/>
                    <a:pt x="1129735" y="31984"/>
                    <a:pt x="1136688" y="37889"/>
                  </a:cubicBezTo>
                  <a:cubicBezTo>
                    <a:pt x="1142403" y="42747"/>
                    <a:pt x="1144498" y="50748"/>
                    <a:pt x="1145927" y="58273"/>
                  </a:cubicBezTo>
                  <a:cubicBezTo>
                    <a:pt x="1162024" y="141712"/>
                    <a:pt x="1135545" y="234771"/>
                    <a:pt x="1071727" y="289254"/>
                  </a:cubicBezTo>
                  <a:cubicBezTo>
                    <a:pt x="1007910" y="343737"/>
                    <a:pt x="907516" y="351928"/>
                    <a:pt x="840841" y="301160"/>
                  </a:cubicBezTo>
                  <a:cubicBezTo>
                    <a:pt x="780357" y="255154"/>
                    <a:pt x="753021" y="171049"/>
                    <a:pt x="687108" y="133615"/>
                  </a:cubicBezTo>
                  <a:cubicBezTo>
                    <a:pt x="615575" y="93039"/>
                    <a:pt x="526993" y="121804"/>
                    <a:pt x="450412" y="151332"/>
                  </a:cubicBezTo>
                  <a:cubicBezTo>
                    <a:pt x="414693" y="165048"/>
                    <a:pt x="378974" y="178859"/>
                    <a:pt x="343255" y="192575"/>
                  </a:cubicBezTo>
                  <a:cubicBezTo>
                    <a:pt x="288868" y="213530"/>
                    <a:pt x="233241" y="234771"/>
                    <a:pt x="175139" y="236581"/>
                  </a:cubicBezTo>
                  <a:cubicBezTo>
                    <a:pt x="117037" y="238390"/>
                    <a:pt x="55029" y="217436"/>
                    <a:pt x="21501" y="168858"/>
                  </a:cubicBezTo>
                  <a:cubicBezTo>
                    <a:pt x="-12027" y="120280"/>
                    <a:pt x="-10694" y="22554"/>
                    <a:pt x="56838" y="13315"/>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0" name="Google Shape;21;p4"/>
            <p:cNvSpPr/>
            <p:nvPr/>
          </p:nvSpPr>
          <p:spPr>
            <a:xfrm rot="7974600">
              <a:off x="8241120" y="1054800"/>
              <a:ext cx="2697840" cy="2333160"/>
            </a:xfrm>
            <a:custGeom>
              <a:avLst/>
              <a:gdLst>
                <a:gd name="textAreaLeft" fmla="*/ 0 w 2697840"/>
                <a:gd name="textAreaRight" fmla="*/ 2698200 w 2697840"/>
                <a:gd name="textAreaTop" fmla="*/ 0 h 2333160"/>
                <a:gd name="textAreaBottom" fmla="*/ 2333520 h 2333160"/>
              </a:gdLst>
              <a:ahLst/>
              <a:cxnLst/>
              <a:rect l="textAreaLeft" t="textAreaTop" r="textAreaRight" b="textAreaBottom"/>
              <a:pathLst>
                <a:path w="2058516" h="1780329">
                  <a:moveTo>
                    <a:pt x="643542" y="1780139"/>
                  </a:moveTo>
                  <a:cubicBezTo>
                    <a:pt x="571437" y="1780139"/>
                    <a:pt x="499333" y="1768519"/>
                    <a:pt x="431515" y="1744611"/>
                  </a:cubicBezTo>
                  <a:cubicBezTo>
                    <a:pt x="211868" y="1667078"/>
                    <a:pt x="41085" y="1460099"/>
                    <a:pt x="6605" y="1229689"/>
                  </a:cubicBezTo>
                  <a:cubicBezTo>
                    <a:pt x="-27876" y="999280"/>
                    <a:pt x="74899" y="751439"/>
                    <a:pt x="262256" y="612946"/>
                  </a:cubicBezTo>
                  <a:cubicBezTo>
                    <a:pt x="336836" y="557796"/>
                    <a:pt x="423228" y="519029"/>
                    <a:pt x="506667" y="481596"/>
                  </a:cubicBezTo>
                  <a:cubicBezTo>
                    <a:pt x="596107" y="441496"/>
                    <a:pt x="688595" y="399967"/>
                    <a:pt x="766033" y="338340"/>
                  </a:cubicBezTo>
                  <a:cubicBezTo>
                    <a:pt x="807752" y="305098"/>
                    <a:pt x="845567" y="265664"/>
                    <a:pt x="882143" y="227564"/>
                  </a:cubicBezTo>
                  <a:cubicBezTo>
                    <a:pt x="926434" y="181368"/>
                    <a:pt x="972154" y="133553"/>
                    <a:pt x="1025589" y="96215"/>
                  </a:cubicBezTo>
                  <a:cubicBezTo>
                    <a:pt x="1168274" y="-3608"/>
                    <a:pt x="1366870" y="-27420"/>
                    <a:pt x="1556799" y="32587"/>
                  </a:cubicBezTo>
                  <a:cubicBezTo>
                    <a:pt x="1720153" y="84118"/>
                    <a:pt x="1859694" y="188797"/>
                    <a:pt x="1949896" y="327386"/>
                  </a:cubicBezTo>
                  <a:cubicBezTo>
                    <a:pt x="2042764" y="470071"/>
                    <a:pt x="2078388" y="644854"/>
                    <a:pt x="2047812" y="806970"/>
                  </a:cubicBezTo>
                  <a:cubicBezTo>
                    <a:pt x="2010760" y="1003185"/>
                    <a:pt x="1877696" y="1187494"/>
                    <a:pt x="1673289" y="1325987"/>
                  </a:cubicBezTo>
                  <a:cubicBezTo>
                    <a:pt x="1586040" y="1385138"/>
                    <a:pt x="1484028" y="1425143"/>
                    <a:pt x="1385349" y="1463909"/>
                  </a:cubicBezTo>
                  <a:cubicBezTo>
                    <a:pt x="1268858" y="1509629"/>
                    <a:pt x="1148367" y="1556969"/>
                    <a:pt x="1056355" y="1635264"/>
                  </a:cubicBezTo>
                  <a:cubicBezTo>
                    <a:pt x="945389" y="1729657"/>
                    <a:pt x="794608" y="1780330"/>
                    <a:pt x="643828" y="1780330"/>
                  </a:cubicBezTo>
                  <a:close/>
                  <a:moveTo>
                    <a:pt x="1348868" y="9442"/>
                  </a:moveTo>
                  <a:cubicBezTo>
                    <a:pt x="1231425" y="9442"/>
                    <a:pt x="1120078" y="41541"/>
                    <a:pt x="1030923" y="103930"/>
                  </a:cubicBezTo>
                  <a:cubicBezTo>
                    <a:pt x="978346" y="140791"/>
                    <a:pt x="932816" y="188226"/>
                    <a:pt x="888906" y="234136"/>
                  </a:cubicBezTo>
                  <a:cubicBezTo>
                    <a:pt x="852139" y="272522"/>
                    <a:pt x="814135" y="312241"/>
                    <a:pt x="771844" y="345865"/>
                  </a:cubicBezTo>
                  <a:cubicBezTo>
                    <a:pt x="693548" y="408158"/>
                    <a:pt x="600488" y="449973"/>
                    <a:pt x="510478" y="490359"/>
                  </a:cubicBezTo>
                  <a:cubicBezTo>
                    <a:pt x="427419" y="527602"/>
                    <a:pt x="341599" y="566178"/>
                    <a:pt x="267780" y="620661"/>
                  </a:cubicBezTo>
                  <a:cubicBezTo>
                    <a:pt x="83186" y="757059"/>
                    <a:pt x="-18065" y="1001280"/>
                    <a:pt x="15939" y="1228356"/>
                  </a:cubicBezTo>
                  <a:cubicBezTo>
                    <a:pt x="49943" y="1455432"/>
                    <a:pt x="218155" y="1659267"/>
                    <a:pt x="434658" y="1735753"/>
                  </a:cubicBezTo>
                  <a:lnTo>
                    <a:pt x="434658" y="1735753"/>
                  </a:lnTo>
                  <a:cubicBezTo>
                    <a:pt x="641160" y="1808714"/>
                    <a:pt x="888430" y="1765376"/>
                    <a:pt x="1049973" y="1627930"/>
                  </a:cubicBezTo>
                  <a:cubicBezTo>
                    <a:pt x="1143223" y="1548587"/>
                    <a:pt x="1264476" y="1501057"/>
                    <a:pt x="1381729" y="1455051"/>
                  </a:cubicBezTo>
                  <a:cubicBezTo>
                    <a:pt x="1479932" y="1416475"/>
                    <a:pt x="1581469" y="1376660"/>
                    <a:pt x="1667860" y="1318081"/>
                  </a:cubicBezTo>
                  <a:cubicBezTo>
                    <a:pt x="1870171" y="1181017"/>
                    <a:pt x="2001807" y="998899"/>
                    <a:pt x="2038383" y="805160"/>
                  </a:cubicBezTo>
                  <a:cubicBezTo>
                    <a:pt x="2068577" y="645426"/>
                    <a:pt x="2033335" y="473214"/>
                    <a:pt x="1941894" y="332530"/>
                  </a:cubicBezTo>
                  <a:cubicBezTo>
                    <a:pt x="1852931" y="195751"/>
                    <a:pt x="1715104" y="92500"/>
                    <a:pt x="1553941" y="41636"/>
                  </a:cubicBezTo>
                  <a:cubicBezTo>
                    <a:pt x="1485742" y="20110"/>
                    <a:pt x="1416305" y="9537"/>
                    <a:pt x="1348963" y="9537"/>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11" name="Google Shape;22;p4"/>
          <p:cNvSpPr/>
          <p:nvPr/>
        </p:nvSpPr>
        <p:spPr>
          <a:xfrm rot="310800">
            <a:off x="-756000" y="3621960"/>
            <a:ext cx="2209320" cy="2294280"/>
          </a:xfrm>
          <a:custGeom>
            <a:avLst/>
            <a:gdLst>
              <a:gd name="textAreaLeft" fmla="*/ 0 w 2209320"/>
              <a:gd name="textAreaRight" fmla="*/ 2209680 w 2209320"/>
              <a:gd name="textAreaTop" fmla="*/ 0 h 2294280"/>
              <a:gd name="textAreaBottom" fmla="*/ 2294640 h 2294280"/>
            </a:gdLst>
            <a:ahLst/>
            <a:cxnLst/>
            <a:rect l="textAreaLeft" t="textAreaTop" r="textAreaRight" b="textAreaBottom"/>
            <a:pathLst>
              <a:path w="276908" h="287550">
                <a:moveTo>
                  <a:pt x="130073" y="275114"/>
                </a:moveTo>
                <a:cubicBezTo>
                  <a:pt x="84543" y="257493"/>
                  <a:pt x="34823" y="235966"/>
                  <a:pt x="13868" y="191008"/>
                </a:cubicBezTo>
                <a:cubicBezTo>
                  <a:pt x="5581" y="173196"/>
                  <a:pt x="2723" y="153289"/>
                  <a:pt x="1104" y="133668"/>
                </a:cubicBezTo>
                <a:cubicBezTo>
                  <a:pt x="-1182" y="105854"/>
                  <a:pt x="-991" y="76327"/>
                  <a:pt x="12344" y="51943"/>
                </a:cubicBezTo>
                <a:cubicBezTo>
                  <a:pt x="29203" y="21177"/>
                  <a:pt x="64064" y="4699"/>
                  <a:pt x="98259" y="603"/>
                </a:cubicBezTo>
                <a:cubicBezTo>
                  <a:pt x="119690" y="-1969"/>
                  <a:pt x="146551" y="3270"/>
                  <a:pt x="153123" y="24321"/>
                </a:cubicBezTo>
                <a:cubicBezTo>
                  <a:pt x="159981" y="46514"/>
                  <a:pt x="138740" y="68707"/>
                  <a:pt x="141312" y="91853"/>
                </a:cubicBezTo>
                <a:cubicBezTo>
                  <a:pt x="143312" y="109665"/>
                  <a:pt x="159029" y="122714"/>
                  <a:pt x="175316" y="129191"/>
                </a:cubicBezTo>
                <a:cubicBezTo>
                  <a:pt x="191604" y="135668"/>
                  <a:pt x="209416" y="137573"/>
                  <a:pt x="225608" y="144431"/>
                </a:cubicBezTo>
                <a:cubicBezTo>
                  <a:pt x="250754" y="154908"/>
                  <a:pt x="271043" y="178149"/>
                  <a:pt x="275900" y="205486"/>
                </a:cubicBezTo>
                <a:cubicBezTo>
                  <a:pt x="280663" y="232823"/>
                  <a:pt x="268280" y="263208"/>
                  <a:pt x="244563" y="276543"/>
                </a:cubicBezTo>
                <a:cubicBezTo>
                  <a:pt x="228656" y="285496"/>
                  <a:pt x="209797" y="286544"/>
                  <a:pt x="191699" y="287401"/>
                </a:cubicBezTo>
                <a:cubicBezTo>
                  <a:pt x="174173" y="288258"/>
                  <a:pt x="156838" y="285591"/>
                  <a:pt x="130168" y="275304"/>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 bg1="lt1" tx1="dk1" bg2="lt2" tx2="dk2" accent1="accent1" accent2="accent2" accent3="accent3" accent4="accent4" accent5="accent5" accent6="accent6" hlink="hlink" folHlink="folHlink"/>
  <p:sldLayoutIdLst>
    <p:sldLayoutId id="214748369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117" name="Google Shape;230;p32"/>
          <p:cNvGrpSpPr/>
          <p:nvPr/>
        </p:nvGrpSpPr>
        <p:grpSpPr>
          <a:xfrm>
            <a:off x="7304760" y="-2670120"/>
            <a:ext cx="3306240" cy="4824720"/>
            <a:chOff x="7304760" y="-2670120"/>
            <a:chExt cx="3306240" cy="4824720"/>
          </a:xfrm>
        </p:grpSpPr>
        <p:sp>
          <p:nvSpPr>
            <p:cNvPr id="118" name="Google Shape;231;p32"/>
            <p:cNvSpPr/>
            <p:nvPr/>
          </p:nvSpPr>
          <p:spPr>
            <a:xfrm rot="10608600">
              <a:off x="7846200" y="-1402560"/>
              <a:ext cx="2669760" cy="3485520"/>
            </a:xfrm>
            <a:custGeom>
              <a:avLst/>
              <a:gdLst>
                <a:gd name="textAreaLeft" fmla="*/ 0 w 2669760"/>
                <a:gd name="textAreaRight" fmla="*/ 2670120 w 2669760"/>
                <a:gd name="textAreaTop" fmla="*/ 0 h 3485520"/>
                <a:gd name="textAreaBottom" fmla="*/ 3485880 h 3485520"/>
              </a:gdLst>
              <a:ahLst/>
              <a:cxnLst/>
              <a:rect l="textAreaLeft" t="textAreaTop" r="textAreaRight" b="textAreaBottom"/>
              <a:pathLst>
                <a:path w="910992" h="1189302">
                  <a:moveTo>
                    <a:pt x="263278" y="240063"/>
                  </a:moveTo>
                  <a:cubicBezTo>
                    <a:pt x="308331" y="122620"/>
                    <a:pt x="413201" y="31371"/>
                    <a:pt x="533883" y="4796"/>
                  </a:cubicBezTo>
                  <a:cubicBezTo>
                    <a:pt x="599891" y="-9777"/>
                    <a:pt x="687331" y="7558"/>
                    <a:pt x="704095" y="74805"/>
                  </a:cubicBezTo>
                  <a:cubicBezTo>
                    <a:pt x="715144" y="119191"/>
                    <a:pt x="689236" y="162911"/>
                    <a:pt x="669995" y="204154"/>
                  </a:cubicBezTo>
                  <a:cubicBezTo>
                    <a:pt x="605701" y="341981"/>
                    <a:pt x="627799" y="536482"/>
                    <a:pt x="758768" y="611443"/>
                  </a:cubicBezTo>
                  <a:cubicBezTo>
                    <a:pt x="795154" y="632208"/>
                    <a:pt x="838397" y="643447"/>
                    <a:pt x="865829" y="675546"/>
                  </a:cubicBezTo>
                  <a:cubicBezTo>
                    <a:pt x="882498" y="695073"/>
                    <a:pt x="891356" y="720219"/>
                    <a:pt x="897833" y="745269"/>
                  </a:cubicBezTo>
                  <a:cubicBezTo>
                    <a:pt x="917740" y="822517"/>
                    <a:pt x="917169" y="907766"/>
                    <a:pt x="881450" y="978346"/>
                  </a:cubicBezTo>
                  <a:cubicBezTo>
                    <a:pt x="854399" y="1031686"/>
                    <a:pt x="809251" y="1073406"/>
                    <a:pt x="759721" y="1105695"/>
                  </a:cubicBezTo>
                  <a:cubicBezTo>
                    <a:pt x="619513" y="1197040"/>
                    <a:pt x="434632" y="1216757"/>
                    <a:pt x="281185" y="1148844"/>
                  </a:cubicBezTo>
                  <a:cubicBezTo>
                    <a:pt x="127832" y="1080930"/>
                    <a:pt x="12961" y="924054"/>
                    <a:pt x="959" y="753842"/>
                  </a:cubicBezTo>
                  <a:cubicBezTo>
                    <a:pt x="-2660" y="701835"/>
                    <a:pt x="3340" y="647352"/>
                    <a:pt x="29725" y="602966"/>
                  </a:cubicBezTo>
                  <a:cubicBezTo>
                    <a:pt x="79255" y="519622"/>
                    <a:pt x="191935" y="483618"/>
                    <a:pt x="221463" y="390749"/>
                  </a:cubicBezTo>
                  <a:cubicBezTo>
                    <a:pt x="237370" y="340552"/>
                    <a:pt x="249181" y="276925"/>
                    <a:pt x="263278" y="240254"/>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9" name="Google Shape;232;p32"/>
            <p:cNvSpPr/>
            <p:nvPr/>
          </p:nvSpPr>
          <p:spPr>
            <a:xfrm rot="6022200">
              <a:off x="7358760" y="-2428200"/>
              <a:ext cx="1909800" cy="1701720"/>
            </a:xfrm>
            <a:custGeom>
              <a:avLst/>
              <a:gdLst>
                <a:gd name="textAreaLeft" fmla="*/ 0 w 1909800"/>
                <a:gd name="textAreaRight" fmla="*/ 1910160 w 1909800"/>
                <a:gd name="textAreaTop" fmla="*/ 0 h 1701720"/>
                <a:gd name="textAreaBottom" fmla="*/ 1702080 h 1701720"/>
              </a:gdLst>
              <a:ahLst/>
              <a:cxnLst/>
              <a:rect l="textAreaLeft" t="textAreaTop" r="textAreaRight" b="textAreaBottom"/>
              <a:pathLst>
                <a:path w="1776031" h="1582483">
                  <a:moveTo>
                    <a:pt x="804196" y="1582484"/>
                  </a:moveTo>
                  <a:lnTo>
                    <a:pt x="804196" y="1568768"/>
                  </a:lnTo>
                  <a:cubicBezTo>
                    <a:pt x="811911" y="1568768"/>
                    <a:pt x="819722" y="1568768"/>
                    <a:pt x="827532" y="1568482"/>
                  </a:cubicBezTo>
                  <a:lnTo>
                    <a:pt x="827818" y="1582198"/>
                  </a:lnTo>
                  <a:cubicBezTo>
                    <a:pt x="819912" y="1582388"/>
                    <a:pt x="812101" y="1582484"/>
                    <a:pt x="804196" y="1582484"/>
                  </a:cubicBezTo>
                  <a:close/>
                  <a:moveTo>
                    <a:pt x="780574" y="1582293"/>
                  </a:moveTo>
                  <a:cubicBezTo>
                    <a:pt x="772668" y="1582103"/>
                    <a:pt x="764858" y="1581912"/>
                    <a:pt x="756952" y="1581531"/>
                  </a:cubicBezTo>
                  <a:lnTo>
                    <a:pt x="757523" y="1567815"/>
                  </a:lnTo>
                  <a:cubicBezTo>
                    <a:pt x="765334" y="1568101"/>
                    <a:pt x="773049" y="1568387"/>
                    <a:pt x="780860" y="1568577"/>
                  </a:cubicBezTo>
                  <a:lnTo>
                    <a:pt x="780574" y="1582293"/>
                  </a:lnTo>
                  <a:close/>
                  <a:moveTo>
                    <a:pt x="851440" y="1581531"/>
                  </a:moveTo>
                  <a:lnTo>
                    <a:pt x="850868" y="1567815"/>
                  </a:lnTo>
                  <a:cubicBezTo>
                    <a:pt x="858679" y="1567529"/>
                    <a:pt x="866394" y="1567053"/>
                    <a:pt x="874205" y="1566577"/>
                  </a:cubicBezTo>
                  <a:lnTo>
                    <a:pt x="875062" y="1580293"/>
                  </a:lnTo>
                  <a:cubicBezTo>
                    <a:pt x="867156" y="1580769"/>
                    <a:pt x="859346" y="1581150"/>
                    <a:pt x="851440" y="1581531"/>
                  </a:cubicBezTo>
                  <a:close/>
                  <a:moveTo>
                    <a:pt x="733330" y="1580293"/>
                  </a:moveTo>
                  <a:cubicBezTo>
                    <a:pt x="725424" y="1579817"/>
                    <a:pt x="717613" y="1579150"/>
                    <a:pt x="709708" y="1578483"/>
                  </a:cubicBezTo>
                  <a:lnTo>
                    <a:pt x="710851" y="1564862"/>
                  </a:lnTo>
                  <a:cubicBezTo>
                    <a:pt x="718566" y="1565529"/>
                    <a:pt x="726376" y="1566101"/>
                    <a:pt x="734092" y="1566577"/>
                  </a:cubicBezTo>
                  <a:lnTo>
                    <a:pt x="733235" y="1580293"/>
                  </a:lnTo>
                  <a:close/>
                  <a:moveTo>
                    <a:pt x="898588" y="1578578"/>
                  </a:moveTo>
                  <a:lnTo>
                    <a:pt x="897446" y="1564958"/>
                  </a:lnTo>
                  <a:cubicBezTo>
                    <a:pt x="905161" y="1564291"/>
                    <a:pt x="912971" y="1563624"/>
                    <a:pt x="920687" y="1562862"/>
                  </a:cubicBezTo>
                  <a:lnTo>
                    <a:pt x="922020" y="1576483"/>
                  </a:lnTo>
                  <a:cubicBezTo>
                    <a:pt x="914210" y="1577245"/>
                    <a:pt x="906304" y="1578007"/>
                    <a:pt x="898493" y="1578578"/>
                  </a:cubicBezTo>
                  <a:close/>
                  <a:moveTo>
                    <a:pt x="686276" y="1576197"/>
                  </a:moveTo>
                  <a:cubicBezTo>
                    <a:pt x="678466" y="1575340"/>
                    <a:pt x="670655" y="1574387"/>
                    <a:pt x="662749" y="1573339"/>
                  </a:cubicBezTo>
                  <a:lnTo>
                    <a:pt x="664559" y="1559719"/>
                  </a:lnTo>
                  <a:cubicBezTo>
                    <a:pt x="672274" y="1560767"/>
                    <a:pt x="679990" y="1561719"/>
                    <a:pt x="687705" y="1562576"/>
                  </a:cubicBezTo>
                  <a:lnTo>
                    <a:pt x="686181" y="1576197"/>
                  </a:lnTo>
                  <a:close/>
                  <a:moveTo>
                    <a:pt x="945547" y="1573911"/>
                  </a:moveTo>
                  <a:lnTo>
                    <a:pt x="943928" y="1560290"/>
                  </a:lnTo>
                  <a:cubicBezTo>
                    <a:pt x="951643" y="1559338"/>
                    <a:pt x="959358" y="1558385"/>
                    <a:pt x="967073" y="1557338"/>
                  </a:cubicBezTo>
                  <a:lnTo>
                    <a:pt x="968978" y="1570958"/>
                  </a:lnTo>
                  <a:cubicBezTo>
                    <a:pt x="961168" y="1572006"/>
                    <a:pt x="953357" y="1573054"/>
                    <a:pt x="945547" y="1573911"/>
                  </a:cubicBezTo>
                  <a:close/>
                  <a:moveTo>
                    <a:pt x="639318" y="1569815"/>
                  </a:moveTo>
                  <a:cubicBezTo>
                    <a:pt x="631508" y="1568577"/>
                    <a:pt x="623792" y="1567243"/>
                    <a:pt x="615982" y="1565815"/>
                  </a:cubicBezTo>
                  <a:lnTo>
                    <a:pt x="618459" y="1552385"/>
                  </a:lnTo>
                  <a:cubicBezTo>
                    <a:pt x="626078" y="1553813"/>
                    <a:pt x="633794" y="1555147"/>
                    <a:pt x="641413" y="1556385"/>
                  </a:cubicBezTo>
                  <a:lnTo>
                    <a:pt x="639223" y="1569910"/>
                  </a:lnTo>
                  <a:close/>
                  <a:moveTo>
                    <a:pt x="992315" y="1567529"/>
                  </a:moveTo>
                  <a:lnTo>
                    <a:pt x="990219" y="1554004"/>
                  </a:lnTo>
                  <a:cubicBezTo>
                    <a:pt x="997934" y="1552861"/>
                    <a:pt x="1005649" y="1551527"/>
                    <a:pt x="1013269" y="1550289"/>
                  </a:cubicBezTo>
                  <a:lnTo>
                    <a:pt x="1015556" y="1563814"/>
                  </a:lnTo>
                  <a:cubicBezTo>
                    <a:pt x="1007841" y="1565148"/>
                    <a:pt x="1000030" y="1566386"/>
                    <a:pt x="992219" y="1567625"/>
                  </a:cubicBezTo>
                  <a:close/>
                  <a:moveTo>
                    <a:pt x="592836" y="1561148"/>
                  </a:moveTo>
                  <a:cubicBezTo>
                    <a:pt x="585121" y="1559528"/>
                    <a:pt x="577406" y="1557814"/>
                    <a:pt x="569785" y="1555909"/>
                  </a:cubicBezTo>
                  <a:lnTo>
                    <a:pt x="572929" y="1542574"/>
                  </a:lnTo>
                  <a:cubicBezTo>
                    <a:pt x="580454" y="1544384"/>
                    <a:pt x="588074" y="1546098"/>
                    <a:pt x="595694" y="1547717"/>
                  </a:cubicBezTo>
                  <a:lnTo>
                    <a:pt x="592836" y="1561148"/>
                  </a:lnTo>
                  <a:close/>
                  <a:moveTo>
                    <a:pt x="1038892" y="1559528"/>
                  </a:moveTo>
                  <a:lnTo>
                    <a:pt x="1036320" y="1546098"/>
                  </a:lnTo>
                  <a:cubicBezTo>
                    <a:pt x="1043940" y="1544669"/>
                    <a:pt x="1051655" y="1543145"/>
                    <a:pt x="1059275" y="1541621"/>
                  </a:cubicBezTo>
                  <a:lnTo>
                    <a:pt x="1062038" y="1555052"/>
                  </a:lnTo>
                  <a:cubicBezTo>
                    <a:pt x="1054323" y="1556671"/>
                    <a:pt x="1046607" y="1558195"/>
                    <a:pt x="1038892" y="1559624"/>
                  </a:cubicBezTo>
                  <a:close/>
                  <a:moveTo>
                    <a:pt x="546830" y="1550194"/>
                  </a:moveTo>
                  <a:cubicBezTo>
                    <a:pt x="539210" y="1548193"/>
                    <a:pt x="531591" y="1546003"/>
                    <a:pt x="524065" y="1543812"/>
                  </a:cubicBezTo>
                  <a:lnTo>
                    <a:pt x="527971" y="1530668"/>
                  </a:lnTo>
                  <a:cubicBezTo>
                    <a:pt x="535400" y="1532858"/>
                    <a:pt x="542925" y="1534954"/>
                    <a:pt x="550450" y="1536954"/>
                  </a:cubicBezTo>
                  <a:lnTo>
                    <a:pt x="546926" y="1550194"/>
                  </a:lnTo>
                  <a:close/>
                  <a:moveTo>
                    <a:pt x="1085088" y="1550099"/>
                  </a:moveTo>
                  <a:lnTo>
                    <a:pt x="1082135" y="1536764"/>
                  </a:lnTo>
                  <a:cubicBezTo>
                    <a:pt x="1089755" y="1535049"/>
                    <a:pt x="1097375" y="1533335"/>
                    <a:pt x="1104900" y="1531525"/>
                  </a:cubicBezTo>
                  <a:lnTo>
                    <a:pt x="1108043" y="1544860"/>
                  </a:lnTo>
                  <a:cubicBezTo>
                    <a:pt x="1100423" y="1546670"/>
                    <a:pt x="1092708" y="1548384"/>
                    <a:pt x="1085088" y="1550099"/>
                  </a:cubicBezTo>
                  <a:close/>
                  <a:moveTo>
                    <a:pt x="1130999" y="1539240"/>
                  </a:moveTo>
                  <a:lnTo>
                    <a:pt x="1127665" y="1526000"/>
                  </a:lnTo>
                  <a:cubicBezTo>
                    <a:pt x="1135190" y="1524095"/>
                    <a:pt x="1142810" y="1522095"/>
                    <a:pt x="1150334" y="1520095"/>
                  </a:cubicBezTo>
                  <a:lnTo>
                    <a:pt x="1153858" y="1533335"/>
                  </a:lnTo>
                  <a:cubicBezTo>
                    <a:pt x="1146239" y="1535335"/>
                    <a:pt x="1138619" y="1537335"/>
                    <a:pt x="1130999" y="1539240"/>
                  </a:cubicBezTo>
                  <a:close/>
                  <a:moveTo>
                    <a:pt x="501396" y="1536859"/>
                  </a:moveTo>
                  <a:cubicBezTo>
                    <a:pt x="493871" y="1534478"/>
                    <a:pt x="486442" y="1531906"/>
                    <a:pt x="478917" y="1529334"/>
                  </a:cubicBezTo>
                  <a:lnTo>
                    <a:pt x="483489" y="1516380"/>
                  </a:lnTo>
                  <a:cubicBezTo>
                    <a:pt x="490823" y="1518952"/>
                    <a:pt x="498158" y="1521428"/>
                    <a:pt x="505587" y="1523810"/>
                  </a:cubicBezTo>
                  <a:lnTo>
                    <a:pt x="501396" y="1536859"/>
                  </a:lnTo>
                  <a:close/>
                  <a:moveTo>
                    <a:pt x="1176528" y="1527048"/>
                  </a:moveTo>
                  <a:lnTo>
                    <a:pt x="1172813" y="1513904"/>
                  </a:lnTo>
                  <a:cubicBezTo>
                    <a:pt x="1180338" y="1511808"/>
                    <a:pt x="1187767" y="1509617"/>
                    <a:pt x="1195293" y="1507331"/>
                  </a:cubicBezTo>
                  <a:lnTo>
                    <a:pt x="1199198" y="1520476"/>
                  </a:lnTo>
                  <a:cubicBezTo>
                    <a:pt x="1191673" y="1522762"/>
                    <a:pt x="1184148" y="1524953"/>
                    <a:pt x="1176528" y="1527048"/>
                  </a:cubicBezTo>
                  <a:close/>
                  <a:moveTo>
                    <a:pt x="456724" y="1521143"/>
                  </a:moveTo>
                  <a:cubicBezTo>
                    <a:pt x="449390" y="1518285"/>
                    <a:pt x="442055" y="1515428"/>
                    <a:pt x="434721" y="1512380"/>
                  </a:cubicBezTo>
                  <a:lnTo>
                    <a:pt x="439960" y="1499711"/>
                  </a:lnTo>
                  <a:cubicBezTo>
                    <a:pt x="447104" y="1502664"/>
                    <a:pt x="454342" y="1505522"/>
                    <a:pt x="461581" y="1508284"/>
                  </a:cubicBezTo>
                  <a:lnTo>
                    <a:pt x="456724" y="1521047"/>
                  </a:lnTo>
                  <a:close/>
                  <a:moveTo>
                    <a:pt x="1221772" y="1513523"/>
                  </a:moveTo>
                  <a:lnTo>
                    <a:pt x="1217676" y="1500473"/>
                  </a:lnTo>
                  <a:cubicBezTo>
                    <a:pt x="1225106" y="1498187"/>
                    <a:pt x="1232535" y="1495806"/>
                    <a:pt x="1239965" y="1493330"/>
                  </a:cubicBezTo>
                  <a:lnTo>
                    <a:pt x="1244251" y="1506379"/>
                  </a:lnTo>
                  <a:cubicBezTo>
                    <a:pt x="1236726" y="1508855"/>
                    <a:pt x="1229297" y="1511237"/>
                    <a:pt x="1221772" y="1513618"/>
                  </a:cubicBezTo>
                  <a:close/>
                  <a:moveTo>
                    <a:pt x="413004" y="1503045"/>
                  </a:moveTo>
                  <a:cubicBezTo>
                    <a:pt x="405765" y="1499807"/>
                    <a:pt x="398621" y="1496473"/>
                    <a:pt x="391573" y="1493044"/>
                  </a:cubicBezTo>
                  <a:lnTo>
                    <a:pt x="397478" y="1480661"/>
                  </a:lnTo>
                  <a:cubicBezTo>
                    <a:pt x="404431" y="1483995"/>
                    <a:pt x="411480" y="1487329"/>
                    <a:pt x="418624" y="1490472"/>
                  </a:cubicBezTo>
                  <a:lnTo>
                    <a:pt x="413004" y="1502950"/>
                  </a:lnTo>
                  <a:close/>
                  <a:moveTo>
                    <a:pt x="1266539" y="1498759"/>
                  </a:moveTo>
                  <a:lnTo>
                    <a:pt x="1262063" y="1485805"/>
                  </a:lnTo>
                  <a:cubicBezTo>
                    <a:pt x="1269397" y="1483233"/>
                    <a:pt x="1276731" y="1480661"/>
                    <a:pt x="1284066" y="1477994"/>
                  </a:cubicBezTo>
                  <a:lnTo>
                    <a:pt x="1288733" y="1490853"/>
                  </a:lnTo>
                  <a:cubicBezTo>
                    <a:pt x="1281303" y="1493520"/>
                    <a:pt x="1273969" y="1496187"/>
                    <a:pt x="1266539" y="1498759"/>
                  </a:cubicBezTo>
                  <a:close/>
                  <a:moveTo>
                    <a:pt x="1310831" y="1482566"/>
                  </a:moveTo>
                  <a:lnTo>
                    <a:pt x="1305878" y="1469803"/>
                  </a:lnTo>
                  <a:cubicBezTo>
                    <a:pt x="1313117" y="1467041"/>
                    <a:pt x="1320356" y="1464088"/>
                    <a:pt x="1327594" y="1461135"/>
                  </a:cubicBezTo>
                  <a:lnTo>
                    <a:pt x="1332738" y="1473803"/>
                  </a:lnTo>
                  <a:cubicBezTo>
                    <a:pt x="1325404" y="1476756"/>
                    <a:pt x="1318165" y="1479709"/>
                    <a:pt x="1310831" y="1482566"/>
                  </a:cubicBezTo>
                  <a:close/>
                  <a:moveTo>
                    <a:pt x="370332" y="1482471"/>
                  </a:moveTo>
                  <a:cubicBezTo>
                    <a:pt x="363283" y="1478852"/>
                    <a:pt x="356330" y="1475137"/>
                    <a:pt x="349473" y="1471232"/>
                  </a:cubicBezTo>
                  <a:lnTo>
                    <a:pt x="356140" y="1459230"/>
                  </a:lnTo>
                  <a:cubicBezTo>
                    <a:pt x="362903" y="1463040"/>
                    <a:pt x="369760" y="1466660"/>
                    <a:pt x="376619" y="1470279"/>
                  </a:cubicBezTo>
                  <a:lnTo>
                    <a:pt x="370332" y="1482471"/>
                  </a:lnTo>
                  <a:close/>
                  <a:moveTo>
                    <a:pt x="1354550" y="1464659"/>
                  </a:moveTo>
                  <a:lnTo>
                    <a:pt x="1349121" y="1452086"/>
                  </a:lnTo>
                  <a:cubicBezTo>
                    <a:pt x="1356265" y="1449038"/>
                    <a:pt x="1363408" y="1445800"/>
                    <a:pt x="1370457" y="1442561"/>
                  </a:cubicBezTo>
                  <a:lnTo>
                    <a:pt x="1376172" y="1455039"/>
                  </a:lnTo>
                  <a:cubicBezTo>
                    <a:pt x="1369028" y="1458278"/>
                    <a:pt x="1361789" y="1461516"/>
                    <a:pt x="1354550" y="1464659"/>
                  </a:cubicBezTo>
                  <a:close/>
                  <a:moveTo>
                    <a:pt x="328994" y="1459516"/>
                  </a:moveTo>
                  <a:cubicBezTo>
                    <a:pt x="322231" y="1455515"/>
                    <a:pt x="315468" y="1451324"/>
                    <a:pt x="308801" y="1447038"/>
                  </a:cubicBezTo>
                  <a:lnTo>
                    <a:pt x="316135" y="1435513"/>
                  </a:lnTo>
                  <a:cubicBezTo>
                    <a:pt x="322707" y="1439704"/>
                    <a:pt x="329279" y="1443800"/>
                    <a:pt x="335947" y="1447705"/>
                  </a:cubicBezTo>
                  <a:lnTo>
                    <a:pt x="328898" y="1459516"/>
                  </a:lnTo>
                  <a:close/>
                  <a:moveTo>
                    <a:pt x="1397603" y="1445038"/>
                  </a:moveTo>
                  <a:lnTo>
                    <a:pt x="1391603" y="1432751"/>
                  </a:lnTo>
                  <a:cubicBezTo>
                    <a:pt x="1398651" y="1429322"/>
                    <a:pt x="1405604" y="1425893"/>
                    <a:pt x="1412462" y="1422368"/>
                  </a:cubicBezTo>
                  <a:lnTo>
                    <a:pt x="1418749" y="1434560"/>
                  </a:lnTo>
                  <a:cubicBezTo>
                    <a:pt x="1411700" y="1438180"/>
                    <a:pt x="1404652" y="1441704"/>
                    <a:pt x="1397603" y="1445133"/>
                  </a:cubicBezTo>
                  <a:close/>
                  <a:moveTo>
                    <a:pt x="289084" y="1433989"/>
                  </a:moveTo>
                  <a:cubicBezTo>
                    <a:pt x="282607" y="1429512"/>
                    <a:pt x="276130" y="1424940"/>
                    <a:pt x="269748" y="1420273"/>
                  </a:cubicBezTo>
                  <a:lnTo>
                    <a:pt x="277844" y="1409224"/>
                  </a:lnTo>
                  <a:cubicBezTo>
                    <a:pt x="284131" y="1413796"/>
                    <a:pt x="290417" y="1418273"/>
                    <a:pt x="296799" y="1422654"/>
                  </a:cubicBezTo>
                  <a:lnTo>
                    <a:pt x="289084" y="1433989"/>
                  </a:lnTo>
                  <a:close/>
                  <a:moveTo>
                    <a:pt x="1439704" y="1423416"/>
                  </a:moveTo>
                  <a:lnTo>
                    <a:pt x="1433131" y="1411414"/>
                  </a:lnTo>
                  <a:cubicBezTo>
                    <a:pt x="1439990" y="1407700"/>
                    <a:pt x="1446752" y="1403890"/>
                    <a:pt x="1453515" y="1399985"/>
                  </a:cubicBezTo>
                  <a:lnTo>
                    <a:pt x="1460373" y="1411891"/>
                  </a:lnTo>
                  <a:cubicBezTo>
                    <a:pt x="1453515" y="1415796"/>
                    <a:pt x="1446657" y="1419701"/>
                    <a:pt x="1439704" y="1423511"/>
                  </a:cubicBezTo>
                  <a:close/>
                  <a:moveTo>
                    <a:pt x="250793" y="1405985"/>
                  </a:moveTo>
                  <a:cubicBezTo>
                    <a:pt x="244602" y="1401128"/>
                    <a:pt x="238411" y="1396175"/>
                    <a:pt x="232410" y="1391031"/>
                  </a:cubicBezTo>
                  <a:lnTo>
                    <a:pt x="241173" y="1380554"/>
                  </a:lnTo>
                  <a:cubicBezTo>
                    <a:pt x="247079" y="1385507"/>
                    <a:pt x="253174" y="1390460"/>
                    <a:pt x="259271" y="1395222"/>
                  </a:cubicBezTo>
                  <a:lnTo>
                    <a:pt x="250793" y="1405985"/>
                  </a:lnTo>
                  <a:close/>
                  <a:moveTo>
                    <a:pt x="1480661" y="1399699"/>
                  </a:moveTo>
                  <a:lnTo>
                    <a:pt x="1473517" y="1388078"/>
                  </a:lnTo>
                  <a:cubicBezTo>
                    <a:pt x="1480185" y="1383983"/>
                    <a:pt x="1486757" y="1379792"/>
                    <a:pt x="1493234" y="1375601"/>
                  </a:cubicBezTo>
                  <a:lnTo>
                    <a:pt x="1500759" y="1387031"/>
                  </a:lnTo>
                  <a:cubicBezTo>
                    <a:pt x="1494187" y="1391317"/>
                    <a:pt x="1487519" y="1395603"/>
                    <a:pt x="1480756" y="1399699"/>
                  </a:cubicBezTo>
                  <a:close/>
                  <a:moveTo>
                    <a:pt x="214408" y="1375505"/>
                  </a:moveTo>
                  <a:cubicBezTo>
                    <a:pt x="211455" y="1372838"/>
                    <a:pt x="208597" y="1370267"/>
                    <a:pt x="205740" y="1367600"/>
                  </a:cubicBezTo>
                  <a:cubicBezTo>
                    <a:pt x="202787" y="1364933"/>
                    <a:pt x="199930" y="1362170"/>
                    <a:pt x="197073" y="1359408"/>
                  </a:cubicBezTo>
                  <a:lnTo>
                    <a:pt x="206598" y="1349502"/>
                  </a:lnTo>
                  <a:cubicBezTo>
                    <a:pt x="209360" y="1352169"/>
                    <a:pt x="212217" y="1354836"/>
                    <a:pt x="215074" y="1357503"/>
                  </a:cubicBezTo>
                  <a:cubicBezTo>
                    <a:pt x="217932" y="1360170"/>
                    <a:pt x="220790" y="1362742"/>
                    <a:pt x="223647" y="1365314"/>
                  </a:cubicBezTo>
                  <a:lnTo>
                    <a:pt x="214503" y="1375505"/>
                  </a:lnTo>
                  <a:close/>
                  <a:moveTo>
                    <a:pt x="1520285" y="1373696"/>
                  </a:moveTo>
                  <a:lnTo>
                    <a:pt x="1512475" y="1362456"/>
                  </a:lnTo>
                  <a:cubicBezTo>
                    <a:pt x="1518856" y="1357979"/>
                    <a:pt x="1525143" y="1353503"/>
                    <a:pt x="1531334" y="1348835"/>
                  </a:cubicBezTo>
                  <a:lnTo>
                    <a:pt x="1539526" y="1359789"/>
                  </a:lnTo>
                  <a:cubicBezTo>
                    <a:pt x="1533239" y="1364552"/>
                    <a:pt x="1526762" y="1369124"/>
                    <a:pt x="1520285" y="1373696"/>
                  </a:cubicBezTo>
                  <a:close/>
                  <a:moveTo>
                    <a:pt x="1558290" y="1345311"/>
                  </a:moveTo>
                  <a:lnTo>
                    <a:pt x="1549717" y="1334643"/>
                  </a:lnTo>
                  <a:cubicBezTo>
                    <a:pt x="1555814" y="1329785"/>
                    <a:pt x="1561719" y="1324832"/>
                    <a:pt x="1567624" y="1319784"/>
                  </a:cubicBezTo>
                  <a:lnTo>
                    <a:pt x="1576578" y="1330166"/>
                  </a:lnTo>
                  <a:cubicBezTo>
                    <a:pt x="1570577" y="1335310"/>
                    <a:pt x="1564482" y="1340358"/>
                    <a:pt x="1558290" y="1345311"/>
                  </a:cubicBezTo>
                  <a:close/>
                  <a:moveTo>
                    <a:pt x="180213" y="1342549"/>
                  </a:moveTo>
                  <a:cubicBezTo>
                    <a:pt x="174688" y="1336834"/>
                    <a:pt x="169354" y="1331119"/>
                    <a:pt x="164021" y="1325213"/>
                  </a:cubicBezTo>
                  <a:lnTo>
                    <a:pt x="174212" y="1316069"/>
                  </a:lnTo>
                  <a:cubicBezTo>
                    <a:pt x="179356" y="1321784"/>
                    <a:pt x="184690" y="1327499"/>
                    <a:pt x="190024" y="1333024"/>
                  </a:cubicBezTo>
                  <a:lnTo>
                    <a:pt x="180213" y="1342549"/>
                  </a:lnTo>
                  <a:close/>
                  <a:moveTo>
                    <a:pt x="1594294" y="1314355"/>
                  </a:moveTo>
                  <a:lnTo>
                    <a:pt x="1584960" y="1304258"/>
                  </a:lnTo>
                  <a:cubicBezTo>
                    <a:pt x="1590675" y="1299020"/>
                    <a:pt x="1596199" y="1293590"/>
                    <a:pt x="1601724" y="1288161"/>
                  </a:cubicBezTo>
                  <a:lnTo>
                    <a:pt x="1611440" y="1297877"/>
                  </a:lnTo>
                  <a:cubicBezTo>
                    <a:pt x="1605820" y="1303496"/>
                    <a:pt x="1600105" y="1308926"/>
                    <a:pt x="1594294" y="1314355"/>
                  </a:cubicBezTo>
                  <a:close/>
                  <a:moveTo>
                    <a:pt x="148495" y="1307306"/>
                  </a:moveTo>
                  <a:cubicBezTo>
                    <a:pt x="143447" y="1301210"/>
                    <a:pt x="138398" y="1295114"/>
                    <a:pt x="133540" y="1288828"/>
                  </a:cubicBezTo>
                  <a:lnTo>
                    <a:pt x="144304" y="1280446"/>
                  </a:lnTo>
                  <a:cubicBezTo>
                    <a:pt x="149066" y="1286542"/>
                    <a:pt x="153924" y="1292543"/>
                    <a:pt x="158877" y="1298543"/>
                  </a:cubicBezTo>
                  <a:lnTo>
                    <a:pt x="148399" y="1307306"/>
                  </a:lnTo>
                  <a:close/>
                  <a:moveTo>
                    <a:pt x="1627918" y="1280827"/>
                  </a:moveTo>
                  <a:lnTo>
                    <a:pt x="1617821" y="1271492"/>
                  </a:lnTo>
                  <a:cubicBezTo>
                    <a:pt x="1623060" y="1265777"/>
                    <a:pt x="1628204" y="1260062"/>
                    <a:pt x="1633252" y="1254157"/>
                  </a:cubicBezTo>
                  <a:lnTo>
                    <a:pt x="1643634" y="1263015"/>
                  </a:lnTo>
                  <a:cubicBezTo>
                    <a:pt x="1638490" y="1269016"/>
                    <a:pt x="1633252" y="1274921"/>
                    <a:pt x="1627823" y="1280732"/>
                  </a:cubicBezTo>
                  <a:close/>
                  <a:moveTo>
                    <a:pt x="119348" y="1269873"/>
                  </a:moveTo>
                  <a:cubicBezTo>
                    <a:pt x="114681" y="1263491"/>
                    <a:pt x="110204" y="1257014"/>
                    <a:pt x="105823" y="1250442"/>
                  </a:cubicBezTo>
                  <a:lnTo>
                    <a:pt x="117158" y="1242822"/>
                  </a:lnTo>
                  <a:cubicBezTo>
                    <a:pt x="121444" y="1249299"/>
                    <a:pt x="125921" y="1255585"/>
                    <a:pt x="130398" y="1261872"/>
                  </a:cubicBezTo>
                  <a:lnTo>
                    <a:pt x="119253" y="1269873"/>
                  </a:lnTo>
                  <a:close/>
                  <a:moveTo>
                    <a:pt x="1658683" y="1244632"/>
                  </a:moveTo>
                  <a:lnTo>
                    <a:pt x="1647920" y="1236155"/>
                  </a:lnTo>
                  <a:cubicBezTo>
                    <a:pt x="1652683" y="1230059"/>
                    <a:pt x="1657255" y="1223867"/>
                    <a:pt x="1661827" y="1217581"/>
                  </a:cubicBezTo>
                  <a:lnTo>
                    <a:pt x="1672971" y="1225487"/>
                  </a:lnTo>
                  <a:cubicBezTo>
                    <a:pt x="1668399" y="1231964"/>
                    <a:pt x="1663637" y="1238250"/>
                    <a:pt x="1658779" y="1244537"/>
                  </a:cubicBezTo>
                  <a:close/>
                  <a:moveTo>
                    <a:pt x="92964" y="1230439"/>
                  </a:moveTo>
                  <a:cubicBezTo>
                    <a:pt x="88773" y="1223677"/>
                    <a:pt x="84772" y="1216914"/>
                    <a:pt x="80867" y="1210056"/>
                  </a:cubicBezTo>
                  <a:lnTo>
                    <a:pt x="92774" y="1203293"/>
                  </a:lnTo>
                  <a:cubicBezTo>
                    <a:pt x="96583" y="1210056"/>
                    <a:pt x="100584" y="1216724"/>
                    <a:pt x="104680" y="1223296"/>
                  </a:cubicBezTo>
                  <a:lnTo>
                    <a:pt x="93059" y="1230535"/>
                  </a:lnTo>
                  <a:close/>
                  <a:moveTo>
                    <a:pt x="1686306" y="1205960"/>
                  </a:moveTo>
                  <a:lnTo>
                    <a:pt x="1674781" y="1198531"/>
                  </a:lnTo>
                  <a:cubicBezTo>
                    <a:pt x="1677257" y="1194721"/>
                    <a:pt x="1679639" y="1190911"/>
                    <a:pt x="1682020" y="1187006"/>
                  </a:cubicBezTo>
                  <a:cubicBezTo>
                    <a:pt x="1683734" y="1184243"/>
                    <a:pt x="1685354" y="1181481"/>
                    <a:pt x="1686973" y="1178814"/>
                  </a:cubicBezTo>
                  <a:lnTo>
                    <a:pt x="1698784" y="1185767"/>
                  </a:lnTo>
                  <a:cubicBezTo>
                    <a:pt x="1697165" y="1188625"/>
                    <a:pt x="1695450" y="1191387"/>
                    <a:pt x="1693735" y="1194245"/>
                  </a:cubicBezTo>
                  <a:cubicBezTo>
                    <a:pt x="1691354" y="1198245"/>
                    <a:pt x="1688783" y="1202150"/>
                    <a:pt x="1686306" y="1206056"/>
                  </a:cubicBezTo>
                  <a:close/>
                  <a:moveTo>
                    <a:pt x="69437" y="1189196"/>
                  </a:moveTo>
                  <a:cubicBezTo>
                    <a:pt x="65722" y="1182148"/>
                    <a:pt x="62198" y="1175099"/>
                    <a:pt x="58865" y="1167956"/>
                  </a:cubicBezTo>
                  <a:lnTo>
                    <a:pt x="71247" y="1162050"/>
                  </a:lnTo>
                  <a:cubicBezTo>
                    <a:pt x="74581" y="1169003"/>
                    <a:pt x="78010" y="1175957"/>
                    <a:pt x="81629" y="1182814"/>
                  </a:cubicBezTo>
                  <a:lnTo>
                    <a:pt x="69533" y="1189196"/>
                  </a:lnTo>
                  <a:close/>
                  <a:moveTo>
                    <a:pt x="1710404" y="1164908"/>
                  </a:moveTo>
                  <a:lnTo>
                    <a:pt x="1698308" y="1158526"/>
                  </a:lnTo>
                  <a:cubicBezTo>
                    <a:pt x="1701927" y="1151668"/>
                    <a:pt x="1705356" y="1144714"/>
                    <a:pt x="1708594" y="1137761"/>
                  </a:cubicBezTo>
                  <a:lnTo>
                    <a:pt x="1720977" y="1143572"/>
                  </a:lnTo>
                  <a:cubicBezTo>
                    <a:pt x="1717643" y="1150715"/>
                    <a:pt x="1714119" y="1157859"/>
                    <a:pt x="1710404" y="1164908"/>
                  </a:cubicBezTo>
                  <a:close/>
                  <a:moveTo>
                    <a:pt x="48958" y="1146429"/>
                  </a:moveTo>
                  <a:cubicBezTo>
                    <a:pt x="45816" y="1139190"/>
                    <a:pt x="42767" y="1131856"/>
                    <a:pt x="39910" y="1124426"/>
                  </a:cubicBezTo>
                  <a:lnTo>
                    <a:pt x="52673" y="1119473"/>
                  </a:lnTo>
                  <a:cubicBezTo>
                    <a:pt x="55435" y="1126712"/>
                    <a:pt x="58388" y="1133856"/>
                    <a:pt x="61436" y="1141000"/>
                  </a:cubicBezTo>
                  <a:lnTo>
                    <a:pt x="48863" y="1146429"/>
                  </a:lnTo>
                  <a:close/>
                  <a:moveTo>
                    <a:pt x="1730598" y="1121855"/>
                  </a:moveTo>
                  <a:lnTo>
                    <a:pt x="1717929" y="1116616"/>
                  </a:lnTo>
                  <a:cubicBezTo>
                    <a:pt x="1720882" y="1109472"/>
                    <a:pt x="1723739" y="1102233"/>
                    <a:pt x="1726407" y="1094994"/>
                  </a:cubicBezTo>
                  <a:lnTo>
                    <a:pt x="1739265" y="1099757"/>
                  </a:lnTo>
                  <a:cubicBezTo>
                    <a:pt x="1736503" y="1107186"/>
                    <a:pt x="1733645" y="1114616"/>
                    <a:pt x="1730598" y="1121950"/>
                  </a:cubicBezTo>
                  <a:close/>
                  <a:moveTo>
                    <a:pt x="31813" y="1102138"/>
                  </a:moveTo>
                  <a:cubicBezTo>
                    <a:pt x="29242" y="1094613"/>
                    <a:pt x="26765" y="1087088"/>
                    <a:pt x="24479" y="1079564"/>
                  </a:cubicBezTo>
                  <a:lnTo>
                    <a:pt x="37624" y="1075563"/>
                  </a:lnTo>
                  <a:cubicBezTo>
                    <a:pt x="39814" y="1082993"/>
                    <a:pt x="42196" y="1090327"/>
                    <a:pt x="44767" y="1097661"/>
                  </a:cubicBezTo>
                  <a:lnTo>
                    <a:pt x="31813" y="1102138"/>
                  </a:lnTo>
                  <a:close/>
                  <a:moveTo>
                    <a:pt x="1746980" y="1077278"/>
                  </a:moveTo>
                  <a:lnTo>
                    <a:pt x="1733931" y="1073087"/>
                  </a:lnTo>
                  <a:cubicBezTo>
                    <a:pt x="1736312" y="1065752"/>
                    <a:pt x="1738503" y="1058323"/>
                    <a:pt x="1740503" y="1050893"/>
                  </a:cubicBezTo>
                  <a:lnTo>
                    <a:pt x="1753743" y="1054513"/>
                  </a:lnTo>
                  <a:cubicBezTo>
                    <a:pt x="1751648" y="1062133"/>
                    <a:pt x="1749362" y="1069753"/>
                    <a:pt x="1746980" y="1077278"/>
                  </a:cubicBezTo>
                  <a:close/>
                  <a:moveTo>
                    <a:pt x="18097" y="1056608"/>
                  </a:moveTo>
                  <a:cubicBezTo>
                    <a:pt x="16097" y="1048893"/>
                    <a:pt x="14288" y="1041273"/>
                    <a:pt x="12573" y="1033463"/>
                  </a:cubicBezTo>
                  <a:lnTo>
                    <a:pt x="26003" y="1030605"/>
                  </a:lnTo>
                  <a:cubicBezTo>
                    <a:pt x="27622" y="1038130"/>
                    <a:pt x="29432" y="1045655"/>
                    <a:pt x="31337" y="1053179"/>
                  </a:cubicBezTo>
                  <a:lnTo>
                    <a:pt x="18097" y="1056608"/>
                  </a:lnTo>
                  <a:close/>
                  <a:moveTo>
                    <a:pt x="1759553" y="1031462"/>
                  </a:moveTo>
                  <a:lnTo>
                    <a:pt x="1746218" y="1028319"/>
                  </a:lnTo>
                  <a:cubicBezTo>
                    <a:pt x="1747933" y="1020794"/>
                    <a:pt x="1749552" y="1013174"/>
                    <a:pt x="1750981" y="1005650"/>
                  </a:cubicBezTo>
                  <a:lnTo>
                    <a:pt x="1764411" y="1008221"/>
                  </a:lnTo>
                  <a:cubicBezTo>
                    <a:pt x="1762887" y="1016032"/>
                    <a:pt x="1761268" y="1023747"/>
                    <a:pt x="1759458" y="1031462"/>
                  </a:cubicBezTo>
                  <a:close/>
                  <a:moveTo>
                    <a:pt x="8096" y="1010222"/>
                  </a:moveTo>
                  <a:cubicBezTo>
                    <a:pt x="6763" y="1002411"/>
                    <a:pt x="5525" y="994601"/>
                    <a:pt x="4572" y="986695"/>
                  </a:cubicBezTo>
                  <a:lnTo>
                    <a:pt x="18193" y="984885"/>
                  </a:lnTo>
                  <a:cubicBezTo>
                    <a:pt x="19145" y="992600"/>
                    <a:pt x="20384" y="1000220"/>
                    <a:pt x="21622" y="1007840"/>
                  </a:cubicBezTo>
                  <a:lnTo>
                    <a:pt x="8096" y="1010126"/>
                  </a:lnTo>
                  <a:close/>
                  <a:moveTo>
                    <a:pt x="1768412" y="984790"/>
                  </a:moveTo>
                  <a:lnTo>
                    <a:pt x="1754886" y="982694"/>
                  </a:lnTo>
                  <a:cubicBezTo>
                    <a:pt x="1756029" y="975074"/>
                    <a:pt x="1757077" y="967359"/>
                    <a:pt x="1757934" y="959644"/>
                  </a:cubicBezTo>
                  <a:lnTo>
                    <a:pt x="1771555" y="961263"/>
                  </a:lnTo>
                  <a:cubicBezTo>
                    <a:pt x="1770602" y="969169"/>
                    <a:pt x="1769555" y="976979"/>
                    <a:pt x="1768412" y="984790"/>
                  </a:cubicBezTo>
                  <a:close/>
                  <a:moveTo>
                    <a:pt x="2000" y="963073"/>
                  </a:moveTo>
                  <a:cubicBezTo>
                    <a:pt x="1334" y="955167"/>
                    <a:pt x="762" y="947261"/>
                    <a:pt x="476" y="939355"/>
                  </a:cubicBezTo>
                  <a:lnTo>
                    <a:pt x="14192" y="938784"/>
                  </a:lnTo>
                  <a:cubicBezTo>
                    <a:pt x="14478" y="946499"/>
                    <a:pt x="15050" y="954214"/>
                    <a:pt x="15716" y="961930"/>
                  </a:cubicBezTo>
                  <a:lnTo>
                    <a:pt x="2096" y="963073"/>
                  </a:lnTo>
                  <a:close/>
                  <a:moveTo>
                    <a:pt x="1773936" y="937641"/>
                  </a:moveTo>
                  <a:lnTo>
                    <a:pt x="1760316" y="936593"/>
                  </a:lnTo>
                  <a:cubicBezTo>
                    <a:pt x="1760887" y="928878"/>
                    <a:pt x="1761363" y="921163"/>
                    <a:pt x="1761744" y="913352"/>
                  </a:cubicBezTo>
                  <a:lnTo>
                    <a:pt x="1775460" y="914019"/>
                  </a:lnTo>
                  <a:cubicBezTo>
                    <a:pt x="1775079" y="921925"/>
                    <a:pt x="1774603" y="929830"/>
                    <a:pt x="1774032" y="937641"/>
                  </a:cubicBezTo>
                  <a:close/>
                  <a:moveTo>
                    <a:pt x="13716" y="915543"/>
                  </a:moveTo>
                  <a:lnTo>
                    <a:pt x="0" y="915543"/>
                  </a:lnTo>
                  <a:cubicBezTo>
                    <a:pt x="0" y="907637"/>
                    <a:pt x="190" y="899636"/>
                    <a:pt x="571" y="891730"/>
                  </a:cubicBezTo>
                  <a:lnTo>
                    <a:pt x="14288" y="892397"/>
                  </a:lnTo>
                  <a:cubicBezTo>
                    <a:pt x="13906" y="900113"/>
                    <a:pt x="13716" y="907828"/>
                    <a:pt x="13716" y="915543"/>
                  </a:cubicBezTo>
                  <a:close/>
                  <a:moveTo>
                    <a:pt x="1776031" y="890302"/>
                  </a:moveTo>
                  <a:lnTo>
                    <a:pt x="1762315" y="890111"/>
                  </a:lnTo>
                  <a:cubicBezTo>
                    <a:pt x="1762315" y="887254"/>
                    <a:pt x="1762315" y="884396"/>
                    <a:pt x="1762315" y="881539"/>
                  </a:cubicBezTo>
                  <a:cubicBezTo>
                    <a:pt x="1762315" y="876586"/>
                    <a:pt x="1762315" y="871728"/>
                    <a:pt x="1762125" y="866775"/>
                  </a:cubicBezTo>
                  <a:lnTo>
                    <a:pt x="1775841" y="866489"/>
                  </a:lnTo>
                  <a:cubicBezTo>
                    <a:pt x="1775936" y="871538"/>
                    <a:pt x="1776031" y="876491"/>
                    <a:pt x="1776031" y="881539"/>
                  </a:cubicBezTo>
                  <a:cubicBezTo>
                    <a:pt x="1776031" y="884492"/>
                    <a:pt x="1776031" y="887349"/>
                    <a:pt x="1776031" y="890207"/>
                  </a:cubicBezTo>
                  <a:close/>
                  <a:moveTo>
                    <a:pt x="15907" y="869347"/>
                  </a:moveTo>
                  <a:lnTo>
                    <a:pt x="2286" y="868013"/>
                  </a:lnTo>
                  <a:cubicBezTo>
                    <a:pt x="3048" y="860108"/>
                    <a:pt x="4001" y="852202"/>
                    <a:pt x="5144" y="844391"/>
                  </a:cubicBezTo>
                  <a:lnTo>
                    <a:pt x="18669" y="846392"/>
                  </a:lnTo>
                  <a:cubicBezTo>
                    <a:pt x="17526" y="854011"/>
                    <a:pt x="16669" y="861727"/>
                    <a:pt x="15907" y="869347"/>
                  </a:cubicBezTo>
                  <a:close/>
                  <a:moveTo>
                    <a:pt x="1761363" y="843629"/>
                  </a:moveTo>
                  <a:cubicBezTo>
                    <a:pt x="1760982" y="835914"/>
                    <a:pt x="1760410" y="828104"/>
                    <a:pt x="1759839" y="820388"/>
                  </a:cubicBezTo>
                  <a:lnTo>
                    <a:pt x="1773460" y="819245"/>
                  </a:lnTo>
                  <a:cubicBezTo>
                    <a:pt x="1774126" y="827151"/>
                    <a:pt x="1774603" y="834961"/>
                    <a:pt x="1775079" y="842867"/>
                  </a:cubicBezTo>
                  <a:lnTo>
                    <a:pt x="1761363" y="843534"/>
                  </a:lnTo>
                  <a:close/>
                  <a:moveTo>
                    <a:pt x="22479" y="823436"/>
                  </a:moveTo>
                  <a:lnTo>
                    <a:pt x="9049" y="820865"/>
                  </a:lnTo>
                  <a:cubicBezTo>
                    <a:pt x="10573" y="813054"/>
                    <a:pt x="12287" y="805339"/>
                    <a:pt x="14097" y="797624"/>
                  </a:cubicBezTo>
                  <a:lnTo>
                    <a:pt x="27432" y="800862"/>
                  </a:lnTo>
                  <a:cubicBezTo>
                    <a:pt x="25622" y="808387"/>
                    <a:pt x="24003" y="815911"/>
                    <a:pt x="22479" y="823532"/>
                  </a:cubicBezTo>
                  <a:close/>
                  <a:moveTo>
                    <a:pt x="1757553" y="797243"/>
                  </a:moveTo>
                  <a:cubicBezTo>
                    <a:pt x="1756696" y="789527"/>
                    <a:pt x="1755743" y="781812"/>
                    <a:pt x="1754600" y="774097"/>
                  </a:cubicBezTo>
                  <a:lnTo>
                    <a:pt x="1768126" y="772192"/>
                  </a:lnTo>
                  <a:cubicBezTo>
                    <a:pt x="1769269" y="780002"/>
                    <a:pt x="1770221" y="787813"/>
                    <a:pt x="1771079" y="795719"/>
                  </a:cubicBezTo>
                  <a:lnTo>
                    <a:pt x="1757458" y="797243"/>
                  </a:lnTo>
                  <a:close/>
                  <a:moveTo>
                    <a:pt x="33433" y="778478"/>
                  </a:moveTo>
                  <a:lnTo>
                    <a:pt x="20288" y="774668"/>
                  </a:lnTo>
                  <a:cubicBezTo>
                    <a:pt x="22479" y="767048"/>
                    <a:pt x="24860" y="759524"/>
                    <a:pt x="27432" y="751999"/>
                  </a:cubicBezTo>
                  <a:lnTo>
                    <a:pt x="40386" y="756476"/>
                  </a:lnTo>
                  <a:cubicBezTo>
                    <a:pt x="37910" y="763810"/>
                    <a:pt x="35528" y="771144"/>
                    <a:pt x="33433" y="778574"/>
                  </a:cubicBezTo>
                  <a:close/>
                  <a:moveTo>
                    <a:pt x="1751076" y="751046"/>
                  </a:moveTo>
                  <a:cubicBezTo>
                    <a:pt x="1749742" y="743426"/>
                    <a:pt x="1748314" y="735711"/>
                    <a:pt x="1746885" y="728186"/>
                  </a:cubicBezTo>
                  <a:lnTo>
                    <a:pt x="1760316" y="725519"/>
                  </a:lnTo>
                  <a:cubicBezTo>
                    <a:pt x="1761839" y="733234"/>
                    <a:pt x="1763268" y="741045"/>
                    <a:pt x="1764601" y="748760"/>
                  </a:cubicBezTo>
                  <a:lnTo>
                    <a:pt x="1751076" y="751046"/>
                  </a:lnTo>
                  <a:close/>
                  <a:moveTo>
                    <a:pt x="48387" y="734568"/>
                  </a:moveTo>
                  <a:lnTo>
                    <a:pt x="35623" y="729520"/>
                  </a:lnTo>
                  <a:cubicBezTo>
                    <a:pt x="38576" y="722186"/>
                    <a:pt x="41624" y="714851"/>
                    <a:pt x="44863" y="707612"/>
                  </a:cubicBezTo>
                  <a:lnTo>
                    <a:pt x="57340" y="713232"/>
                  </a:lnTo>
                  <a:cubicBezTo>
                    <a:pt x="54198" y="720281"/>
                    <a:pt x="51149" y="727424"/>
                    <a:pt x="48387" y="734568"/>
                  </a:cubicBezTo>
                  <a:close/>
                  <a:moveTo>
                    <a:pt x="1741932" y="705422"/>
                  </a:moveTo>
                  <a:cubicBezTo>
                    <a:pt x="1740217" y="697802"/>
                    <a:pt x="1738408" y="690277"/>
                    <a:pt x="1736408" y="682752"/>
                  </a:cubicBezTo>
                  <a:lnTo>
                    <a:pt x="1749648" y="679323"/>
                  </a:lnTo>
                  <a:cubicBezTo>
                    <a:pt x="1751648" y="686943"/>
                    <a:pt x="1753457" y="694658"/>
                    <a:pt x="1755267" y="702374"/>
                  </a:cubicBezTo>
                  <a:lnTo>
                    <a:pt x="1741932" y="705422"/>
                  </a:lnTo>
                  <a:close/>
                  <a:moveTo>
                    <a:pt x="67342" y="692277"/>
                  </a:moveTo>
                  <a:lnTo>
                    <a:pt x="55054" y="686086"/>
                  </a:lnTo>
                  <a:cubicBezTo>
                    <a:pt x="58579" y="679037"/>
                    <a:pt x="62389" y="671989"/>
                    <a:pt x="66199" y="665036"/>
                  </a:cubicBezTo>
                  <a:lnTo>
                    <a:pt x="78105" y="671703"/>
                  </a:lnTo>
                  <a:cubicBezTo>
                    <a:pt x="74295" y="678466"/>
                    <a:pt x="70676" y="685229"/>
                    <a:pt x="67247" y="692182"/>
                  </a:cubicBezTo>
                  <a:close/>
                  <a:moveTo>
                    <a:pt x="1730407" y="660273"/>
                  </a:moveTo>
                  <a:cubicBezTo>
                    <a:pt x="1728311" y="652748"/>
                    <a:pt x="1726025" y="645319"/>
                    <a:pt x="1723739" y="637984"/>
                  </a:cubicBezTo>
                  <a:lnTo>
                    <a:pt x="1736789" y="633889"/>
                  </a:lnTo>
                  <a:cubicBezTo>
                    <a:pt x="1739170" y="641413"/>
                    <a:pt x="1741456" y="648938"/>
                    <a:pt x="1743551" y="656558"/>
                  </a:cubicBezTo>
                  <a:lnTo>
                    <a:pt x="1730407" y="660273"/>
                  </a:lnTo>
                  <a:close/>
                  <a:moveTo>
                    <a:pt x="90011" y="651986"/>
                  </a:moveTo>
                  <a:lnTo>
                    <a:pt x="78391" y="644747"/>
                  </a:lnTo>
                  <a:cubicBezTo>
                    <a:pt x="82582" y="637984"/>
                    <a:pt x="86963" y="631412"/>
                    <a:pt x="91440" y="624840"/>
                  </a:cubicBezTo>
                  <a:lnTo>
                    <a:pt x="102679" y="632651"/>
                  </a:lnTo>
                  <a:cubicBezTo>
                    <a:pt x="98298" y="639032"/>
                    <a:pt x="94012" y="645414"/>
                    <a:pt x="89916" y="651986"/>
                  </a:cubicBezTo>
                  <a:close/>
                  <a:moveTo>
                    <a:pt x="1716405" y="615791"/>
                  </a:moveTo>
                  <a:cubicBezTo>
                    <a:pt x="1713834" y="608457"/>
                    <a:pt x="1711262" y="601123"/>
                    <a:pt x="1708594" y="593884"/>
                  </a:cubicBezTo>
                  <a:lnTo>
                    <a:pt x="1721453" y="589121"/>
                  </a:lnTo>
                  <a:cubicBezTo>
                    <a:pt x="1724215" y="596456"/>
                    <a:pt x="1726883" y="603885"/>
                    <a:pt x="1729454" y="611410"/>
                  </a:cubicBezTo>
                  <a:lnTo>
                    <a:pt x="1716500" y="615886"/>
                  </a:lnTo>
                  <a:close/>
                  <a:moveTo>
                    <a:pt x="116396" y="613886"/>
                  </a:moveTo>
                  <a:lnTo>
                    <a:pt x="105537" y="605600"/>
                  </a:lnTo>
                  <a:cubicBezTo>
                    <a:pt x="110395" y="599313"/>
                    <a:pt x="115348" y="593122"/>
                    <a:pt x="120396" y="587026"/>
                  </a:cubicBezTo>
                  <a:lnTo>
                    <a:pt x="130874" y="595884"/>
                  </a:lnTo>
                  <a:cubicBezTo>
                    <a:pt x="125921" y="601790"/>
                    <a:pt x="121063" y="607790"/>
                    <a:pt x="116396" y="613982"/>
                  </a:cubicBezTo>
                  <a:close/>
                  <a:moveTo>
                    <a:pt x="146209" y="578453"/>
                  </a:moveTo>
                  <a:lnTo>
                    <a:pt x="136208" y="569119"/>
                  </a:lnTo>
                  <a:cubicBezTo>
                    <a:pt x="141637" y="563309"/>
                    <a:pt x="147161" y="557594"/>
                    <a:pt x="152876" y="552069"/>
                  </a:cubicBezTo>
                  <a:lnTo>
                    <a:pt x="162401" y="561880"/>
                  </a:lnTo>
                  <a:cubicBezTo>
                    <a:pt x="156877" y="567214"/>
                    <a:pt x="151447" y="572738"/>
                    <a:pt x="146209" y="578453"/>
                  </a:cubicBezTo>
                  <a:close/>
                  <a:moveTo>
                    <a:pt x="1700308" y="571976"/>
                  </a:moveTo>
                  <a:cubicBezTo>
                    <a:pt x="1697546" y="564737"/>
                    <a:pt x="1694688" y="557403"/>
                    <a:pt x="1691831" y="550164"/>
                  </a:cubicBezTo>
                  <a:lnTo>
                    <a:pt x="1704594" y="545116"/>
                  </a:lnTo>
                  <a:cubicBezTo>
                    <a:pt x="1707451" y="552450"/>
                    <a:pt x="1710309" y="559784"/>
                    <a:pt x="1713071" y="567023"/>
                  </a:cubicBezTo>
                  <a:lnTo>
                    <a:pt x="1700308" y="571881"/>
                  </a:lnTo>
                  <a:close/>
                  <a:moveTo>
                    <a:pt x="179260" y="546163"/>
                  </a:moveTo>
                  <a:lnTo>
                    <a:pt x="170212" y="535877"/>
                  </a:lnTo>
                  <a:cubicBezTo>
                    <a:pt x="176213" y="530638"/>
                    <a:pt x="182308" y="525494"/>
                    <a:pt x="188500" y="520636"/>
                  </a:cubicBezTo>
                  <a:lnTo>
                    <a:pt x="196977" y="531400"/>
                  </a:lnTo>
                  <a:cubicBezTo>
                    <a:pt x="190976" y="536162"/>
                    <a:pt x="184976" y="541115"/>
                    <a:pt x="179260" y="546259"/>
                  </a:cubicBezTo>
                  <a:close/>
                  <a:moveTo>
                    <a:pt x="1683163" y="528352"/>
                  </a:moveTo>
                  <a:cubicBezTo>
                    <a:pt x="1680210" y="521113"/>
                    <a:pt x="1677257" y="513874"/>
                    <a:pt x="1674305" y="506730"/>
                  </a:cubicBezTo>
                  <a:lnTo>
                    <a:pt x="1686973" y="501491"/>
                  </a:lnTo>
                  <a:cubicBezTo>
                    <a:pt x="1690021" y="508730"/>
                    <a:pt x="1692974" y="515969"/>
                    <a:pt x="1695926" y="523304"/>
                  </a:cubicBezTo>
                  <a:lnTo>
                    <a:pt x="1683258" y="528447"/>
                  </a:lnTo>
                  <a:close/>
                  <a:moveTo>
                    <a:pt x="215551" y="517493"/>
                  </a:moveTo>
                  <a:lnTo>
                    <a:pt x="207645" y="506349"/>
                  </a:lnTo>
                  <a:cubicBezTo>
                    <a:pt x="214122" y="501777"/>
                    <a:pt x="220790" y="497300"/>
                    <a:pt x="227457" y="493109"/>
                  </a:cubicBezTo>
                  <a:lnTo>
                    <a:pt x="234791" y="504730"/>
                  </a:lnTo>
                  <a:cubicBezTo>
                    <a:pt x="228314" y="508825"/>
                    <a:pt x="221837" y="513112"/>
                    <a:pt x="215551" y="517588"/>
                  </a:cubicBezTo>
                  <a:close/>
                  <a:moveTo>
                    <a:pt x="254699" y="492919"/>
                  </a:moveTo>
                  <a:lnTo>
                    <a:pt x="248031" y="480917"/>
                  </a:lnTo>
                  <a:cubicBezTo>
                    <a:pt x="254984" y="477012"/>
                    <a:pt x="262128" y="473392"/>
                    <a:pt x="269272" y="469963"/>
                  </a:cubicBezTo>
                  <a:lnTo>
                    <a:pt x="275177" y="482251"/>
                  </a:lnTo>
                  <a:cubicBezTo>
                    <a:pt x="268319" y="485584"/>
                    <a:pt x="261366" y="489109"/>
                    <a:pt x="254699" y="492919"/>
                  </a:cubicBezTo>
                  <a:close/>
                  <a:moveTo>
                    <a:pt x="1665160" y="485204"/>
                  </a:moveTo>
                  <a:cubicBezTo>
                    <a:pt x="1662113" y="478060"/>
                    <a:pt x="1658969" y="470916"/>
                    <a:pt x="1655826" y="463772"/>
                  </a:cubicBezTo>
                  <a:lnTo>
                    <a:pt x="1668304" y="458248"/>
                  </a:lnTo>
                  <a:cubicBezTo>
                    <a:pt x="1671447" y="465392"/>
                    <a:pt x="1674685" y="472631"/>
                    <a:pt x="1677733" y="479869"/>
                  </a:cubicBezTo>
                  <a:lnTo>
                    <a:pt x="1665160" y="485299"/>
                  </a:lnTo>
                  <a:close/>
                  <a:moveTo>
                    <a:pt x="296228" y="472821"/>
                  </a:moveTo>
                  <a:lnTo>
                    <a:pt x="290989" y="460153"/>
                  </a:lnTo>
                  <a:cubicBezTo>
                    <a:pt x="298323" y="457105"/>
                    <a:pt x="305753" y="454247"/>
                    <a:pt x="313182" y="451580"/>
                  </a:cubicBezTo>
                  <a:lnTo>
                    <a:pt x="317754" y="464439"/>
                  </a:lnTo>
                  <a:cubicBezTo>
                    <a:pt x="310515" y="467011"/>
                    <a:pt x="303276" y="469773"/>
                    <a:pt x="296132" y="472726"/>
                  </a:cubicBezTo>
                  <a:close/>
                  <a:moveTo>
                    <a:pt x="339852" y="457295"/>
                  </a:moveTo>
                  <a:lnTo>
                    <a:pt x="335851" y="444151"/>
                  </a:lnTo>
                  <a:cubicBezTo>
                    <a:pt x="343376" y="441865"/>
                    <a:pt x="350996" y="439674"/>
                    <a:pt x="358712" y="437674"/>
                  </a:cubicBezTo>
                  <a:lnTo>
                    <a:pt x="362236" y="450913"/>
                  </a:lnTo>
                  <a:cubicBezTo>
                    <a:pt x="354711" y="452914"/>
                    <a:pt x="347281" y="455009"/>
                    <a:pt x="339852" y="457295"/>
                  </a:cubicBezTo>
                  <a:close/>
                  <a:moveTo>
                    <a:pt x="384810" y="445389"/>
                  </a:moveTo>
                  <a:lnTo>
                    <a:pt x="381762" y="432054"/>
                  </a:lnTo>
                  <a:cubicBezTo>
                    <a:pt x="389477" y="430244"/>
                    <a:pt x="397192" y="428625"/>
                    <a:pt x="404908" y="427101"/>
                  </a:cubicBezTo>
                  <a:lnTo>
                    <a:pt x="407575" y="440531"/>
                  </a:lnTo>
                  <a:cubicBezTo>
                    <a:pt x="399955" y="442055"/>
                    <a:pt x="392335" y="443675"/>
                    <a:pt x="384810" y="445389"/>
                  </a:cubicBezTo>
                  <a:close/>
                  <a:moveTo>
                    <a:pt x="1646206" y="442436"/>
                  </a:moveTo>
                  <a:cubicBezTo>
                    <a:pt x="1642968" y="435388"/>
                    <a:pt x="1639633" y="428339"/>
                    <a:pt x="1636300" y="421291"/>
                  </a:cubicBezTo>
                  <a:lnTo>
                    <a:pt x="1648682" y="415385"/>
                  </a:lnTo>
                  <a:cubicBezTo>
                    <a:pt x="1652111" y="422434"/>
                    <a:pt x="1655445" y="429578"/>
                    <a:pt x="1658683" y="436721"/>
                  </a:cubicBezTo>
                  <a:lnTo>
                    <a:pt x="1646206" y="442436"/>
                  </a:lnTo>
                  <a:close/>
                  <a:moveTo>
                    <a:pt x="430530" y="436150"/>
                  </a:moveTo>
                  <a:lnTo>
                    <a:pt x="428149" y="422624"/>
                  </a:lnTo>
                  <a:cubicBezTo>
                    <a:pt x="435864" y="421291"/>
                    <a:pt x="443674" y="419957"/>
                    <a:pt x="451390" y="418719"/>
                  </a:cubicBezTo>
                  <a:lnTo>
                    <a:pt x="453581" y="432244"/>
                  </a:lnTo>
                  <a:cubicBezTo>
                    <a:pt x="445866" y="433483"/>
                    <a:pt x="438150" y="434816"/>
                    <a:pt x="430530" y="436150"/>
                  </a:cubicBezTo>
                  <a:close/>
                  <a:moveTo>
                    <a:pt x="476726" y="428720"/>
                  </a:moveTo>
                  <a:lnTo>
                    <a:pt x="474726" y="415195"/>
                  </a:lnTo>
                  <a:cubicBezTo>
                    <a:pt x="482441" y="414052"/>
                    <a:pt x="490252" y="412909"/>
                    <a:pt x="498062" y="411861"/>
                  </a:cubicBezTo>
                  <a:lnTo>
                    <a:pt x="499967" y="425386"/>
                  </a:lnTo>
                  <a:cubicBezTo>
                    <a:pt x="492252" y="426530"/>
                    <a:pt x="484537" y="427577"/>
                    <a:pt x="476726" y="428720"/>
                  </a:cubicBezTo>
                  <a:close/>
                  <a:moveTo>
                    <a:pt x="523208" y="422053"/>
                  </a:moveTo>
                  <a:lnTo>
                    <a:pt x="521303" y="408527"/>
                  </a:lnTo>
                  <a:lnTo>
                    <a:pt x="544544" y="405194"/>
                  </a:lnTo>
                  <a:lnTo>
                    <a:pt x="546544" y="418719"/>
                  </a:lnTo>
                  <a:lnTo>
                    <a:pt x="523304" y="422053"/>
                  </a:lnTo>
                  <a:close/>
                  <a:moveTo>
                    <a:pt x="569785" y="415290"/>
                  </a:moveTo>
                  <a:lnTo>
                    <a:pt x="567690" y="401765"/>
                  </a:lnTo>
                  <a:cubicBezTo>
                    <a:pt x="575405" y="400621"/>
                    <a:pt x="583121" y="399383"/>
                    <a:pt x="590740" y="398050"/>
                  </a:cubicBezTo>
                  <a:lnTo>
                    <a:pt x="593026" y="411575"/>
                  </a:lnTo>
                  <a:cubicBezTo>
                    <a:pt x="585311" y="412909"/>
                    <a:pt x="577501" y="414147"/>
                    <a:pt x="569785" y="415290"/>
                  </a:cubicBezTo>
                  <a:close/>
                  <a:moveTo>
                    <a:pt x="616267" y="407480"/>
                  </a:moveTo>
                  <a:lnTo>
                    <a:pt x="613696" y="394049"/>
                  </a:lnTo>
                  <a:cubicBezTo>
                    <a:pt x="621316" y="392621"/>
                    <a:pt x="628936" y="391096"/>
                    <a:pt x="636556" y="389477"/>
                  </a:cubicBezTo>
                  <a:lnTo>
                    <a:pt x="639413" y="402908"/>
                  </a:lnTo>
                  <a:cubicBezTo>
                    <a:pt x="631698" y="404527"/>
                    <a:pt x="623983" y="406146"/>
                    <a:pt x="616267" y="407575"/>
                  </a:cubicBezTo>
                  <a:close/>
                  <a:moveTo>
                    <a:pt x="1625917" y="400240"/>
                  </a:moveTo>
                  <a:cubicBezTo>
                    <a:pt x="1622393" y="393287"/>
                    <a:pt x="1618869" y="386334"/>
                    <a:pt x="1615249" y="379381"/>
                  </a:cubicBezTo>
                  <a:lnTo>
                    <a:pt x="1627346" y="372999"/>
                  </a:lnTo>
                  <a:cubicBezTo>
                    <a:pt x="1630966" y="379952"/>
                    <a:pt x="1634585" y="387001"/>
                    <a:pt x="1638110" y="394049"/>
                  </a:cubicBezTo>
                  <a:lnTo>
                    <a:pt x="1625823" y="400145"/>
                  </a:lnTo>
                  <a:close/>
                  <a:moveTo>
                    <a:pt x="662464" y="397383"/>
                  </a:moveTo>
                  <a:lnTo>
                    <a:pt x="659130" y="384048"/>
                  </a:lnTo>
                  <a:cubicBezTo>
                    <a:pt x="666655" y="382143"/>
                    <a:pt x="674084" y="380143"/>
                    <a:pt x="681514" y="378047"/>
                  </a:cubicBezTo>
                  <a:lnTo>
                    <a:pt x="685324" y="391192"/>
                  </a:lnTo>
                  <a:cubicBezTo>
                    <a:pt x="677799" y="393383"/>
                    <a:pt x="670084" y="395478"/>
                    <a:pt x="662464" y="397383"/>
                  </a:cubicBezTo>
                  <a:close/>
                  <a:moveTo>
                    <a:pt x="708088" y="384143"/>
                  </a:moveTo>
                  <a:lnTo>
                    <a:pt x="703707" y="371189"/>
                  </a:lnTo>
                  <a:cubicBezTo>
                    <a:pt x="711041" y="368713"/>
                    <a:pt x="718280" y="366046"/>
                    <a:pt x="725424" y="363284"/>
                  </a:cubicBezTo>
                  <a:lnTo>
                    <a:pt x="730473" y="376047"/>
                  </a:lnTo>
                  <a:cubicBezTo>
                    <a:pt x="723138" y="379000"/>
                    <a:pt x="715613" y="381667"/>
                    <a:pt x="708088" y="384238"/>
                  </a:cubicBezTo>
                  <a:close/>
                  <a:moveTo>
                    <a:pt x="752380" y="366522"/>
                  </a:moveTo>
                  <a:lnTo>
                    <a:pt x="746569" y="354140"/>
                  </a:lnTo>
                  <a:cubicBezTo>
                    <a:pt x="753618" y="350806"/>
                    <a:pt x="760571" y="347377"/>
                    <a:pt x="767144" y="343757"/>
                  </a:cubicBezTo>
                  <a:lnTo>
                    <a:pt x="773716" y="355759"/>
                  </a:lnTo>
                  <a:cubicBezTo>
                    <a:pt x="766858" y="359473"/>
                    <a:pt x="759714" y="363093"/>
                    <a:pt x="752380" y="366522"/>
                  </a:cubicBezTo>
                  <a:close/>
                  <a:moveTo>
                    <a:pt x="1604296" y="358807"/>
                  </a:moveTo>
                  <a:cubicBezTo>
                    <a:pt x="1600581" y="351949"/>
                    <a:pt x="1596771" y="345186"/>
                    <a:pt x="1592866" y="338423"/>
                  </a:cubicBezTo>
                  <a:lnTo>
                    <a:pt x="1604772" y="331565"/>
                  </a:lnTo>
                  <a:cubicBezTo>
                    <a:pt x="1608677" y="338423"/>
                    <a:pt x="1612583" y="345281"/>
                    <a:pt x="1616298" y="352234"/>
                  </a:cubicBezTo>
                  <a:lnTo>
                    <a:pt x="1604296" y="358807"/>
                  </a:lnTo>
                  <a:close/>
                  <a:moveTo>
                    <a:pt x="794385" y="343757"/>
                  </a:moveTo>
                  <a:lnTo>
                    <a:pt x="787051" y="332137"/>
                  </a:lnTo>
                  <a:cubicBezTo>
                    <a:pt x="792385" y="328708"/>
                    <a:pt x="797719" y="325184"/>
                    <a:pt x="802958" y="321373"/>
                  </a:cubicBezTo>
                  <a:lnTo>
                    <a:pt x="806006" y="319183"/>
                  </a:lnTo>
                  <a:lnTo>
                    <a:pt x="814102" y="330232"/>
                  </a:lnTo>
                  <a:lnTo>
                    <a:pt x="810863" y="332518"/>
                  </a:lnTo>
                  <a:cubicBezTo>
                    <a:pt x="805434" y="336423"/>
                    <a:pt x="799910" y="340138"/>
                    <a:pt x="794290" y="343662"/>
                  </a:cubicBezTo>
                  <a:close/>
                  <a:moveTo>
                    <a:pt x="1580960" y="318325"/>
                  </a:moveTo>
                  <a:cubicBezTo>
                    <a:pt x="1576959" y="311658"/>
                    <a:pt x="1572863" y="305086"/>
                    <a:pt x="1568673" y="298513"/>
                  </a:cubicBezTo>
                  <a:lnTo>
                    <a:pt x="1580198" y="291179"/>
                  </a:lnTo>
                  <a:cubicBezTo>
                    <a:pt x="1584389" y="297847"/>
                    <a:pt x="1588580" y="304514"/>
                    <a:pt x="1592675" y="311277"/>
                  </a:cubicBezTo>
                  <a:lnTo>
                    <a:pt x="1580960" y="318325"/>
                  </a:lnTo>
                  <a:close/>
                  <a:moveTo>
                    <a:pt x="832866" y="315373"/>
                  </a:moveTo>
                  <a:lnTo>
                    <a:pt x="824008" y="304895"/>
                  </a:lnTo>
                  <a:cubicBezTo>
                    <a:pt x="829723" y="300038"/>
                    <a:pt x="835533" y="294894"/>
                    <a:pt x="841153" y="289465"/>
                  </a:cubicBezTo>
                  <a:lnTo>
                    <a:pt x="850583" y="299371"/>
                  </a:lnTo>
                  <a:cubicBezTo>
                    <a:pt x="844677" y="304990"/>
                    <a:pt x="838676" y="310325"/>
                    <a:pt x="832771" y="315373"/>
                  </a:cubicBezTo>
                  <a:close/>
                  <a:moveTo>
                    <a:pt x="867442" y="282607"/>
                  </a:moveTo>
                  <a:lnTo>
                    <a:pt x="857536" y="273177"/>
                  </a:lnTo>
                  <a:cubicBezTo>
                    <a:pt x="862870" y="267557"/>
                    <a:pt x="868108" y="261842"/>
                    <a:pt x="873252" y="256032"/>
                  </a:cubicBezTo>
                  <a:lnTo>
                    <a:pt x="883539" y="265081"/>
                  </a:lnTo>
                  <a:cubicBezTo>
                    <a:pt x="878300" y="270986"/>
                    <a:pt x="872966" y="276892"/>
                    <a:pt x="867442" y="282607"/>
                  </a:cubicBezTo>
                  <a:close/>
                  <a:moveTo>
                    <a:pt x="1555909" y="278987"/>
                  </a:moveTo>
                  <a:cubicBezTo>
                    <a:pt x="1551527" y="272510"/>
                    <a:pt x="1547146" y="266129"/>
                    <a:pt x="1542574" y="259842"/>
                  </a:cubicBezTo>
                  <a:lnTo>
                    <a:pt x="1553718" y="251936"/>
                  </a:lnTo>
                  <a:cubicBezTo>
                    <a:pt x="1558290" y="258318"/>
                    <a:pt x="1562767" y="264890"/>
                    <a:pt x="1567244" y="271367"/>
                  </a:cubicBezTo>
                  <a:lnTo>
                    <a:pt x="1555909" y="278987"/>
                  </a:lnTo>
                  <a:close/>
                  <a:moveTo>
                    <a:pt x="898969" y="247078"/>
                  </a:moveTo>
                  <a:lnTo>
                    <a:pt x="888492" y="238316"/>
                  </a:lnTo>
                  <a:cubicBezTo>
                    <a:pt x="893445" y="232315"/>
                    <a:pt x="898398" y="226314"/>
                    <a:pt x="903256" y="220218"/>
                  </a:cubicBezTo>
                  <a:lnTo>
                    <a:pt x="913924" y="228791"/>
                  </a:lnTo>
                  <a:cubicBezTo>
                    <a:pt x="908971" y="234982"/>
                    <a:pt x="904018" y="241078"/>
                    <a:pt x="898969" y="247078"/>
                  </a:cubicBezTo>
                  <a:close/>
                  <a:moveTo>
                    <a:pt x="1528763" y="240983"/>
                  </a:moveTo>
                  <a:cubicBezTo>
                    <a:pt x="1524095" y="234791"/>
                    <a:pt x="1519238" y="228695"/>
                    <a:pt x="1514380" y="222599"/>
                  </a:cubicBezTo>
                  <a:lnTo>
                    <a:pt x="1525048" y="214027"/>
                  </a:lnTo>
                  <a:cubicBezTo>
                    <a:pt x="1530001" y="220218"/>
                    <a:pt x="1534858" y="226409"/>
                    <a:pt x="1539621" y="232696"/>
                  </a:cubicBezTo>
                  <a:lnTo>
                    <a:pt x="1528668" y="240983"/>
                  </a:lnTo>
                  <a:close/>
                  <a:moveTo>
                    <a:pt x="928592" y="210407"/>
                  </a:moveTo>
                  <a:lnTo>
                    <a:pt x="917829" y="201930"/>
                  </a:lnTo>
                  <a:lnTo>
                    <a:pt x="932307" y="183451"/>
                  </a:lnTo>
                  <a:lnTo>
                    <a:pt x="943070" y="191929"/>
                  </a:lnTo>
                  <a:lnTo>
                    <a:pt x="928592" y="210407"/>
                  </a:lnTo>
                  <a:close/>
                  <a:moveTo>
                    <a:pt x="1499521" y="204788"/>
                  </a:moveTo>
                  <a:cubicBezTo>
                    <a:pt x="1494473" y="198882"/>
                    <a:pt x="1489329" y="193072"/>
                    <a:pt x="1484091" y="187452"/>
                  </a:cubicBezTo>
                  <a:lnTo>
                    <a:pt x="1494187" y="178213"/>
                  </a:lnTo>
                  <a:cubicBezTo>
                    <a:pt x="1499521" y="184023"/>
                    <a:pt x="1504760" y="189928"/>
                    <a:pt x="1509998" y="195929"/>
                  </a:cubicBezTo>
                  <a:lnTo>
                    <a:pt x="1499616" y="204883"/>
                  </a:lnTo>
                  <a:close/>
                  <a:moveTo>
                    <a:pt x="957644" y="173546"/>
                  </a:moveTo>
                  <a:lnTo>
                    <a:pt x="946976" y="164973"/>
                  </a:lnTo>
                  <a:cubicBezTo>
                    <a:pt x="951929" y="158877"/>
                    <a:pt x="956881" y="152686"/>
                    <a:pt x="961930" y="146685"/>
                  </a:cubicBezTo>
                  <a:lnTo>
                    <a:pt x="972503" y="155448"/>
                  </a:lnTo>
                  <a:cubicBezTo>
                    <a:pt x="967549" y="161449"/>
                    <a:pt x="962597" y="167449"/>
                    <a:pt x="957739" y="173546"/>
                  </a:cubicBezTo>
                  <a:close/>
                  <a:moveTo>
                    <a:pt x="1467993" y="170593"/>
                  </a:moveTo>
                  <a:cubicBezTo>
                    <a:pt x="1462564" y="165068"/>
                    <a:pt x="1457039" y="159734"/>
                    <a:pt x="1451325" y="154400"/>
                  </a:cubicBezTo>
                  <a:lnTo>
                    <a:pt x="1460659" y="144399"/>
                  </a:lnTo>
                  <a:cubicBezTo>
                    <a:pt x="1466469" y="149828"/>
                    <a:pt x="1472089" y="155353"/>
                    <a:pt x="1477708" y="160972"/>
                  </a:cubicBezTo>
                  <a:lnTo>
                    <a:pt x="1467993" y="170593"/>
                  </a:lnTo>
                  <a:close/>
                  <a:moveTo>
                    <a:pt x="1434179" y="138874"/>
                  </a:moveTo>
                  <a:cubicBezTo>
                    <a:pt x="1428369" y="133826"/>
                    <a:pt x="1422368" y="128873"/>
                    <a:pt x="1416367" y="124016"/>
                  </a:cubicBezTo>
                  <a:lnTo>
                    <a:pt x="1424940" y="113347"/>
                  </a:lnTo>
                  <a:cubicBezTo>
                    <a:pt x="1431132" y="118300"/>
                    <a:pt x="1437227" y="123349"/>
                    <a:pt x="1443133" y="128492"/>
                  </a:cubicBezTo>
                  <a:lnTo>
                    <a:pt x="1434179" y="138874"/>
                  </a:lnTo>
                  <a:close/>
                  <a:moveTo>
                    <a:pt x="987552" y="137731"/>
                  </a:moveTo>
                  <a:lnTo>
                    <a:pt x="977265" y="128683"/>
                  </a:lnTo>
                  <a:lnTo>
                    <a:pt x="979456" y="126206"/>
                  </a:lnTo>
                  <a:cubicBezTo>
                    <a:pt x="983742" y="121348"/>
                    <a:pt x="988600" y="116396"/>
                    <a:pt x="993838" y="111347"/>
                  </a:cubicBezTo>
                  <a:lnTo>
                    <a:pt x="1003363" y="121158"/>
                  </a:lnTo>
                  <a:cubicBezTo>
                    <a:pt x="998410" y="126016"/>
                    <a:pt x="993838" y="130778"/>
                    <a:pt x="989743" y="135255"/>
                  </a:cubicBezTo>
                  <a:lnTo>
                    <a:pt x="987552" y="137731"/>
                  </a:lnTo>
                  <a:close/>
                  <a:moveTo>
                    <a:pt x="1397984" y="109919"/>
                  </a:moveTo>
                  <a:cubicBezTo>
                    <a:pt x="1391793" y="105346"/>
                    <a:pt x="1385506" y="100965"/>
                    <a:pt x="1379030" y="96583"/>
                  </a:cubicBezTo>
                  <a:lnTo>
                    <a:pt x="1386649" y="85153"/>
                  </a:lnTo>
                  <a:cubicBezTo>
                    <a:pt x="1393222" y="89535"/>
                    <a:pt x="1399699" y="94107"/>
                    <a:pt x="1406081" y="98774"/>
                  </a:cubicBezTo>
                  <a:lnTo>
                    <a:pt x="1397984" y="109823"/>
                  </a:lnTo>
                  <a:close/>
                  <a:moveTo>
                    <a:pt x="1020508" y="105632"/>
                  </a:moveTo>
                  <a:lnTo>
                    <a:pt x="1011650" y="95155"/>
                  </a:lnTo>
                  <a:cubicBezTo>
                    <a:pt x="1017556" y="90106"/>
                    <a:pt x="1023747" y="85153"/>
                    <a:pt x="1030224" y="80200"/>
                  </a:cubicBezTo>
                  <a:lnTo>
                    <a:pt x="1038511" y="91059"/>
                  </a:lnTo>
                  <a:cubicBezTo>
                    <a:pt x="1032225" y="95821"/>
                    <a:pt x="1026224" y="100679"/>
                    <a:pt x="1020508" y="105537"/>
                  </a:cubicBezTo>
                  <a:close/>
                  <a:moveTo>
                    <a:pt x="1366743" y="88582"/>
                  </a:moveTo>
                  <a:lnTo>
                    <a:pt x="1346930" y="76009"/>
                  </a:lnTo>
                  <a:lnTo>
                    <a:pt x="1354265" y="64389"/>
                  </a:lnTo>
                  <a:lnTo>
                    <a:pt x="1374172" y="76962"/>
                  </a:lnTo>
                  <a:lnTo>
                    <a:pt x="1366838" y="88582"/>
                  </a:lnTo>
                  <a:close/>
                  <a:moveTo>
                    <a:pt x="1057275" y="77533"/>
                  </a:moveTo>
                  <a:lnTo>
                    <a:pt x="1049465" y="66294"/>
                  </a:lnTo>
                  <a:cubicBezTo>
                    <a:pt x="1055942" y="61817"/>
                    <a:pt x="1062609" y="57436"/>
                    <a:pt x="1069372" y="53245"/>
                  </a:cubicBezTo>
                  <a:lnTo>
                    <a:pt x="1076611" y="64865"/>
                  </a:lnTo>
                  <a:cubicBezTo>
                    <a:pt x="1070039" y="68961"/>
                    <a:pt x="1063466" y="73247"/>
                    <a:pt x="1057180" y="77533"/>
                  </a:cubicBezTo>
                  <a:close/>
                  <a:moveTo>
                    <a:pt x="1327023" y="63532"/>
                  </a:moveTo>
                  <a:lnTo>
                    <a:pt x="1307211" y="50959"/>
                  </a:lnTo>
                  <a:lnTo>
                    <a:pt x="1314545" y="39338"/>
                  </a:lnTo>
                  <a:lnTo>
                    <a:pt x="1334357" y="51911"/>
                  </a:lnTo>
                  <a:lnTo>
                    <a:pt x="1327023" y="63532"/>
                  </a:lnTo>
                  <a:close/>
                  <a:moveTo>
                    <a:pt x="1096613" y="53054"/>
                  </a:moveTo>
                  <a:lnTo>
                    <a:pt x="1089946" y="41053"/>
                  </a:lnTo>
                  <a:cubicBezTo>
                    <a:pt x="1096899" y="37147"/>
                    <a:pt x="1103948" y="33433"/>
                    <a:pt x="1111091" y="30004"/>
                  </a:cubicBezTo>
                  <a:lnTo>
                    <a:pt x="1117092" y="42291"/>
                  </a:lnTo>
                  <a:cubicBezTo>
                    <a:pt x="1110234" y="45625"/>
                    <a:pt x="1103376" y="49244"/>
                    <a:pt x="1096613" y="53054"/>
                  </a:cubicBezTo>
                  <a:close/>
                  <a:moveTo>
                    <a:pt x="1287304" y="38481"/>
                  </a:moveTo>
                  <a:lnTo>
                    <a:pt x="1267397" y="25908"/>
                  </a:lnTo>
                  <a:lnTo>
                    <a:pt x="1274731" y="14288"/>
                  </a:lnTo>
                  <a:lnTo>
                    <a:pt x="1294543" y="26860"/>
                  </a:lnTo>
                  <a:lnTo>
                    <a:pt x="1287208" y="38481"/>
                  </a:lnTo>
                  <a:close/>
                  <a:moveTo>
                    <a:pt x="1138047" y="32861"/>
                  </a:moveTo>
                  <a:lnTo>
                    <a:pt x="1132809" y="20193"/>
                  </a:lnTo>
                  <a:cubicBezTo>
                    <a:pt x="1140428" y="17050"/>
                    <a:pt x="1147953" y="14192"/>
                    <a:pt x="1155287" y="11716"/>
                  </a:cubicBezTo>
                  <a:lnTo>
                    <a:pt x="1159669" y="24670"/>
                  </a:lnTo>
                  <a:cubicBezTo>
                    <a:pt x="1152715" y="27051"/>
                    <a:pt x="1145382" y="29718"/>
                    <a:pt x="1138143" y="32766"/>
                  </a:cubicBezTo>
                  <a:close/>
                  <a:moveTo>
                    <a:pt x="1181576" y="18478"/>
                  </a:moveTo>
                  <a:lnTo>
                    <a:pt x="1178433" y="5144"/>
                  </a:lnTo>
                  <a:cubicBezTo>
                    <a:pt x="1186624" y="3239"/>
                    <a:pt x="1194721" y="1810"/>
                    <a:pt x="1202341" y="952"/>
                  </a:cubicBezTo>
                  <a:lnTo>
                    <a:pt x="1203865" y="14573"/>
                  </a:lnTo>
                  <a:cubicBezTo>
                    <a:pt x="1196721" y="15335"/>
                    <a:pt x="1189292" y="16669"/>
                    <a:pt x="1181576" y="18574"/>
                  </a:cubicBezTo>
                  <a:close/>
                  <a:moveTo>
                    <a:pt x="1247870" y="17145"/>
                  </a:moveTo>
                  <a:cubicBezTo>
                    <a:pt x="1241203" y="15240"/>
                    <a:pt x="1233964" y="14097"/>
                    <a:pt x="1226249" y="13716"/>
                  </a:cubicBezTo>
                  <a:lnTo>
                    <a:pt x="1226916" y="0"/>
                  </a:lnTo>
                  <a:cubicBezTo>
                    <a:pt x="1235678" y="476"/>
                    <a:pt x="1243965" y="1810"/>
                    <a:pt x="1251585" y="4000"/>
                  </a:cubicBezTo>
                  <a:lnTo>
                    <a:pt x="1247775" y="17145"/>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
        <p:nvSpPr>
          <p:cNvPr id="120" name="Google Shape;233;p32"/>
          <p:cNvSpPr/>
          <p:nvPr/>
        </p:nvSpPr>
        <p:spPr>
          <a:xfrm rot="11607000">
            <a:off x="-931320" y="-289080"/>
            <a:ext cx="2086560" cy="4547160"/>
          </a:xfrm>
          <a:custGeom>
            <a:avLst/>
            <a:gdLst>
              <a:gd name="textAreaLeft" fmla="*/ 0 w 2086560"/>
              <a:gd name="textAreaRight" fmla="*/ 2086920 w 2086560"/>
              <a:gd name="textAreaTop" fmla="*/ 0 h 4547160"/>
              <a:gd name="textAreaBottom" fmla="*/ 4547520 h 4547160"/>
            </a:gdLst>
            <a:ahLst/>
            <a:cxnLst/>
            <a:rect l="textAreaLeft" t="textAreaTop" r="textAreaRight" b="textAreaBottom"/>
            <a:pathLst>
              <a:path w="508359" h="1107754">
                <a:moveTo>
                  <a:pt x="160183" y="39264"/>
                </a:moveTo>
                <a:cubicBezTo>
                  <a:pt x="104366" y="47360"/>
                  <a:pt x="49121" y="76126"/>
                  <a:pt x="19594" y="125370"/>
                </a:cubicBezTo>
                <a:cubicBezTo>
                  <a:pt x="-9934" y="174614"/>
                  <a:pt x="-6981" y="245385"/>
                  <a:pt x="34548" y="284533"/>
                </a:cubicBezTo>
                <a:cubicBezTo>
                  <a:pt x="54646" y="303488"/>
                  <a:pt x="81125" y="313584"/>
                  <a:pt x="103985" y="328824"/>
                </a:cubicBezTo>
                <a:cubicBezTo>
                  <a:pt x="181423" y="380354"/>
                  <a:pt x="208474" y="497226"/>
                  <a:pt x="161802" y="578855"/>
                </a:cubicBezTo>
                <a:cubicBezTo>
                  <a:pt x="149324" y="600763"/>
                  <a:pt x="131894" y="621527"/>
                  <a:pt x="130370" y="646768"/>
                </a:cubicBezTo>
                <a:cubicBezTo>
                  <a:pt x="127607" y="693536"/>
                  <a:pt x="177042" y="722207"/>
                  <a:pt x="208760" y="755925"/>
                </a:cubicBezTo>
                <a:cubicBezTo>
                  <a:pt x="261910" y="812504"/>
                  <a:pt x="269720" y="900705"/>
                  <a:pt x="252766" y="977286"/>
                </a:cubicBezTo>
                <a:cubicBezTo>
                  <a:pt x="247622" y="1000432"/>
                  <a:pt x="240574" y="1023578"/>
                  <a:pt x="241621" y="1047200"/>
                </a:cubicBezTo>
                <a:cubicBezTo>
                  <a:pt x="242669" y="1070917"/>
                  <a:pt x="254195" y="1095968"/>
                  <a:pt x="275721" y="1104635"/>
                </a:cubicBezTo>
                <a:cubicBezTo>
                  <a:pt x="296962" y="1113208"/>
                  <a:pt x="321822" y="1103111"/>
                  <a:pt x="337919" y="1086538"/>
                </a:cubicBezTo>
                <a:cubicBezTo>
                  <a:pt x="384496" y="1038722"/>
                  <a:pt x="367828" y="958236"/>
                  <a:pt x="342110" y="896038"/>
                </a:cubicBezTo>
                <a:cubicBezTo>
                  <a:pt x="316393" y="833839"/>
                  <a:pt x="284484" y="764212"/>
                  <a:pt x="310201" y="702014"/>
                </a:cubicBezTo>
                <a:cubicBezTo>
                  <a:pt x="331061" y="651531"/>
                  <a:pt x="387735" y="614193"/>
                  <a:pt x="383925" y="559520"/>
                </a:cubicBezTo>
                <a:cubicBezTo>
                  <a:pt x="381163" y="520372"/>
                  <a:pt x="347254" y="491225"/>
                  <a:pt x="335538" y="453887"/>
                </a:cubicBezTo>
                <a:cubicBezTo>
                  <a:pt x="314107" y="385784"/>
                  <a:pt x="369733" y="319966"/>
                  <a:pt x="420311" y="270626"/>
                </a:cubicBezTo>
                <a:cubicBezTo>
                  <a:pt x="470983" y="221382"/>
                  <a:pt x="525943" y="154421"/>
                  <a:pt x="502987" y="86889"/>
                </a:cubicBezTo>
                <a:cubicBezTo>
                  <a:pt x="485080" y="34216"/>
                  <a:pt x="426406" y="8593"/>
                  <a:pt x="372400" y="1545"/>
                </a:cubicBezTo>
                <a:cubicBezTo>
                  <a:pt x="300391" y="-7885"/>
                  <a:pt x="232954" y="28501"/>
                  <a:pt x="160183" y="39073"/>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 bg1="lt1" tx1="dk1" bg2="lt2" tx2="dk2" accent1="accent1" accent2="accent2" accent3="accent3" accent4="accent4" accent5="accent5" accent6="accent6" hlink="hlink" folHlink="folHlink"/>
  <p:sldLayoutIdLst>
    <p:sldLayoutId id="21474836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121" name="Google Shape;235;p33"/>
          <p:cNvGrpSpPr/>
          <p:nvPr/>
        </p:nvGrpSpPr>
        <p:grpSpPr>
          <a:xfrm>
            <a:off x="7466760" y="1031760"/>
            <a:ext cx="4544280" cy="4975200"/>
            <a:chOff x="7466760" y="1031760"/>
            <a:chExt cx="4544280" cy="4975200"/>
          </a:xfrm>
        </p:grpSpPr>
        <p:sp>
          <p:nvSpPr>
            <p:cNvPr id="122" name="Google Shape;236;p33"/>
            <p:cNvSpPr/>
            <p:nvPr/>
          </p:nvSpPr>
          <p:spPr>
            <a:xfrm rot="14918400" flipH="1">
              <a:off x="7711560" y="1872720"/>
              <a:ext cx="4053960" cy="3293640"/>
            </a:xfrm>
            <a:custGeom>
              <a:avLst/>
              <a:gdLst>
                <a:gd name="textAreaLeft" fmla="*/ -360 w 4053960"/>
                <a:gd name="textAreaRight" fmla="*/ 4053960 w 4053960"/>
                <a:gd name="textAreaTop" fmla="*/ 0 h 3293640"/>
                <a:gd name="textAreaBottom" fmla="*/ 3294000 h 3293640"/>
              </a:gdLst>
              <a:ahLst/>
              <a:cxnLst/>
              <a:rect l="textAreaLeft" t="textAreaTop" r="textAreaRight" b="textAreaBottom"/>
              <a:pathLst>
                <a:path w="1930774" h="1568974">
                  <a:moveTo>
                    <a:pt x="11419" y="1021325"/>
                  </a:moveTo>
                  <a:cubicBezTo>
                    <a:pt x="-43064" y="785677"/>
                    <a:pt x="102383" y="500975"/>
                    <a:pt x="341841" y="467542"/>
                  </a:cubicBezTo>
                  <a:cubicBezTo>
                    <a:pt x="471953" y="449445"/>
                    <a:pt x="607398" y="503166"/>
                    <a:pt x="733985" y="467923"/>
                  </a:cubicBezTo>
                  <a:cubicBezTo>
                    <a:pt x="949917" y="407820"/>
                    <a:pt x="1030689" y="127690"/>
                    <a:pt x="1233477" y="32154"/>
                  </a:cubicBezTo>
                  <a:cubicBezTo>
                    <a:pt x="1407689" y="-49951"/>
                    <a:pt x="1623621" y="34726"/>
                    <a:pt x="1752113" y="178268"/>
                  </a:cubicBezTo>
                  <a:cubicBezTo>
                    <a:pt x="1937755" y="385627"/>
                    <a:pt x="1978236" y="702714"/>
                    <a:pt x="1875843" y="961509"/>
                  </a:cubicBezTo>
                  <a:cubicBezTo>
                    <a:pt x="1773449" y="1220303"/>
                    <a:pt x="1541610" y="1417661"/>
                    <a:pt x="1277577" y="1505672"/>
                  </a:cubicBezTo>
                  <a:cubicBezTo>
                    <a:pt x="832950" y="1653786"/>
                    <a:pt x="136482" y="1561298"/>
                    <a:pt x="11514" y="102123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23" name="Google Shape;237;p33"/>
            <p:cNvSpPr/>
            <p:nvPr/>
          </p:nvSpPr>
          <p:spPr>
            <a:xfrm rot="10792800" flipH="1">
              <a:off x="8740800" y="1292760"/>
              <a:ext cx="491760" cy="641160"/>
            </a:xfrm>
            <a:custGeom>
              <a:avLst/>
              <a:gdLst>
                <a:gd name="textAreaLeft" fmla="*/ 360 w 491760"/>
                <a:gd name="textAreaRight" fmla="*/ 492480 w 491760"/>
                <a:gd name="textAreaTop" fmla="*/ 0 h 641160"/>
                <a:gd name="textAreaBottom" fmla="*/ 641520 h 641160"/>
              </a:gdLst>
              <a:ahLst/>
              <a:cxnLst/>
              <a:rect l="textAreaLeft" t="textAreaTop" r="textAreaRight" b="textAreaBottom"/>
              <a:pathLst>
                <a:path w="364045" h="474454">
                  <a:moveTo>
                    <a:pt x="157163" y="474440"/>
                  </a:moveTo>
                  <a:cubicBezTo>
                    <a:pt x="155734" y="474440"/>
                    <a:pt x="154210" y="474440"/>
                    <a:pt x="152781" y="474440"/>
                  </a:cubicBezTo>
                  <a:lnTo>
                    <a:pt x="153162" y="462058"/>
                  </a:lnTo>
                  <a:cubicBezTo>
                    <a:pt x="154686" y="462058"/>
                    <a:pt x="156210" y="462058"/>
                    <a:pt x="157829" y="462058"/>
                  </a:cubicBezTo>
                  <a:cubicBezTo>
                    <a:pt x="163068" y="462058"/>
                    <a:pt x="168307" y="461772"/>
                    <a:pt x="173641" y="461296"/>
                  </a:cubicBezTo>
                  <a:lnTo>
                    <a:pt x="174784" y="473583"/>
                  </a:lnTo>
                  <a:cubicBezTo>
                    <a:pt x="168878" y="474155"/>
                    <a:pt x="163068" y="474536"/>
                    <a:pt x="157258" y="474440"/>
                  </a:cubicBezTo>
                  <a:close/>
                  <a:moveTo>
                    <a:pt x="130873" y="472250"/>
                  </a:moveTo>
                  <a:cubicBezTo>
                    <a:pt x="123539" y="471106"/>
                    <a:pt x="116395" y="469297"/>
                    <a:pt x="109347" y="467106"/>
                  </a:cubicBezTo>
                  <a:lnTo>
                    <a:pt x="113062" y="455295"/>
                  </a:lnTo>
                  <a:cubicBezTo>
                    <a:pt x="119443" y="457295"/>
                    <a:pt x="126111" y="458914"/>
                    <a:pt x="132779" y="459962"/>
                  </a:cubicBezTo>
                  <a:lnTo>
                    <a:pt x="130778" y="472154"/>
                  </a:lnTo>
                  <a:close/>
                  <a:moveTo>
                    <a:pt x="196405" y="470154"/>
                  </a:moveTo>
                  <a:lnTo>
                    <a:pt x="193738" y="458057"/>
                  </a:lnTo>
                  <a:cubicBezTo>
                    <a:pt x="200310" y="456629"/>
                    <a:pt x="206978" y="454723"/>
                    <a:pt x="213455" y="452533"/>
                  </a:cubicBezTo>
                  <a:lnTo>
                    <a:pt x="217456" y="464248"/>
                  </a:lnTo>
                  <a:cubicBezTo>
                    <a:pt x="210502" y="466630"/>
                    <a:pt x="203454" y="468630"/>
                    <a:pt x="196405" y="470154"/>
                  </a:cubicBezTo>
                  <a:close/>
                  <a:moveTo>
                    <a:pt x="88868" y="458819"/>
                  </a:moveTo>
                  <a:cubicBezTo>
                    <a:pt x="83248" y="456057"/>
                    <a:pt x="77819" y="452819"/>
                    <a:pt x="72771" y="449389"/>
                  </a:cubicBezTo>
                  <a:lnTo>
                    <a:pt x="69913" y="447389"/>
                  </a:lnTo>
                  <a:lnTo>
                    <a:pt x="77057" y="437293"/>
                  </a:lnTo>
                  <a:lnTo>
                    <a:pt x="79343" y="438912"/>
                  </a:lnTo>
                  <a:cubicBezTo>
                    <a:pt x="84296" y="442341"/>
                    <a:pt x="89249" y="445198"/>
                    <a:pt x="94392" y="447770"/>
                  </a:cubicBezTo>
                  <a:lnTo>
                    <a:pt x="88868" y="458819"/>
                  </a:lnTo>
                  <a:close/>
                  <a:moveTo>
                    <a:pt x="237744" y="455867"/>
                  </a:moveTo>
                  <a:lnTo>
                    <a:pt x="232410" y="444722"/>
                  </a:lnTo>
                  <a:cubicBezTo>
                    <a:pt x="238506" y="441770"/>
                    <a:pt x="244507" y="438436"/>
                    <a:pt x="250222" y="434721"/>
                  </a:cubicBezTo>
                  <a:lnTo>
                    <a:pt x="256889" y="445103"/>
                  </a:lnTo>
                  <a:cubicBezTo>
                    <a:pt x="250793" y="449009"/>
                    <a:pt x="244316" y="452628"/>
                    <a:pt x="237744" y="455771"/>
                  </a:cubicBezTo>
                  <a:close/>
                  <a:moveTo>
                    <a:pt x="52959" y="433197"/>
                  </a:moveTo>
                  <a:cubicBezTo>
                    <a:pt x="47720" y="428149"/>
                    <a:pt x="42863" y="422529"/>
                    <a:pt x="38385" y="416623"/>
                  </a:cubicBezTo>
                  <a:lnTo>
                    <a:pt x="48292" y="409099"/>
                  </a:lnTo>
                  <a:cubicBezTo>
                    <a:pt x="52388" y="414528"/>
                    <a:pt x="56959" y="419671"/>
                    <a:pt x="61722" y="424339"/>
                  </a:cubicBezTo>
                  <a:lnTo>
                    <a:pt x="53054" y="433197"/>
                  </a:lnTo>
                  <a:close/>
                  <a:moveTo>
                    <a:pt x="274606" y="432149"/>
                  </a:moveTo>
                  <a:lnTo>
                    <a:pt x="266700" y="422624"/>
                  </a:lnTo>
                  <a:cubicBezTo>
                    <a:pt x="271843" y="418338"/>
                    <a:pt x="276987" y="413671"/>
                    <a:pt x="281844" y="408718"/>
                  </a:cubicBezTo>
                  <a:lnTo>
                    <a:pt x="290703" y="417386"/>
                  </a:lnTo>
                  <a:cubicBezTo>
                    <a:pt x="285559" y="422624"/>
                    <a:pt x="280130" y="427577"/>
                    <a:pt x="274606" y="432149"/>
                  </a:cubicBezTo>
                  <a:close/>
                  <a:moveTo>
                    <a:pt x="305085" y="401003"/>
                  </a:moveTo>
                  <a:lnTo>
                    <a:pt x="295370" y="393287"/>
                  </a:lnTo>
                  <a:cubicBezTo>
                    <a:pt x="299561" y="387953"/>
                    <a:pt x="303657" y="382334"/>
                    <a:pt x="307372" y="376523"/>
                  </a:cubicBezTo>
                  <a:lnTo>
                    <a:pt x="317754" y="383286"/>
                  </a:lnTo>
                  <a:cubicBezTo>
                    <a:pt x="313754" y="389382"/>
                    <a:pt x="309467" y="395288"/>
                    <a:pt x="304991" y="401003"/>
                  </a:cubicBezTo>
                  <a:close/>
                  <a:moveTo>
                    <a:pt x="26289" y="398240"/>
                  </a:moveTo>
                  <a:cubicBezTo>
                    <a:pt x="22765" y="392049"/>
                    <a:pt x="19526" y="385381"/>
                    <a:pt x="16669" y="378523"/>
                  </a:cubicBezTo>
                  <a:lnTo>
                    <a:pt x="28099" y="373761"/>
                  </a:lnTo>
                  <a:cubicBezTo>
                    <a:pt x="30766" y="380143"/>
                    <a:pt x="33718" y="386334"/>
                    <a:pt x="37052" y="392144"/>
                  </a:cubicBezTo>
                  <a:lnTo>
                    <a:pt x="26289" y="398240"/>
                  </a:lnTo>
                  <a:close/>
                  <a:moveTo>
                    <a:pt x="328898" y="364617"/>
                  </a:moveTo>
                  <a:lnTo>
                    <a:pt x="317945" y="358807"/>
                  </a:lnTo>
                  <a:cubicBezTo>
                    <a:pt x="321087" y="352806"/>
                    <a:pt x="324135" y="346615"/>
                    <a:pt x="326898" y="340138"/>
                  </a:cubicBezTo>
                  <a:lnTo>
                    <a:pt x="338233" y="345091"/>
                  </a:lnTo>
                  <a:cubicBezTo>
                    <a:pt x="335375" y="351854"/>
                    <a:pt x="332137" y="358426"/>
                    <a:pt x="328803" y="364617"/>
                  </a:cubicBezTo>
                  <a:close/>
                  <a:moveTo>
                    <a:pt x="9430" y="357854"/>
                  </a:moveTo>
                  <a:cubicBezTo>
                    <a:pt x="7429" y="351092"/>
                    <a:pt x="5715" y="343948"/>
                    <a:pt x="4381" y="336613"/>
                  </a:cubicBezTo>
                  <a:lnTo>
                    <a:pt x="16573" y="334328"/>
                  </a:lnTo>
                  <a:cubicBezTo>
                    <a:pt x="17907" y="341186"/>
                    <a:pt x="19526" y="347948"/>
                    <a:pt x="21336" y="354330"/>
                  </a:cubicBezTo>
                  <a:lnTo>
                    <a:pt x="9430" y="357854"/>
                  </a:lnTo>
                  <a:close/>
                  <a:moveTo>
                    <a:pt x="346138" y="324898"/>
                  </a:moveTo>
                  <a:lnTo>
                    <a:pt x="334423" y="320897"/>
                  </a:lnTo>
                  <a:cubicBezTo>
                    <a:pt x="336613" y="314515"/>
                    <a:pt x="338614" y="307753"/>
                    <a:pt x="340423" y="301085"/>
                  </a:cubicBezTo>
                  <a:lnTo>
                    <a:pt x="352425" y="304229"/>
                  </a:lnTo>
                  <a:cubicBezTo>
                    <a:pt x="350615" y="311277"/>
                    <a:pt x="348425" y="318230"/>
                    <a:pt x="346138" y="324993"/>
                  </a:cubicBezTo>
                  <a:close/>
                  <a:moveTo>
                    <a:pt x="1238" y="315087"/>
                  </a:moveTo>
                  <a:cubicBezTo>
                    <a:pt x="571" y="307943"/>
                    <a:pt x="95" y="300609"/>
                    <a:pt x="0" y="293370"/>
                  </a:cubicBezTo>
                  <a:lnTo>
                    <a:pt x="12382" y="293084"/>
                  </a:lnTo>
                  <a:cubicBezTo>
                    <a:pt x="12478" y="299942"/>
                    <a:pt x="12954" y="306991"/>
                    <a:pt x="13621" y="313754"/>
                  </a:cubicBezTo>
                  <a:lnTo>
                    <a:pt x="1334" y="314992"/>
                  </a:lnTo>
                  <a:close/>
                  <a:moveTo>
                    <a:pt x="357092" y="282988"/>
                  </a:moveTo>
                  <a:lnTo>
                    <a:pt x="344900" y="280702"/>
                  </a:lnTo>
                  <a:cubicBezTo>
                    <a:pt x="346138" y="273844"/>
                    <a:pt x="347186" y="266986"/>
                    <a:pt x="348043" y="260128"/>
                  </a:cubicBezTo>
                  <a:lnTo>
                    <a:pt x="360331" y="261556"/>
                  </a:lnTo>
                  <a:cubicBezTo>
                    <a:pt x="359569" y="268605"/>
                    <a:pt x="358426" y="275844"/>
                    <a:pt x="357092" y="282988"/>
                  </a:cubicBezTo>
                  <a:close/>
                  <a:moveTo>
                    <a:pt x="12763" y="272510"/>
                  </a:moveTo>
                  <a:lnTo>
                    <a:pt x="381" y="271844"/>
                  </a:lnTo>
                  <a:cubicBezTo>
                    <a:pt x="762" y="264700"/>
                    <a:pt x="1428" y="257461"/>
                    <a:pt x="2381" y="250317"/>
                  </a:cubicBezTo>
                  <a:lnTo>
                    <a:pt x="14668" y="251936"/>
                  </a:lnTo>
                  <a:cubicBezTo>
                    <a:pt x="13811" y="258794"/>
                    <a:pt x="13145" y="265747"/>
                    <a:pt x="12763" y="272605"/>
                  </a:cubicBezTo>
                  <a:close/>
                  <a:moveTo>
                    <a:pt x="362331" y="240221"/>
                  </a:moveTo>
                  <a:lnTo>
                    <a:pt x="350044" y="239363"/>
                  </a:lnTo>
                  <a:cubicBezTo>
                    <a:pt x="350520" y="232791"/>
                    <a:pt x="350901" y="225743"/>
                    <a:pt x="351187" y="218408"/>
                  </a:cubicBezTo>
                  <a:lnTo>
                    <a:pt x="363569" y="218885"/>
                  </a:lnTo>
                  <a:cubicBezTo>
                    <a:pt x="363284" y="226409"/>
                    <a:pt x="362902" y="233553"/>
                    <a:pt x="362426" y="240316"/>
                  </a:cubicBezTo>
                  <a:close/>
                  <a:moveTo>
                    <a:pt x="18002" y="231267"/>
                  </a:moveTo>
                  <a:lnTo>
                    <a:pt x="5905" y="228790"/>
                  </a:lnTo>
                  <a:lnTo>
                    <a:pt x="6953" y="223933"/>
                  </a:lnTo>
                  <a:cubicBezTo>
                    <a:pt x="8191" y="218504"/>
                    <a:pt x="9430" y="213074"/>
                    <a:pt x="10953" y="207740"/>
                  </a:cubicBezTo>
                  <a:lnTo>
                    <a:pt x="22860" y="210979"/>
                  </a:lnTo>
                  <a:cubicBezTo>
                    <a:pt x="21431" y="216122"/>
                    <a:pt x="20193" y="221361"/>
                    <a:pt x="19050" y="226600"/>
                  </a:cubicBezTo>
                  <a:lnTo>
                    <a:pt x="18097" y="231172"/>
                  </a:lnTo>
                  <a:close/>
                  <a:moveTo>
                    <a:pt x="364045" y="197453"/>
                  </a:moveTo>
                  <a:lnTo>
                    <a:pt x="351663" y="197453"/>
                  </a:lnTo>
                  <a:cubicBezTo>
                    <a:pt x="351663" y="197453"/>
                    <a:pt x="351663" y="190500"/>
                    <a:pt x="351663" y="190500"/>
                  </a:cubicBezTo>
                  <a:cubicBezTo>
                    <a:pt x="351663" y="185833"/>
                    <a:pt x="351663" y="181070"/>
                    <a:pt x="351472" y="176308"/>
                  </a:cubicBezTo>
                  <a:lnTo>
                    <a:pt x="363855" y="176022"/>
                  </a:lnTo>
                  <a:cubicBezTo>
                    <a:pt x="363950" y="180880"/>
                    <a:pt x="364045" y="185738"/>
                    <a:pt x="364045" y="190500"/>
                  </a:cubicBezTo>
                  <a:lnTo>
                    <a:pt x="364045" y="197358"/>
                  </a:lnTo>
                  <a:close/>
                  <a:moveTo>
                    <a:pt x="28860" y="191167"/>
                  </a:moveTo>
                  <a:lnTo>
                    <a:pt x="17145" y="187262"/>
                  </a:lnTo>
                  <a:cubicBezTo>
                    <a:pt x="19431" y="180404"/>
                    <a:pt x="22003" y="173546"/>
                    <a:pt x="24669" y="166973"/>
                  </a:cubicBezTo>
                  <a:lnTo>
                    <a:pt x="36100" y="171640"/>
                  </a:lnTo>
                  <a:cubicBezTo>
                    <a:pt x="33528" y="178022"/>
                    <a:pt x="31052" y="184595"/>
                    <a:pt x="28860" y="191167"/>
                  </a:cubicBezTo>
                  <a:close/>
                  <a:moveTo>
                    <a:pt x="350711" y="155353"/>
                  </a:moveTo>
                  <a:cubicBezTo>
                    <a:pt x="350329" y="148400"/>
                    <a:pt x="349853" y="141351"/>
                    <a:pt x="349186" y="134398"/>
                  </a:cubicBezTo>
                  <a:lnTo>
                    <a:pt x="361474" y="133255"/>
                  </a:lnTo>
                  <a:cubicBezTo>
                    <a:pt x="362141" y="140398"/>
                    <a:pt x="362712" y="147542"/>
                    <a:pt x="363093" y="154686"/>
                  </a:cubicBezTo>
                  <a:lnTo>
                    <a:pt x="350711" y="155353"/>
                  </a:lnTo>
                  <a:close/>
                  <a:moveTo>
                    <a:pt x="44577" y="152590"/>
                  </a:moveTo>
                  <a:lnTo>
                    <a:pt x="33433" y="147161"/>
                  </a:lnTo>
                  <a:cubicBezTo>
                    <a:pt x="36576" y="140684"/>
                    <a:pt x="40005" y="134207"/>
                    <a:pt x="43529" y="128016"/>
                  </a:cubicBezTo>
                  <a:lnTo>
                    <a:pt x="54293" y="134112"/>
                  </a:lnTo>
                  <a:cubicBezTo>
                    <a:pt x="50863" y="140018"/>
                    <a:pt x="47625" y="146209"/>
                    <a:pt x="44577" y="152495"/>
                  </a:cubicBezTo>
                  <a:close/>
                  <a:moveTo>
                    <a:pt x="65151" y="116586"/>
                  </a:moveTo>
                  <a:lnTo>
                    <a:pt x="54864" y="109728"/>
                  </a:lnTo>
                  <a:cubicBezTo>
                    <a:pt x="58864" y="103727"/>
                    <a:pt x="63151" y="97822"/>
                    <a:pt x="67532" y="92202"/>
                  </a:cubicBezTo>
                  <a:lnTo>
                    <a:pt x="77248" y="99822"/>
                  </a:lnTo>
                  <a:cubicBezTo>
                    <a:pt x="73057" y="105156"/>
                    <a:pt x="68961" y="110871"/>
                    <a:pt x="65056" y="116586"/>
                  </a:cubicBezTo>
                  <a:close/>
                  <a:moveTo>
                    <a:pt x="346710" y="113633"/>
                  </a:moveTo>
                  <a:cubicBezTo>
                    <a:pt x="345662" y="106489"/>
                    <a:pt x="344424" y="99536"/>
                    <a:pt x="343091" y="93154"/>
                  </a:cubicBezTo>
                  <a:lnTo>
                    <a:pt x="355187" y="90583"/>
                  </a:lnTo>
                  <a:cubicBezTo>
                    <a:pt x="356616" y="97250"/>
                    <a:pt x="357854" y="104394"/>
                    <a:pt x="358997" y="111823"/>
                  </a:cubicBezTo>
                  <a:lnTo>
                    <a:pt x="346710" y="113633"/>
                  </a:lnTo>
                  <a:close/>
                  <a:moveTo>
                    <a:pt x="90773" y="84011"/>
                  </a:moveTo>
                  <a:lnTo>
                    <a:pt x="81629" y="75629"/>
                  </a:lnTo>
                  <a:cubicBezTo>
                    <a:pt x="86582" y="70199"/>
                    <a:pt x="91821" y="65056"/>
                    <a:pt x="97060" y="60293"/>
                  </a:cubicBezTo>
                  <a:lnTo>
                    <a:pt x="105442" y="69437"/>
                  </a:lnTo>
                  <a:cubicBezTo>
                    <a:pt x="100489" y="74009"/>
                    <a:pt x="95535" y="78867"/>
                    <a:pt x="90773" y="84011"/>
                  </a:cubicBezTo>
                  <a:close/>
                  <a:moveTo>
                    <a:pt x="337851" y="73152"/>
                  </a:moveTo>
                  <a:cubicBezTo>
                    <a:pt x="335661" y="66199"/>
                    <a:pt x="333184" y="59817"/>
                    <a:pt x="330518" y="54197"/>
                  </a:cubicBezTo>
                  <a:lnTo>
                    <a:pt x="341662" y="48863"/>
                  </a:lnTo>
                  <a:cubicBezTo>
                    <a:pt x="344614" y="54959"/>
                    <a:pt x="347281" y="61913"/>
                    <a:pt x="349662" y="69437"/>
                  </a:cubicBezTo>
                  <a:lnTo>
                    <a:pt x="337851" y="73152"/>
                  </a:lnTo>
                  <a:close/>
                  <a:moveTo>
                    <a:pt x="121253" y="56197"/>
                  </a:moveTo>
                  <a:lnTo>
                    <a:pt x="113729" y="46387"/>
                  </a:lnTo>
                  <a:cubicBezTo>
                    <a:pt x="119539" y="42005"/>
                    <a:pt x="125539" y="37814"/>
                    <a:pt x="131636" y="34004"/>
                  </a:cubicBezTo>
                  <a:lnTo>
                    <a:pt x="138208" y="44482"/>
                  </a:lnTo>
                  <a:cubicBezTo>
                    <a:pt x="132493" y="48101"/>
                    <a:pt x="126778" y="52006"/>
                    <a:pt x="121253" y="56197"/>
                  </a:cubicBezTo>
                  <a:close/>
                  <a:moveTo>
                    <a:pt x="148590" y="38576"/>
                  </a:moveTo>
                  <a:lnTo>
                    <a:pt x="142875" y="27622"/>
                  </a:lnTo>
                  <a:cubicBezTo>
                    <a:pt x="149066" y="24384"/>
                    <a:pt x="155734" y="21336"/>
                    <a:pt x="162687" y="18574"/>
                  </a:cubicBezTo>
                  <a:lnTo>
                    <a:pt x="167354" y="30004"/>
                  </a:lnTo>
                  <a:cubicBezTo>
                    <a:pt x="160782" y="32671"/>
                    <a:pt x="154495" y="35528"/>
                    <a:pt x="148590" y="38576"/>
                  </a:cubicBezTo>
                  <a:close/>
                  <a:moveTo>
                    <a:pt x="320135" y="37814"/>
                  </a:moveTo>
                  <a:cubicBezTo>
                    <a:pt x="316039" y="33052"/>
                    <a:pt x="311086" y="28861"/>
                    <a:pt x="305467" y="25337"/>
                  </a:cubicBezTo>
                  <a:lnTo>
                    <a:pt x="311944" y="14859"/>
                  </a:lnTo>
                  <a:cubicBezTo>
                    <a:pt x="318611" y="18955"/>
                    <a:pt x="324517" y="24003"/>
                    <a:pt x="329469" y="29718"/>
                  </a:cubicBezTo>
                  <a:lnTo>
                    <a:pt x="320135" y="37814"/>
                  </a:lnTo>
                  <a:close/>
                  <a:moveTo>
                    <a:pt x="186880" y="22955"/>
                  </a:moveTo>
                  <a:lnTo>
                    <a:pt x="183166" y="11144"/>
                  </a:lnTo>
                  <a:cubicBezTo>
                    <a:pt x="190119" y="8954"/>
                    <a:pt x="197168" y="7048"/>
                    <a:pt x="204121" y="5525"/>
                  </a:cubicBezTo>
                  <a:lnTo>
                    <a:pt x="206787" y="17621"/>
                  </a:lnTo>
                  <a:cubicBezTo>
                    <a:pt x="200120" y="19145"/>
                    <a:pt x="193357" y="20955"/>
                    <a:pt x="186785" y="22955"/>
                  </a:cubicBezTo>
                  <a:close/>
                  <a:moveTo>
                    <a:pt x="287560" y="17336"/>
                  </a:moveTo>
                  <a:cubicBezTo>
                    <a:pt x="281559" y="15430"/>
                    <a:pt x="274987" y="14097"/>
                    <a:pt x="267938" y="13335"/>
                  </a:cubicBezTo>
                  <a:lnTo>
                    <a:pt x="269367" y="1048"/>
                  </a:lnTo>
                  <a:cubicBezTo>
                    <a:pt x="277177" y="2000"/>
                    <a:pt x="284512" y="3429"/>
                    <a:pt x="291179" y="5525"/>
                  </a:cubicBezTo>
                  <a:lnTo>
                    <a:pt x="287560" y="17336"/>
                  </a:lnTo>
                  <a:close/>
                  <a:moveTo>
                    <a:pt x="227171" y="14002"/>
                  </a:moveTo>
                  <a:lnTo>
                    <a:pt x="225552" y="1714"/>
                  </a:lnTo>
                  <a:cubicBezTo>
                    <a:pt x="232981" y="762"/>
                    <a:pt x="240316" y="95"/>
                    <a:pt x="247364" y="0"/>
                  </a:cubicBezTo>
                  <a:lnTo>
                    <a:pt x="247650" y="12382"/>
                  </a:lnTo>
                  <a:cubicBezTo>
                    <a:pt x="241078" y="12573"/>
                    <a:pt x="234125" y="13049"/>
                    <a:pt x="227171" y="1400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grpSp>
        <p:nvGrpSpPr>
          <p:cNvPr id="124" name="Google Shape;238;p33"/>
          <p:cNvGrpSpPr/>
          <p:nvPr/>
        </p:nvGrpSpPr>
        <p:grpSpPr>
          <a:xfrm>
            <a:off x="-926280" y="-568440"/>
            <a:ext cx="1783080" cy="4638240"/>
            <a:chOff x="-926280" y="-568440"/>
            <a:chExt cx="1783080" cy="4638240"/>
          </a:xfrm>
        </p:grpSpPr>
        <p:sp>
          <p:nvSpPr>
            <p:cNvPr id="125" name="Google Shape;239;p33"/>
            <p:cNvSpPr/>
            <p:nvPr/>
          </p:nvSpPr>
          <p:spPr>
            <a:xfrm rot="16200000">
              <a:off x="-1632600" y="748440"/>
              <a:ext cx="3715920" cy="1081800"/>
            </a:xfrm>
            <a:custGeom>
              <a:avLst/>
              <a:gdLst>
                <a:gd name="textAreaLeft" fmla="*/ 0 w 3715920"/>
                <a:gd name="textAreaRight" fmla="*/ 3716280 w 3715920"/>
                <a:gd name="textAreaTop" fmla="*/ 0 h 1081800"/>
                <a:gd name="textAreaBottom" fmla="*/ 1082160 h 1081800"/>
              </a:gdLst>
              <a:ahLst/>
              <a:cxnLst/>
              <a:rect l="textAreaLeft" t="textAreaTop" r="textAreaRight" b="textAreaBottom"/>
              <a:pathLst>
                <a:path w="1150527" h="335034">
                  <a:moveTo>
                    <a:pt x="56934" y="13410"/>
                  </a:moveTo>
                  <a:cubicBezTo>
                    <a:pt x="405739" y="-33834"/>
                    <a:pt x="759879" y="61130"/>
                    <a:pt x="1110685" y="33222"/>
                  </a:cubicBezTo>
                  <a:cubicBezTo>
                    <a:pt x="1119733" y="32460"/>
                    <a:pt x="1129735" y="31984"/>
                    <a:pt x="1136688" y="37889"/>
                  </a:cubicBezTo>
                  <a:cubicBezTo>
                    <a:pt x="1142403" y="42747"/>
                    <a:pt x="1144498" y="50748"/>
                    <a:pt x="1145927" y="58273"/>
                  </a:cubicBezTo>
                  <a:cubicBezTo>
                    <a:pt x="1162024" y="141712"/>
                    <a:pt x="1135545" y="234771"/>
                    <a:pt x="1071727" y="289254"/>
                  </a:cubicBezTo>
                  <a:cubicBezTo>
                    <a:pt x="1007910" y="343737"/>
                    <a:pt x="907516" y="351928"/>
                    <a:pt x="840841" y="301160"/>
                  </a:cubicBezTo>
                  <a:cubicBezTo>
                    <a:pt x="780357" y="255154"/>
                    <a:pt x="753021" y="171049"/>
                    <a:pt x="687108" y="133615"/>
                  </a:cubicBezTo>
                  <a:cubicBezTo>
                    <a:pt x="615575" y="93039"/>
                    <a:pt x="526993" y="121804"/>
                    <a:pt x="450412" y="151332"/>
                  </a:cubicBezTo>
                  <a:cubicBezTo>
                    <a:pt x="414693" y="165048"/>
                    <a:pt x="378974" y="178859"/>
                    <a:pt x="343255" y="192575"/>
                  </a:cubicBezTo>
                  <a:cubicBezTo>
                    <a:pt x="288868" y="213530"/>
                    <a:pt x="233241" y="234771"/>
                    <a:pt x="175139" y="236581"/>
                  </a:cubicBezTo>
                  <a:cubicBezTo>
                    <a:pt x="117037" y="238390"/>
                    <a:pt x="55029" y="217436"/>
                    <a:pt x="21501" y="168858"/>
                  </a:cubicBezTo>
                  <a:cubicBezTo>
                    <a:pt x="-12027" y="120280"/>
                    <a:pt x="-10694" y="22554"/>
                    <a:pt x="56838" y="13315"/>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6" name="Google Shape;240;p33"/>
            <p:cNvSpPr/>
            <p:nvPr/>
          </p:nvSpPr>
          <p:spPr>
            <a:xfrm rot="2566800">
              <a:off x="-763200" y="2664000"/>
              <a:ext cx="1457280" cy="1050480"/>
            </a:xfrm>
            <a:custGeom>
              <a:avLst/>
              <a:gdLst>
                <a:gd name="textAreaLeft" fmla="*/ 0 w 1457280"/>
                <a:gd name="textAreaRight" fmla="*/ 1457640 w 1457280"/>
                <a:gd name="textAreaTop" fmla="*/ 0 h 1050480"/>
                <a:gd name="textAreaBottom" fmla="*/ 1050840 h 1050480"/>
              </a:gdLst>
              <a:ahLst/>
              <a:cxnLst/>
              <a:rect l="textAreaLeft" t="textAreaTop" r="textAreaRight" b="textAreaBottom"/>
              <a:pathLst>
                <a:path w="231419" h="166848">
                  <a:moveTo>
                    <a:pt x="107158" y="166848"/>
                  </a:moveTo>
                  <a:cubicBezTo>
                    <a:pt x="76392" y="166848"/>
                    <a:pt x="47912" y="156847"/>
                    <a:pt x="28100" y="138750"/>
                  </a:cubicBezTo>
                  <a:cubicBezTo>
                    <a:pt x="3144" y="115985"/>
                    <a:pt x="-6475" y="80171"/>
                    <a:pt x="4478" y="51501"/>
                  </a:cubicBezTo>
                  <a:cubicBezTo>
                    <a:pt x="15622" y="22640"/>
                    <a:pt x="47150" y="1971"/>
                    <a:pt x="82964" y="161"/>
                  </a:cubicBezTo>
                  <a:lnTo>
                    <a:pt x="82964" y="161"/>
                  </a:lnTo>
                  <a:cubicBezTo>
                    <a:pt x="118111" y="-1554"/>
                    <a:pt x="154116" y="10543"/>
                    <a:pt x="176595" y="31879"/>
                  </a:cubicBezTo>
                  <a:lnTo>
                    <a:pt x="180786" y="35784"/>
                  </a:lnTo>
                  <a:cubicBezTo>
                    <a:pt x="200979" y="54644"/>
                    <a:pt x="238603" y="89696"/>
                    <a:pt x="230221" y="115508"/>
                  </a:cubicBezTo>
                  <a:cubicBezTo>
                    <a:pt x="226220" y="127796"/>
                    <a:pt x="214886" y="134749"/>
                    <a:pt x="203169" y="140464"/>
                  </a:cubicBezTo>
                  <a:cubicBezTo>
                    <a:pt x="169832" y="156752"/>
                    <a:pt x="141924" y="165039"/>
                    <a:pt x="115349" y="166563"/>
                  </a:cubicBezTo>
                  <a:cubicBezTo>
                    <a:pt x="112587" y="166753"/>
                    <a:pt x="109824" y="166848"/>
                    <a:pt x="107062" y="166848"/>
                  </a:cubicBezTo>
                  <a:close/>
                  <a:moveTo>
                    <a:pt x="83535" y="9686"/>
                  </a:moveTo>
                  <a:lnTo>
                    <a:pt x="83535" y="9686"/>
                  </a:lnTo>
                  <a:cubicBezTo>
                    <a:pt x="56770" y="11019"/>
                    <a:pt x="24766" y="25593"/>
                    <a:pt x="13432" y="54929"/>
                  </a:cubicBezTo>
                  <a:cubicBezTo>
                    <a:pt x="3811" y="79980"/>
                    <a:pt x="12479" y="111603"/>
                    <a:pt x="34577" y="131701"/>
                  </a:cubicBezTo>
                  <a:cubicBezTo>
                    <a:pt x="54199" y="149608"/>
                    <a:pt x="83535" y="158847"/>
                    <a:pt x="114968" y="157038"/>
                  </a:cubicBezTo>
                  <a:cubicBezTo>
                    <a:pt x="140305" y="155609"/>
                    <a:pt x="167070" y="147608"/>
                    <a:pt x="199169" y="131892"/>
                  </a:cubicBezTo>
                  <a:cubicBezTo>
                    <a:pt x="208980" y="127129"/>
                    <a:pt x="218410" y="121414"/>
                    <a:pt x="221362" y="112556"/>
                  </a:cubicBezTo>
                  <a:cubicBezTo>
                    <a:pt x="227839" y="92553"/>
                    <a:pt x="190502" y="57597"/>
                    <a:pt x="174500" y="42737"/>
                  </a:cubicBezTo>
                  <a:lnTo>
                    <a:pt x="170213" y="38737"/>
                  </a:lnTo>
                  <a:cubicBezTo>
                    <a:pt x="149830" y="19401"/>
                    <a:pt x="115825" y="8066"/>
                    <a:pt x="83631" y="9686"/>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27" name="PlaceHolder 1"/>
          <p:cNvSpPr>
            <a:spLocks noGrp="1"/>
          </p:cNvSpPr>
          <p:nvPr>
            <p:ph type="title"/>
          </p:nvPr>
        </p:nvSpPr>
        <p:spPr>
          <a:xfrm>
            <a:off x="720000" y="36900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
        <p:nvSpPr>
          <p:cNvPr id="128" name="Google Shape;29;p5"/>
          <p:cNvSpPr/>
          <p:nvPr/>
        </p:nvSpPr>
        <p:spPr>
          <a:xfrm rot="17976600">
            <a:off x="-1488960" y="2815200"/>
            <a:ext cx="2938680" cy="2682360"/>
          </a:xfrm>
          <a:custGeom>
            <a:avLst/>
            <a:gdLst>
              <a:gd name="textAreaLeft" fmla="*/ 0 w 2938680"/>
              <a:gd name="textAreaRight" fmla="*/ 2939040 w 2938680"/>
              <a:gd name="textAreaTop" fmla="*/ 0 h 2682360"/>
              <a:gd name="textAreaBottom" fmla="*/ 2682720 h 2682360"/>
            </a:gdLst>
            <a:ahLst/>
            <a:cxnLst/>
            <a:rect l="textAreaLeft" t="textAreaTop" r="textAreaRight" b="textAreaBottom"/>
            <a:pathLst>
              <a:path w="1744129" h="1592160">
                <a:moveTo>
                  <a:pt x="1316806" y="16048"/>
                </a:moveTo>
                <a:cubicBezTo>
                  <a:pt x="1074490" y="-39102"/>
                  <a:pt x="816935" y="53576"/>
                  <a:pt x="621481" y="207119"/>
                </a:cubicBezTo>
                <a:cubicBezTo>
                  <a:pt x="426028" y="360662"/>
                  <a:pt x="282582" y="569450"/>
                  <a:pt x="147899" y="778333"/>
                </a:cubicBezTo>
                <a:cubicBezTo>
                  <a:pt x="64459" y="907778"/>
                  <a:pt x="-20123" y="1053987"/>
                  <a:pt x="4261" y="1206101"/>
                </a:cubicBezTo>
                <a:cubicBezTo>
                  <a:pt x="33599" y="1388791"/>
                  <a:pt x="212764" y="1511758"/>
                  <a:pt x="391262" y="1560336"/>
                </a:cubicBezTo>
                <a:cubicBezTo>
                  <a:pt x="744259" y="1656348"/>
                  <a:pt x="1147833" y="1530046"/>
                  <a:pt x="1383005" y="1249821"/>
                </a:cubicBezTo>
                <a:cubicBezTo>
                  <a:pt x="1483494" y="1130187"/>
                  <a:pt x="1553217" y="988360"/>
                  <a:pt x="1621988" y="848056"/>
                </a:cubicBezTo>
                <a:cubicBezTo>
                  <a:pt x="1711618" y="665177"/>
                  <a:pt x="1791818" y="546590"/>
                  <a:pt x="1710284" y="345232"/>
                </a:cubicBezTo>
                <a:cubicBezTo>
                  <a:pt x="1643895" y="181306"/>
                  <a:pt x="1488352" y="55005"/>
                  <a:pt x="1316806" y="15952"/>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9" name="Google Shape;30;p5"/>
          <p:cNvSpPr/>
          <p:nvPr/>
        </p:nvSpPr>
        <p:spPr>
          <a:xfrm rot="7522800">
            <a:off x="7623000" y="-414720"/>
            <a:ext cx="6594480" cy="5358600"/>
          </a:xfrm>
          <a:custGeom>
            <a:avLst/>
            <a:gdLst>
              <a:gd name="textAreaLeft" fmla="*/ 0 w 6594480"/>
              <a:gd name="textAreaRight" fmla="*/ 6594840 w 6594480"/>
              <a:gd name="textAreaTop" fmla="*/ 0 h 5358600"/>
              <a:gd name="textAreaBottom" fmla="*/ 5358960 h 5358600"/>
            </a:gdLst>
            <a:ahLst/>
            <a:cxnLst/>
            <a:rect l="textAreaLeft" t="textAreaTop" r="textAreaRight" b="textAreaBottom"/>
            <a:pathLst>
              <a:path w="1930774" h="1568974">
                <a:moveTo>
                  <a:pt x="11419" y="1021325"/>
                </a:moveTo>
                <a:cubicBezTo>
                  <a:pt x="-43064" y="785677"/>
                  <a:pt x="102383" y="500975"/>
                  <a:pt x="341841" y="467542"/>
                </a:cubicBezTo>
                <a:cubicBezTo>
                  <a:pt x="471953" y="449445"/>
                  <a:pt x="607398" y="503166"/>
                  <a:pt x="733985" y="467923"/>
                </a:cubicBezTo>
                <a:cubicBezTo>
                  <a:pt x="949917" y="407820"/>
                  <a:pt x="1030689" y="127690"/>
                  <a:pt x="1233477" y="32154"/>
                </a:cubicBezTo>
                <a:cubicBezTo>
                  <a:pt x="1407689" y="-49951"/>
                  <a:pt x="1623621" y="34726"/>
                  <a:pt x="1752113" y="178268"/>
                </a:cubicBezTo>
                <a:cubicBezTo>
                  <a:pt x="1937755" y="385627"/>
                  <a:pt x="1978236" y="702714"/>
                  <a:pt x="1875843" y="961509"/>
                </a:cubicBezTo>
                <a:cubicBezTo>
                  <a:pt x="1773449" y="1220303"/>
                  <a:pt x="1541610" y="1417661"/>
                  <a:pt x="1277577" y="1505672"/>
                </a:cubicBezTo>
                <a:cubicBezTo>
                  <a:pt x="832950" y="1653786"/>
                  <a:pt x="136482" y="1561298"/>
                  <a:pt x="11514" y="102123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0" name="Google Shape;31;p5"/>
          <p:cNvSpPr/>
          <p:nvPr/>
        </p:nvSpPr>
        <p:spPr>
          <a:xfrm rot="16896000" flipH="1">
            <a:off x="4295160" y="-1176480"/>
            <a:ext cx="1461240" cy="1904400"/>
          </a:xfrm>
          <a:custGeom>
            <a:avLst/>
            <a:gdLst>
              <a:gd name="textAreaLeft" fmla="*/ -360 w 1461240"/>
              <a:gd name="textAreaRight" fmla="*/ 1461240 w 1461240"/>
              <a:gd name="textAreaTop" fmla="*/ 0 h 1904400"/>
              <a:gd name="textAreaBottom" fmla="*/ 1904760 h 1904400"/>
            </a:gdLst>
            <a:ahLst/>
            <a:cxnLst/>
            <a:rect l="textAreaLeft" t="textAreaTop" r="textAreaRight" b="textAreaBottom"/>
            <a:pathLst>
              <a:path w="364045" h="474454">
                <a:moveTo>
                  <a:pt x="157163" y="474440"/>
                </a:moveTo>
                <a:cubicBezTo>
                  <a:pt x="155734" y="474440"/>
                  <a:pt x="154210" y="474440"/>
                  <a:pt x="152781" y="474440"/>
                </a:cubicBezTo>
                <a:lnTo>
                  <a:pt x="153162" y="462058"/>
                </a:lnTo>
                <a:cubicBezTo>
                  <a:pt x="154686" y="462058"/>
                  <a:pt x="156210" y="462058"/>
                  <a:pt x="157829" y="462058"/>
                </a:cubicBezTo>
                <a:cubicBezTo>
                  <a:pt x="163068" y="462058"/>
                  <a:pt x="168307" y="461772"/>
                  <a:pt x="173641" y="461296"/>
                </a:cubicBezTo>
                <a:lnTo>
                  <a:pt x="174784" y="473583"/>
                </a:lnTo>
                <a:cubicBezTo>
                  <a:pt x="168878" y="474155"/>
                  <a:pt x="163068" y="474536"/>
                  <a:pt x="157258" y="474440"/>
                </a:cubicBezTo>
                <a:close/>
                <a:moveTo>
                  <a:pt x="130873" y="472250"/>
                </a:moveTo>
                <a:cubicBezTo>
                  <a:pt x="123539" y="471106"/>
                  <a:pt x="116395" y="469297"/>
                  <a:pt x="109347" y="467106"/>
                </a:cubicBezTo>
                <a:lnTo>
                  <a:pt x="113062" y="455295"/>
                </a:lnTo>
                <a:cubicBezTo>
                  <a:pt x="119443" y="457295"/>
                  <a:pt x="126111" y="458914"/>
                  <a:pt x="132779" y="459962"/>
                </a:cubicBezTo>
                <a:lnTo>
                  <a:pt x="130778" y="472154"/>
                </a:lnTo>
                <a:close/>
                <a:moveTo>
                  <a:pt x="196405" y="470154"/>
                </a:moveTo>
                <a:lnTo>
                  <a:pt x="193738" y="458057"/>
                </a:lnTo>
                <a:cubicBezTo>
                  <a:pt x="200310" y="456629"/>
                  <a:pt x="206978" y="454723"/>
                  <a:pt x="213455" y="452533"/>
                </a:cubicBezTo>
                <a:lnTo>
                  <a:pt x="217456" y="464248"/>
                </a:lnTo>
                <a:cubicBezTo>
                  <a:pt x="210502" y="466630"/>
                  <a:pt x="203454" y="468630"/>
                  <a:pt x="196405" y="470154"/>
                </a:cubicBezTo>
                <a:close/>
                <a:moveTo>
                  <a:pt x="88868" y="458819"/>
                </a:moveTo>
                <a:cubicBezTo>
                  <a:pt x="83248" y="456057"/>
                  <a:pt x="77819" y="452819"/>
                  <a:pt x="72771" y="449389"/>
                </a:cubicBezTo>
                <a:lnTo>
                  <a:pt x="69913" y="447389"/>
                </a:lnTo>
                <a:lnTo>
                  <a:pt x="77057" y="437293"/>
                </a:lnTo>
                <a:lnTo>
                  <a:pt x="79343" y="438912"/>
                </a:lnTo>
                <a:cubicBezTo>
                  <a:pt x="84296" y="442341"/>
                  <a:pt x="89249" y="445198"/>
                  <a:pt x="94392" y="447770"/>
                </a:cubicBezTo>
                <a:lnTo>
                  <a:pt x="88868" y="458819"/>
                </a:lnTo>
                <a:close/>
                <a:moveTo>
                  <a:pt x="237744" y="455867"/>
                </a:moveTo>
                <a:lnTo>
                  <a:pt x="232410" y="444722"/>
                </a:lnTo>
                <a:cubicBezTo>
                  <a:pt x="238506" y="441770"/>
                  <a:pt x="244507" y="438436"/>
                  <a:pt x="250222" y="434721"/>
                </a:cubicBezTo>
                <a:lnTo>
                  <a:pt x="256889" y="445103"/>
                </a:lnTo>
                <a:cubicBezTo>
                  <a:pt x="250793" y="449009"/>
                  <a:pt x="244316" y="452628"/>
                  <a:pt x="237744" y="455771"/>
                </a:cubicBezTo>
                <a:close/>
                <a:moveTo>
                  <a:pt x="52959" y="433197"/>
                </a:moveTo>
                <a:cubicBezTo>
                  <a:pt x="47720" y="428149"/>
                  <a:pt x="42863" y="422529"/>
                  <a:pt x="38385" y="416623"/>
                </a:cubicBezTo>
                <a:lnTo>
                  <a:pt x="48292" y="409099"/>
                </a:lnTo>
                <a:cubicBezTo>
                  <a:pt x="52388" y="414528"/>
                  <a:pt x="56959" y="419671"/>
                  <a:pt x="61722" y="424339"/>
                </a:cubicBezTo>
                <a:lnTo>
                  <a:pt x="53054" y="433197"/>
                </a:lnTo>
                <a:close/>
                <a:moveTo>
                  <a:pt x="274606" y="432149"/>
                </a:moveTo>
                <a:lnTo>
                  <a:pt x="266700" y="422624"/>
                </a:lnTo>
                <a:cubicBezTo>
                  <a:pt x="271843" y="418338"/>
                  <a:pt x="276987" y="413671"/>
                  <a:pt x="281844" y="408718"/>
                </a:cubicBezTo>
                <a:lnTo>
                  <a:pt x="290703" y="417386"/>
                </a:lnTo>
                <a:cubicBezTo>
                  <a:pt x="285559" y="422624"/>
                  <a:pt x="280130" y="427577"/>
                  <a:pt x="274606" y="432149"/>
                </a:cubicBezTo>
                <a:close/>
                <a:moveTo>
                  <a:pt x="305085" y="401003"/>
                </a:moveTo>
                <a:lnTo>
                  <a:pt x="295370" y="393287"/>
                </a:lnTo>
                <a:cubicBezTo>
                  <a:pt x="299561" y="387953"/>
                  <a:pt x="303657" y="382334"/>
                  <a:pt x="307372" y="376523"/>
                </a:cubicBezTo>
                <a:lnTo>
                  <a:pt x="317754" y="383286"/>
                </a:lnTo>
                <a:cubicBezTo>
                  <a:pt x="313754" y="389382"/>
                  <a:pt x="309467" y="395288"/>
                  <a:pt x="304991" y="401003"/>
                </a:cubicBezTo>
                <a:close/>
                <a:moveTo>
                  <a:pt x="26289" y="398240"/>
                </a:moveTo>
                <a:cubicBezTo>
                  <a:pt x="22765" y="392049"/>
                  <a:pt x="19526" y="385381"/>
                  <a:pt x="16669" y="378523"/>
                </a:cubicBezTo>
                <a:lnTo>
                  <a:pt x="28099" y="373761"/>
                </a:lnTo>
                <a:cubicBezTo>
                  <a:pt x="30766" y="380143"/>
                  <a:pt x="33718" y="386334"/>
                  <a:pt x="37052" y="392144"/>
                </a:cubicBezTo>
                <a:lnTo>
                  <a:pt x="26289" y="398240"/>
                </a:lnTo>
                <a:close/>
                <a:moveTo>
                  <a:pt x="328898" y="364617"/>
                </a:moveTo>
                <a:lnTo>
                  <a:pt x="317945" y="358807"/>
                </a:lnTo>
                <a:cubicBezTo>
                  <a:pt x="321087" y="352806"/>
                  <a:pt x="324135" y="346615"/>
                  <a:pt x="326898" y="340138"/>
                </a:cubicBezTo>
                <a:lnTo>
                  <a:pt x="338233" y="345091"/>
                </a:lnTo>
                <a:cubicBezTo>
                  <a:pt x="335375" y="351854"/>
                  <a:pt x="332137" y="358426"/>
                  <a:pt x="328803" y="364617"/>
                </a:cubicBezTo>
                <a:close/>
                <a:moveTo>
                  <a:pt x="9430" y="357854"/>
                </a:moveTo>
                <a:cubicBezTo>
                  <a:pt x="7429" y="351092"/>
                  <a:pt x="5715" y="343948"/>
                  <a:pt x="4381" y="336613"/>
                </a:cubicBezTo>
                <a:lnTo>
                  <a:pt x="16573" y="334328"/>
                </a:lnTo>
                <a:cubicBezTo>
                  <a:pt x="17907" y="341186"/>
                  <a:pt x="19526" y="347948"/>
                  <a:pt x="21336" y="354330"/>
                </a:cubicBezTo>
                <a:lnTo>
                  <a:pt x="9430" y="357854"/>
                </a:lnTo>
                <a:close/>
                <a:moveTo>
                  <a:pt x="346138" y="324898"/>
                </a:moveTo>
                <a:lnTo>
                  <a:pt x="334423" y="320897"/>
                </a:lnTo>
                <a:cubicBezTo>
                  <a:pt x="336613" y="314515"/>
                  <a:pt x="338614" y="307753"/>
                  <a:pt x="340423" y="301085"/>
                </a:cubicBezTo>
                <a:lnTo>
                  <a:pt x="352425" y="304229"/>
                </a:lnTo>
                <a:cubicBezTo>
                  <a:pt x="350615" y="311277"/>
                  <a:pt x="348425" y="318230"/>
                  <a:pt x="346138" y="324993"/>
                </a:cubicBezTo>
                <a:close/>
                <a:moveTo>
                  <a:pt x="1238" y="315087"/>
                </a:moveTo>
                <a:cubicBezTo>
                  <a:pt x="571" y="307943"/>
                  <a:pt x="95" y="300609"/>
                  <a:pt x="0" y="293370"/>
                </a:cubicBezTo>
                <a:lnTo>
                  <a:pt x="12382" y="293084"/>
                </a:lnTo>
                <a:cubicBezTo>
                  <a:pt x="12478" y="299942"/>
                  <a:pt x="12954" y="306991"/>
                  <a:pt x="13621" y="313754"/>
                </a:cubicBezTo>
                <a:lnTo>
                  <a:pt x="1334" y="314992"/>
                </a:lnTo>
                <a:close/>
                <a:moveTo>
                  <a:pt x="357092" y="282988"/>
                </a:moveTo>
                <a:lnTo>
                  <a:pt x="344900" y="280702"/>
                </a:lnTo>
                <a:cubicBezTo>
                  <a:pt x="346138" y="273844"/>
                  <a:pt x="347186" y="266986"/>
                  <a:pt x="348043" y="260128"/>
                </a:cubicBezTo>
                <a:lnTo>
                  <a:pt x="360331" y="261556"/>
                </a:lnTo>
                <a:cubicBezTo>
                  <a:pt x="359569" y="268605"/>
                  <a:pt x="358426" y="275844"/>
                  <a:pt x="357092" y="282988"/>
                </a:cubicBezTo>
                <a:close/>
                <a:moveTo>
                  <a:pt x="12763" y="272510"/>
                </a:moveTo>
                <a:lnTo>
                  <a:pt x="381" y="271844"/>
                </a:lnTo>
                <a:cubicBezTo>
                  <a:pt x="762" y="264700"/>
                  <a:pt x="1428" y="257461"/>
                  <a:pt x="2381" y="250317"/>
                </a:cubicBezTo>
                <a:lnTo>
                  <a:pt x="14668" y="251936"/>
                </a:lnTo>
                <a:cubicBezTo>
                  <a:pt x="13811" y="258794"/>
                  <a:pt x="13145" y="265747"/>
                  <a:pt x="12763" y="272605"/>
                </a:cubicBezTo>
                <a:close/>
                <a:moveTo>
                  <a:pt x="362331" y="240221"/>
                </a:moveTo>
                <a:lnTo>
                  <a:pt x="350044" y="239363"/>
                </a:lnTo>
                <a:cubicBezTo>
                  <a:pt x="350520" y="232791"/>
                  <a:pt x="350901" y="225743"/>
                  <a:pt x="351187" y="218408"/>
                </a:cubicBezTo>
                <a:lnTo>
                  <a:pt x="363569" y="218885"/>
                </a:lnTo>
                <a:cubicBezTo>
                  <a:pt x="363284" y="226409"/>
                  <a:pt x="362902" y="233553"/>
                  <a:pt x="362426" y="240316"/>
                </a:cubicBezTo>
                <a:close/>
                <a:moveTo>
                  <a:pt x="18002" y="231267"/>
                </a:moveTo>
                <a:lnTo>
                  <a:pt x="5905" y="228790"/>
                </a:lnTo>
                <a:lnTo>
                  <a:pt x="6953" y="223933"/>
                </a:lnTo>
                <a:cubicBezTo>
                  <a:pt x="8191" y="218504"/>
                  <a:pt x="9430" y="213074"/>
                  <a:pt x="10953" y="207740"/>
                </a:cubicBezTo>
                <a:lnTo>
                  <a:pt x="22860" y="210979"/>
                </a:lnTo>
                <a:cubicBezTo>
                  <a:pt x="21431" y="216122"/>
                  <a:pt x="20193" y="221361"/>
                  <a:pt x="19050" y="226600"/>
                </a:cubicBezTo>
                <a:lnTo>
                  <a:pt x="18097" y="231172"/>
                </a:lnTo>
                <a:close/>
                <a:moveTo>
                  <a:pt x="364045" y="197453"/>
                </a:moveTo>
                <a:lnTo>
                  <a:pt x="351663" y="197453"/>
                </a:lnTo>
                <a:cubicBezTo>
                  <a:pt x="351663" y="197453"/>
                  <a:pt x="351663" y="190500"/>
                  <a:pt x="351663" y="190500"/>
                </a:cubicBezTo>
                <a:cubicBezTo>
                  <a:pt x="351663" y="185833"/>
                  <a:pt x="351663" y="181070"/>
                  <a:pt x="351472" y="176308"/>
                </a:cubicBezTo>
                <a:lnTo>
                  <a:pt x="363855" y="176022"/>
                </a:lnTo>
                <a:cubicBezTo>
                  <a:pt x="363950" y="180880"/>
                  <a:pt x="364045" y="185738"/>
                  <a:pt x="364045" y="190500"/>
                </a:cubicBezTo>
                <a:lnTo>
                  <a:pt x="364045" y="197358"/>
                </a:lnTo>
                <a:close/>
                <a:moveTo>
                  <a:pt x="28860" y="191167"/>
                </a:moveTo>
                <a:lnTo>
                  <a:pt x="17145" y="187262"/>
                </a:lnTo>
                <a:cubicBezTo>
                  <a:pt x="19431" y="180404"/>
                  <a:pt x="22003" y="173546"/>
                  <a:pt x="24669" y="166973"/>
                </a:cubicBezTo>
                <a:lnTo>
                  <a:pt x="36100" y="171640"/>
                </a:lnTo>
                <a:cubicBezTo>
                  <a:pt x="33528" y="178022"/>
                  <a:pt x="31052" y="184595"/>
                  <a:pt x="28860" y="191167"/>
                </a:cubicBezTo>
                <a:close/>
                <a:moveTo>
                  <a:pt x="350711" y="155353"/>
                </a:moveTo>
                <a:cubicBezTo>
                  <a:pt x="350329" y="148400"/>
                  <a:pt x="349853" y="141351"/>
                  <a:pt x="349186" y="134398"/>
                </a:cubicBezTo>
                <a:lnTo>
                  <a:pt x="361474" y="133255"/>
                </a:lnTo>
                <a:cubicBezTo>
                  <a:pt x="362141" y="140398"/>
                  <a:pt x="362712" y="147542"/>
                  <a:pt x="363093" y="154686"/>
                </a:cubicBezTo>
                <a:lnTo>
                  <a:pt x="350711" y="155353"/>
                </a:lnTo>
                <a:close/>
                <a:moveTo>
                  <a:pt x="44577" y="152590"/>
                </a:moveTo>
                <a:lnTo>
                  <a:pt x="33433" y="147161"/>
                </a:lnTo>
                <a:cubicBezTo>
                  <a:pt x="36576" y="140684"/>
                  <a:pt x="40005" y="134207"/>
                  <a:pt x="43529" y="128016"/>
                </a:cubicBezTo>
                <a:lnTo>
                  <a:pt x="54293" y="134112"/>
                </a:lnTo>
                <a:cubicBezTo>
                  <a:pt x="50863" y="140018"/>
                  <a:pt x="47625" y="146209"/>
                  <a:pt x="44577" y="152495"/>
                </a:cubicBezTo>
                <a:close/>
                <a:moveTo>
                  <a:pt x="65151" y="116586"/>
                </a:moveTo>
                <a:lnTo>
                  <a:pt x="54864" y="109728"/>
                </a:lnTo>
                <a:cubicBezTo>
                  <a:pt x="58864" y="103727"/>
                  <a:pt x="63151" y="97822"/>
                  <a:pt x="67532" y="92202"/>
                </a:cubicBezTo>
                <a:lnTo>
                  <a:pt x="77248" y="99822"/>
                </a:lnTo>
                <a:cubicBezTo>
                  <a:pt x="73057" y="105156"/>
                  <a:pt x="68961" y="110871"/>
                  <a:pt x="65056" y="116586"/>
                </a:cubicBezTo>
                <a:close/>
                <a:moveTo>
                  <a:pt x="346710" y="113633"/>
                </a:moveTo>
                <a:cubicBezTo>
                  <a:pt x="345662" y="106489"/>
                  <a:pt x="344424" y="99536"/>
                  <a:pt x="343091" y="93154"/>
                </a:cubicBezTo>
                <a:lnTo>
                  <a:pt x="355187" y="90583"/>
                </a:lnTo>
                <a:cubicBezTo>
                  <a:pt x="356616" y="97250"/>
                  <a:pt x="357854" y="104394"/>
                  <a:pt x="358997" y="111823"/>
                </a:cubicBezTo>
                <a:lnTo>
                  <a:pt x="346710" y="113633"/>
                </a:lnTo>
                <a:close/>
                <a:moveTo>
                  <a:pt x="90773" y="84011"/>
                </a:moveTo>
                <a:lnTo>
                  <a:pt x="81629" y="75629"/>
                </a:lnTo>
                <a:cubicBezTo>
                  <a:pt x="86582" y="70199"/>
                  <a:pt x="91821" y="65056"/>
                  <a:pt x="97060" y="60293"/>
                </a:cubicBezTo>
                <a:lnTo>
                  <a:pt x="105442" y="69437"/>
                </a:lnTo>
                <a:cubicBezTo>
                  <a:pt x="100489" y="74009"/>
                  <a:pt x="95535" y="78867"/>
                  <a:pt x="90773" y="84011"/>
                </a:cubicBezTo>
                <a:close/>
                <a:moveTo>
                  <a:pt x="337851" y="73152"/>
                </a:moveTo>
                <a:cubicBezTo>
                  <a:pt x="335661" y="66199"/>
                  <a:pt x="333184" y="59817"/>
                  <a:pt x="330518" y="54197"/>
                </a:cubicBezTo>
                <a:lnTo>
                  <a:pt x="341662" y="48863"/>
                </a:lnTo>
                <a:cubicBezTo>
                  <a:pt x="344614" y="54959"/>
                  <a:pt x="347281" y="61913"/>
                  <a:pt x="349662" y="69437"/>
                </a:cubicBezTo>
                <a:lnTo>
                  <a:pt x="337851" y="73152"/>
                </a:lnTo>
                <a:close/>
                <a:moveTo>
                  <a:pt x="121253" y="56197"/>
                </a:moveTo>
                <a:lnTo>
                  <a:pt x="113729" y="46387"/>
                </a:lnTo>
                <a:cubicBezTo>
                  <a:pt x="119539" y="42005"/>
                  <a:pt x="125539" y="37814"/>
                  <a:pt x="131636" y="34004"/>
                </a:cubicBezTo>
                <a:lnTo>
                  <a:pt x="138208" y="44482"/>
                </a:lnTo>
                <a:cubicBezTo>
                  <a:pt x="132493" y="48101"/>
                  <a:pt x="126778" y="52006"/>
                  <a:pt x="121253" y="56197"/>
                </a:cubicBezTo>
                <a:close/>
                <a:moveTo>
                  <a:pt x="148590" y="38576"/>
                </a:moveTo>
                <a:lnTo>
                  <a:pt x="142875" y="27622"/>
                </a:lnTo>
                <a:cubicBezTo>
                  <a:pt x="149066" y="24384"/>
                  <a:pt x="155734" y="21336"/>
                  <a:pt x="162687" y="18574"/>
                </a:cubicBezTo>
                <a:lnTo>
                  <a:pt x="167354" y="30004"/>
                </a:lnTo>
                <a:cubicBezTo>
                  <a:pt x="160782" y="32671"/>
                  <a:pt x="154495" y="35528"/>
                  <a:pt x="148590" y="38576"/>
                </a:cubicBezTo>
                <a:close/>
                <a:moveTo>
                  <a:pt x="320135" y="37814"/>
                </a:moveTo>
                <a:cubicBezTo>
                  <a:pt x="316039" y="33052"/>
                  <a:pt x="311086" y="28861"/>
                  <a:pt x="305467" y="25337"/>
                </a:cubicBezTo>
                <a:lnTo>
                  <a:pt x="311944" y="14859"/>
                </a:lnTo>
                <a:cubicBezTo>
                  <a:pt x="318611" y="18955"/>
                  <a:pt x="324517" y="24003"/>
                  <a:pt x="329469" y="29718"/>
                </a:cubicBezTo>
                <a:lnTo>
                  <a:pt x="320135" y="37814"/>
                </a:lnTo>
                <a:close/>
                <a:moveTo>
                  <a:pt x="186880" y="22955"/>
                </a:moveTo>
                <a:lnTo>
                  <a:pt x="183166" y="11144"/>
                </a:lnTo>
                <a:cubicBezTo>
                  <a:pt x="190119" y="8954"/>
                  <a:pt x="197168" y="7048"/>
                  <a:pt x="204121" y="5525"/>
                </a:cubicBezTo>
                <a:lnTo>
                  <a:pt x="206787" y="17621"/>
                </a:lnTo>
                <a:cubicBezTo>
                  <a:pt x="200120" y="19145"/>
                  <a:pt x="193357" y="20955"/>
                  <a:pt x="186785" y="22955"/>
                </a:cubicBezTo>
                <a:close/>
                <a:moveTo>
                  <a:pt x="287560" y="17336"/>
                </a:moveTo>
                <a:cubicBezTo>
                  <a:pt x="281559" y="15430"/>
                  <a:pt x="274987" y="14097"/>
                  <a:pt x="267938" y="13335"/>
                </a:cubicBezTo>
                <a:lnTo>
                  <a:pt x="269367" y="1048"/>
                </a:lnTo>
                <a:cubicBezTo>
                  <a:pt x="277177" y="2000"/>
                  <a:pt x="284512" y="3429"/>
                  <a:pt x="291179" y="5525"/>
                </a:cubicBezTo>
                <a:lnTo>
                  <a:pt x="287560" y="17336"/>
                </a:lnTo>
                <a:close/>
                <a:moveTo>
                  <a:pt x="227171" y="14002"/>
                </a:moveTo>
                <a:lnTo>
                  <a:pt x="225552" y="1714"/>
                </a:lnTo>
                <a:cubicBezTo>
                  <a:pt x="232981" y="762"/>
                  <a:pt x="240316" y="95"/>
                  <a:pt x="247364" y="0"/>
                </a:cubicBezTo>
                <a:lnTo>
                  <a:pt x="247650" y="12382"/>
                </a:lnTo>
                <a:cubicBezTo>
                  <a:pt x="241078" y="12573"/>
                  <a:pt x="234125" y="13049"/>
                  <a:pt x="227171" y="1400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1" name="Google Shape;32;p5"/>
          <p:cNvSpPr/>
          <p:nvPr/>
        </p:nvSpPr>
        <p:spPr>
          <a:xfrm rot="19073400" flipH="1">
            <a:off x="3690720" y="4398480"/>
            <a:ext cx="2378880" cy="2057400"/>
          </a:xfrm>
          <a:custGeom>
            <a:avLst/>
            <a:gdLst>
              <a:gd name="textAreaLeft" fmla="*/ 360 w 2378880"/>
              <a:gd name="textAreaRight" fmla="*/ 2379600 w 2378880"/>
              <a:gd name="textAreaTop" fmla="*/ 0 h 2057400"/>
              <a:gd name="textAreaBottom" fmla="*/ 2057760 h 2057400"/>
            </a:gdLst>
            <a:ahLst/>
            <a:cxnLst/>
            <a:rect l="textAreaLeft" t="textAreaTop" r="textAreaRight" b="textAreaBottom"/>
            <a:pathLst>
              <a:path w="2058516" h="1780329">
                <a:moveTo>
                  <a:pt x="643542" y="1780139"/>
                </a:moveTo>
                <a:cubicBezTo>
                  <a:pt x="571437" y="1780139"/>
                  <a:pt x="499333" y="1768519"/>
                  <a:pt x="431515" y="1744611"/>
                </a:cubicBezTo>
                <a:cubicBezTo>
                  <a:pt x="211868" y="1667078"/>
                  <a:pt x="41085" y="1460099"/>
                  <a:pt x="6605" y="1229689"/>
                </a:cubicBezTo>
                <a:cubicBezTo>
                  <a:pt x="-27876" y="999280"/>
                  <a:pt x="74899" y="751439"/>
                  <a:pt x="262256" y="612946"/>
                </a:cubicBezTo>
                <a:cubicBezTo>
                  <a:pt x="336836" y="557796"/>
                  <a:pt x="423228" y="519029"/>
                  <a:pt x="506667" y="481596"/>
                </a:cubicBezTo>
                <a:cubicBezTo>
                  <a:pt x="596107" y="441496"/>
                  <a:pt x="688595" y="399967"/>
                  <a:pt x="766033" y="338340"/>
                </a:cubicBezTo>
                <a:cubicBezTo>
                  <a:pt x="807752" y="305098"/>
                  <a:pt x="845567" y="265664"/>
                  <a:pt x="882143" y="227564"/>
                </a:cubicBezTo>
                <a:cubicBezTo>
                  <a:pt x="926434" y="181368"/>
                  <a:pt x="972154" y="133553"/>
                  <a:pt x="1025589" y="96215"/>
                </a:cubicBezTo>
                <a:cubicBezTo>
                  <a:pt x="1168274" y="-3608"/>
                  <a:pt x="1366870" y="-27420"/>
                  <a:pt x="1556799" y="32587"/>
                </a:cubicBezTo>
                <a:cubicBezTo>
                  <a:pt x="1720153" y="84118"/>
                  <a:pt x="1859694" y="188797"/>
                  <a:pt x="1949896" y="327386"/>
                </a:cubicBezTo>
                <a:cubicBezTo>
                  <a:pt x="2042764" y="470071"/>
                  <a:pt x="2078388" y="644854"/>
                  <a:pt x="2047812" y="806970"/>
                </a:cubicBezTo>
                <a:cubicBezTo>
                  <a:pt x="2010760" y="1003185"/>
                  <a:pt x="1877696" y="1187494"/>
                  <a:pt x="1673289" y="1325987"/>
                </a:cubicBezTo>
                <a:cubicBezTo>
                  <a:pt x="1586040" y="1385138"/>
                  <a:pt x="1484028" y="1425143"/>
                  <a:pt x="1385349" y="1463909"/>
                </a:cubicBezTo>
                <a:cubicBezTo>
                  <a:pt x="1268858" y="1509629"/>
                  <a:pt x="1148367" y="1556969"/>
                  <a:pt x="1056355" y="1635264"/>
                </a:cubicBezTo>
                <a:cubicBezTo>
                  <a:pt x="945389" y="1729657"/>
                  <a:pt x="794608" y="1780330"/>
                  <a:pt x="643828" y="1780330"/>
                </a:cubicBezTo>
                <a:close/>
                <a:moveTo>
                  <a:pt x="1348868" y="9442"/>
                </a:moveTo>
                <a:cubicBezTo>
                  <a:pt x="1231425" y="9442"/>
                  <a:pt x="1120078" y="41541"/>
                  <a:pt x="1030923" y="103930"/>
                </a:cubicBezTo>
                <a:cubicBezTo>
                  <a:pt x="978346" y="140791"/>
                  <a:pt x="932816" y="188226"/>
                  <a:pt x="888906" y="234136"/>
                </a:cubicBezTo>
                <a:cubicBezTo>
                  <a:pt x="852139" y="272522"/>
                  <a:pt x="814135" y="312241"/>
                  <a:pt x="771844" y="345865"/>
                </a:cubicBezTo>
                <a:cubicBezTo>
                  <a:pt x="693548" y="408158"/>
                  <a:pt x="600488" y="449973"/>
                  <a:pt x="510478" y="490359"/>
                </a:cubicBezTo>
                <a:cubicBezTo>
                  <a:pt x="427419" y="527602"/>
                  <a:pt x="341599" y="566178"/>
                  <a:pt x="267780" y="620661"/>
                </a:cubicBezTo>
                <a:cubicBezTo>
                  <a:pt x="83186" y="757059"/>
                  <a:pt x="-18065" y="1001280"/>
                  <a:pt x="15939" y="1228356"/>
                </a:cubicBezTo>
                <a:cubicBezTo>
                  <a:pt x="49943" y="1455432"/>
                  <a:pt x="218155" y="1659267"/>
                  <a:pt x="434658" y="1735753"/>
                </a:cubicBezTo>
                <a:lnTo>
                  <a:pt x="434658" y="1735753"/>
                </a:lnTo>
                <a:cubicBezTo>
                  <a:pt x="641160" y="1808714"/>
                  <a:pt x="888430" y="1765376"/>
                  <a:pt x="1049973" y="1627930"/>
                </a:cubicBezTo>
                <a:cubicBezTo>
                  <a:pt x="1143223" y="1548587"/>
                  <a:pt x="1264476" y="1501057"/>
                  <a:pt x="1381729" y="1455051"/>
                </a:cubicBezTo>
                <a:cubicBezTo>
                  <a:pt x="1479932" y="1416475"/>
                  <a:pt x="1581469" y="1376660"/>
                  <a:pt x="1667860" y="1318081"/>
                </a:cubicBezTo>
                <a:cubicBezTo>
                  <a:pt x="1870171" y="1181017"/>
                  <a:pt x="2001807" y="998899"/>
                  <a:pt x="2038383" y="805160"/>
                </a:cubicBezTo>
                <a:cubicBezTo>
                  <a:pt x="2068577" y="645426"/>
                  <a:pt x="2033335" y="473214"/>
                  <a:pt x="1941894" y="332530"/>
                </a:cubicBezTo>
                <a:cubicBezTo>
                  <a:pt x="1852931" y="195751"/>
                  <a:pt x="1715104" y="92500"/>
                  <a:pt x="1553941" y="41636"/>
                </a:cubicBezTo>
                <a:cubicBezTo>
                  <a:pt x="1485742" y="20110"/>
                  <a:pt x="1416305" y="9537"/>
                  <a:pt x="1348963" y="9537"/>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Tree>
  </p:cSld>
  <p:clrMap bg1="lt1" tx1="dk1" bg2="lt2" tx2="dk2" accent1="accent1" accent2="accent2" accent3="accent3" accent4="accent4" accent5="accent5" accent6="accent6" hlink="hlink" folHlink="folHlink"/>
  <p:sldLayoutIdLst>
    <p:sldLayoutId id="214748370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35" name="PlaceHolder 1"/>
          <p:cNvSpPr>
            <a:spLocks noGrp="1"/>
          </p:cNvSpPr>
          <p:nvPr>
            <p:ph type="title"/>
          </p:nvPr>
        </p:nvSpPr>
        <p:spPr>
          <a:xfrm>
            <a:off x="720000" y="36900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
        <p:nvSpPr>
          <p:cNvPr id="136" name="Google Shape;35;p6"/>
          <p:cNvSpPr/>
          <p:nvPr/>
        </p:nvSpPr>
        <p:spPr>
          <a:xfrm rot="6226200" flipH="1">
            <a:off x="8370360" y="-421560"/>
            <a:ext cx="2442240" cy="2535120"/>
          </a:xfrm>
          <a:custGeom>
            <a:avLst/>
            <a:gdLst>
              <a:gd name="textAreaLeft" fmla="*/ 360 w 2442240"/>
              <a:gd name="textAreaRight" fmla="*/ 2442960 w 2442240"/>
              <a:gd name="textAreaTop" fmla="*/ 0 h 2535120"/>
              <a:gd name="textAreaBottom" fmla="*/ 2535480 h 2535120"/>
            </a:gdLst>
            <a:ahLst/>
            <a:cxnLst/>
            <a:rect l="textAreaLeft" t="textAreaTop" r="textAreaRight" b="textAreaBottom"/>
            <a:pathLst>
              <a:path w="276908" h="287550">
                <a:moveTo>
                  <a:pt x="130073" y="275114"/>
                </a:moveTo>
                <a:cubicBezTo>
                  <a:pt x="84543" y="257493"/>
                  <a:pt x="34823" y="235966"/>
                  <a:pt x="13868" y="191008"/>
                </a:cubicBezTo>
                <a:cubicBezTo>
                  <a:pt x="5581" y="173196"/>
                  <a:pt x="2723" y="153289"/>
                  <a:pt x="1104" y="133668"/>
                </a:cubicBezTo>
                <a:cubicBezTo>
                  <a:pt x="-1182" y="105854"/>
                  <a:pt x="-991" y="76327"/>
                  <a:pt x="12344" y="51943"/>
                </a:cubicBezTo>
                <a:cubicBezTo>
                  <a:pt x="29203" y="21177"/>
                  <a:pt x="64064" y="4699"/>
                  <a:pt x="98259" y="603"/>
                </a:cubicBezTo>
                <a:cubicBezTo>
                  <a:pt x="119690" y="-1969"/>
                  <a:pt x="146551" y="3270"/>
                  <a:pt x="153123" y="24321"/>
                </a:cubicBezTo>
                <a:cubicBezTo>
                  <a:pt x="159981" y="46514"/>
                  <a:pt x="138740" y="68707"/>
                  <a:pt x="141312" y="91853"/>
                </a:cubicBezTo>
                <a:cubicBezTo>
                  <a:pt x="143312" y="109665"/>
                  <a:pt x="159029" y="122714"/>
                  <a:pt x="175316" y="129191"/>
                </a:cubicBezTo>
                <a:cubicBezTo>
                  <a:pt x="191604" y="135668"/>
                  <a:pt x="209416" y="137573"/>
                  <a:pt x="225608" y="144431"/>
                </a:cubicBezTo>
                <a:cubicBezTo>
                  <a:pt x="250754" y="154908"/>
                  <a:pt x="271043" y="178149"/>
                  <a:pt x="275900" y="205486"/>
                </a:cubicBezTo>
                <a:cubicBezTo>
                  <a:pt x="280663" y="232823"/>
                  <a:pt x="268280" y="263208"/>
                  <a:pt x="244563" y="276543"/>
                </a:cubicBezTo>
                <a:cubicBezTo>
                  <a:pt x="228656" y="285496"/>
                  <a:pt x="209797" y="286544"/>
                  <a:pt x="191699" y="287401"/>
                </a:cubicBezTo>
                <a:cubicBezTo>
                  <a:pt x="174173" y="288258"/>
                  <a:pt x="156838" y="285591"/>
                  <a:pt x="130168" y="275304"/>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7" name="Google Shape;36;p6"/>
          <p:cNvSpPr/>
          <p:nvPr/>
        </p:nvSpPr>
        <p:spPr>
          <a:xfrm rot="12203400">
            <a:off x="-823680" y="3769560"/>
            <a:ext cx="3208680" cy="1856880"/>
          </a:xfrm>
          <a:custGeom>
            <a:avLst/>
            <a:gdLst>
              <a:gd name="textAreaLeft" fmla="*/ 0 w 3208680"/>
              <a:gd name="textAreaRight" fmla="*/ 3209040 w 3208680"/>
              <a:gd name="textAreaTop" fmla="*/ 0 h 1856880"/>
              <a:gd name="textAreaBottom" fmla="*/ 1857240 h 1856880"/>
            </a:gdLst>
            <a:ahLst/>
            <a:cxnLst/>
            <a:rect l="textAreaLeft" t="textAreaTop" r="textAreaRight" b="textAreaBottom"/>
            <a:pathLst>
              <a:path w="1150527" h="335034">
                <a:moveTo>
                  <a:pt x="56934" y="13410"/>
                </a:moveTo>
                <a:cubicBezTo>
                  <a:pt x="405739" y="-33834"/>
                  <a:pt x="759879" y="61130"/>
                  <a:pt x="1110685" y="33222"/>
                </a:cubicBezTo>
                <a:cubicBezTo>
                  <a:pt x="1119733" y="32460"/>
                  <a:pt x="1129735" y="31984"/>
                  <a:pt x="1136688" y="37889"/>
                </a:cubicBezTo>
                <a:cubicBezTo>
                  <a:pt x="1142403" y="42747"/>
                  <a:pt x="1144498" y="50748"/>
                  <a:pt x="1145927" y="58273"/>
                </a:cubicBezTo>
                <a:cubicBezTo>
                  <a:pt x="1162024" y="141712"/>
                  <a:pt x="1135545" y="234771"/>
                  <a:pt x="1071727" y="289254"/>
                </a:cubicBezTo>
                <a:cubicBezTo>
                  <a:pt x="1007910" y="343737"/>
                  <a:pt x="907516" y="351928"/>
                  <a:pt x="840841" y="301160"/>
                </a:cubicBezTo>
                <a:cubicBezTo>
                  <a:pt x="780357" y="255154"/>
                  <a:pt x="753021" y="171049"/>
                  <a:pt x="687108" y="133615"/>
                </a:cubicBezTo>
                <a:cubicBezTo>
                  <a:pt x="615575" y="93039"/>
                  <a:pt x="526993" y="121804"/>
                  <a:pt x="450412" y="151332"/>
                </a:cubicBezTo>
                <a:cubicBezTo>
                  <a:pt x="414693" y="165048"/>
                  <a:pt x="378974" y="178859"/>
                  <a:pt x="343255" y="192575"/>
                </a:cubicBezTo>
                <a:cubicBezTo>
                  <a:pt x="288868" y="213530"/>
                  <a:pt x="233241" y="234771"/>
                  <a:pt x="175139" y="236581"/>
                </a:cubicBezTo>
                <a:cubicBezTo>
                  <a:pt x="117037" y="238390"/>
                  <a:pt x="55029" y="217436"/>
                  <a:pt x="21501" y="168858"/>
                </a:cubicBezTo>
                <a:cubicBezTo>
                  <a:pt x="-12027" y="120280"/>
                  <a:pt x="-10694" y="22554"/>
                  <a:pt x="56838" y="13315"/>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 bg1="lt1" tx1="dk1" bg2="lt2" tx2="dk2" accent1="accent1" accent2="accent2" accent3="accent3" accent4="accent4" accent5="accent5" accent6="accent6" hlink="hlink" folHlink="folHlink"/>
  <p:sldLayoutIdLst>
    <p:sldLayoutId id="214748370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39" name="PlaceHolder 1"/>
          <p:cNvSpPr>
            <a:spLocks noGrp="1"/>
          </p:cNvSpPr>
          <p:nvPr>
            <p:ph type="title"/>
          </p:nvPr>
        </p:nvSpPr>
        <p:spPr>
          <a:xfrm>
            <a:off x="720000" y="369000"/>
            <a:ext cx="471492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
        <p:nvSpPr>
          <p:cNvPr id="140" name="Google Shape;40;p7"/>
          <p:cNvSpPr/>
          <p:nvPr/>
        </p:nvSpPr>
        <p:spPr>
          <a:xfrm rot="13297800">
            <a:off x="7201440" y="348840"/>
            <a:ext cx="5096520" cy="5292360"/>
          </a:xfrm>
          <a:custGeom>
            <a:avLst/>
            <a:gdLst>
              <a:gd name="textAreaLeft" fmla="*/ 0 w 5096520"/>
              <a:gd name="textAreaRight" fmla="*/ 5096880 w 5096520"/>
              <a:gd name="textAreaTop" fmla="*/ 0 h 5292360"/>
              <a:gd name="textAreaBottom" fmla="*/ 5292720 h 5292360"/>
            </a:gdLst>
            <a:ahLst/>
            <a:cxnLst/>
            <a:rect l="textAreaLeft" t="textAreaTop" r="textAreaRight" b="textAreaBottom"/>
            <a:pathLst>
              <a:path w="276908" h="287550">
                <a:moveTo>
                  <a:pt x="130073" y="275114"/>
                </a:moveTo>
                <a:cubicBezTo>
                  <a:pt x="84543" y="257493"/>
                  <a:pt x="34823" y="235966"/>
                  <a:pt x="13868" y="191008"/>
                </a:cubicBezTo>
                <a:cubicBezTo>
                  <a:pt x="5581" y="173196"/>
                  <a:pt x="2723" y="153289"/>
                  <a:pt x="1104" y="133668"/>
                </a:cubicBezTo>
                <a:cubicBezTo>
                  <a:pt x="-1182" y="105854"/>
                  <a:pt x="-991" y="76327"/>
                  <a:pt x="12344" y="51943"/>
                </a:cubicBezTo>
                <a:cubicBezTo>
                  <a:pt x="29203" y="21177"/>
                  <a:pt x="64064" y="4699"/>
                  <a:pt x="98259" y="603"/>
                </a:cubicBezTo>
                <a:cubicBezTo>
                  <a:pt x="119690" y="-1969"/>
                  <a:pt x="146551" y="3270"/>
                  <a:pt x="153123" y="24321"/>
                </a:cubicBezTo>
                <a:cubicBezTo>
                  <a:pt x="159981" y="46514"/>
                  <a:pt x="138740" y="68707"/>
                  <a:pt x="141312" y="91853"/>
                </a:cubicBezTo>
                <a:cubicBezTo>
                  <a:pt x="143312" y="109665"/>
                  <a:pt x="159029" y="122714"/>
                  <a:pt x="175316" y="129191"/>
                </a:cubicBezTo>
                <a:cubicBezTo>
                  <a:pt x="191604" y="135668"/>
                  <a:pt x="209416" y="137573"/>
                  <a:pt x="225608" y="144431"/>
                </a:cubicBezTo>
                <a:cubicBezTo>
                  <a:pt x="250754" y="154908"/>
                  <a:pt x="271043" y="178149"/>
                  <a:pt x="275900" y="205486"/>
                </a:cubicBezTo>
                <a:cubicBezTo>
                  <a:pt x="280663" y="232823"/>
                  <a:pt x="268280" y="263208"/>
                  <a:pt x="244563" y="276543"/>
                </a:cubicBezTo>
                <a:cubicBezTo>
                  <a:pt x="228656" y="285496"/>
                  <a:pt x="209797" y="286544"/>
                  <a:pt x="191699" y="287401"/>
                </a:cubicBezTo>
                <a:cubicBezTo>
                  <a:pt x="174173" y="288258"/>
                  <a:pt x="156838" y="285591"/>
                  <a:pt x="130168" y="275304"/>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1" name="Google Shape;41;p7"/>
          <p:cNvSpPr/>
          <p:nvPr/>
        </p:nvSpPr>
        <p:spPr>
          <a:xfrm rot="14814000" flipH="1">
            <a:off x="8209440" y="4566240"/>
            <a:ext cx="599760" cy="432000"/>
          </a:xfrm>
          <a:custGeom>
            <a:avLst/>
            <a:gdLst>
              <a:gd name="textAreaLeft" fmla="*/ 360 w 599760"/>
              <a:gd name="textAreaRight" fmla="*/ 600480 w 599760"/>
              <a:gd name="textAreaTop" fmla="*/ 0 h 432000"/>
              <a:gd name="textAreaBottom" fmla="*/ 432360 h 432000"/>
            </a:gdLst>
            <a:ahLst/>
            <a:cxnLst/>
            <a:rect l="textAreaLeft" t="textAreaTop" r="textAreaRight" b="textAreaBottom"/>
            <a:pathLst>
              <a:path w="231419" h="166848">
                <a:moveTo>
                  <a:pt x="107158" y="166848"/>
                </a:moveTo>
                <a:cubicBezTo>
                  <a:pt x="76392" y="166848"/>
                  <a:pt x="47912" y="156847"/>
                  <a:pt x="28100" y="138750"/>
                </a:cubicBezTo>
                <a:cubicBezTo>
                  <a:pt x="3144" y="115985"/>
                  <a:pt x="-6475" y="80171"/>
                  <a:pt x="4478" y="51501"/>
                </a:cubicBezTo>
                <a:cubicBezTo>
                  <a:pt x="15622" y="22640"/>
                  <a:pt x="47150" y="1971"/>
                  <a:pt x="82964" y="161"/>
                </a:cubicBezTo>
                <a:lnTo>
                  <a:pt x="82964" y="161"/>
                </a:lnTo>
                <a:cubicBezTo>
                  <a:pt x="118111" y="-1554"/>
                  <a:pt x="154116" y="10543"/>
                  <a:pt x="176595" y="31879"/>
                </a:cubicBezTo>
                <a:lnTo>
                  <a:pt x="180786" y="35784"/>
                </a:lnTo>
                <a:cubicBezTo>
                  <a:pt x="200979" y="54644"/>
                  <a:pt x="238603" y="89696"/>
                  <a:pt x="230221" y="115508"/>
                </a:cubicBezTo>
                <a:cubicBezTo>
                  <a:pt x="226220" y="127796"/>
                  <a:pt x="214886" y="134749"/>
                  <a:pt x="203169" y="140464"/>
                </a:cubicBezTo>
                <a:cubicBezTo>
                  <a:pt x="169832" y="156752"/>
                  <a:pt x="141924" y="165039"/>
                  <a:pt x="115349" y="166563"/>
                </a:cubicBezTo>
                <a:cubicBezTo>
                  <a:pt x="112587" y="166753"/>
                  <a:pt x="109824" y="166848"/>
                  <a:pt x="107062" y="166848"/>
                </a:cubicBezTo>
                <a:close/>
                <a:moveTo>
                  <a:pt x="83535" y="9686"/>
                </a:moveTo>
                <a:lnTo>
                  <a:pt x="83535" y="9686"/>
                </a:lnTo>
                <a:cubicBezTo>
                  <a:pt x="56770" y="11019"/>
                  <a:pt x="24766" y="25593"/>
                  <a:pt x="13432" y="54929"/>
                </a:cubicBezTo>
                <a:cubicBezTo>
                  <a:pt x="3811" y="79980"/>
                  <a:pt x="12479" y="111603"/>
                  <a:pt x="34577" y="131701"/>
                </a:cubicBezTo>
                <a:cubicBezTo>
                  <a:pt x="54199" y="149608"/>
                  <a:pt x="83535" y="158847"/>
                  <a:pt x="114968" y="157038"/>
                </a:cubicBezTo>
                <a:cubicBezTo>
                  <a:pt x="140305" y="155609"/>
                  <a:pt x="167070" y="147608"/>
                  <a:pt x="199169" y="131892"/>
                </a:cubicBezTo>
                <a:cubicBezTo>
                  <a:pt x="208980" y="127129"/>
                  <a:pt x="218410" y="121414"/>
                  <a:pt x="221362" y="112556"/>
                </a:cubicBezTo>
                <a:cubicBezTo>
                  <a:pt x="227839" y="92553"/>
                  <a:pt x="190502" y="57597"/>
                  <a:pt x="174500" y="42737"/>
                </a:cubicBezTo>
                <a:lnTo>
                  <a:pt x="170213" y="38737"/>
                </a:lnTo>
                <a:cubicBezTo>
                  <a:pt x="149830" y="19401"/>
                  <a:pt x="115825" y="8066"/>
                  <a:pt x="83631" y="9686"/>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 bg1="lt1" tx1="dk1" bg2="lt2" tx2="dk2" accent1="accent1" accent2="accent2" accent3="accent3" accent4="accent4" accent5="accent5" accent6="accent6" hlink="hlink" folHlink="folHlink"/>
  <p:sldLayoutIdLst>
    <p:sldLayoutId id="214748370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42" name="PlaceHolder 1"/>
          <p:cNvSpPr>
            <a:spLocks noGrp="1"/>
          </p:cNvSpPr>
          <p:nvPr>
            <p:ph type="title"/>
          </p:nvPr>
        </p:nvSpPr>
        <p:spPr>
          <a:xfrm>
            <a:off x="2808720" y="1554480"/>
            <a:ext cx="3526560" cy="2034360"/>
          </a:xfrm>
          <a:prstGeom prst="rect">
            <a:avLst/>
          </a:prstGeom>
          <a:noFill/>
          <a:ln w="0">
            <a:noFill/>
          </a:ln>
        </p:spPr>
        <p:txBody>
          <a:bodyPr lIns="91440" tIns="91440" rIns="91440" bIns="91440" anchor="ctr">
            <a:noAutofit/>
          </a:bodyPr>
          <a:lstStyle/>
          <a:p>
            <a:pPr indent="0">
              <a:buNone/>
            </a:pPr>
            <a:r>
              <a:rPr lang="fr-FR" sz="72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70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43" name="PlaceHolder 1"/>
          <p:cNvSpPr>
            <a:spLocks noGrp="1"/>
          </p:cNvSpPr>
          <p:nvPr>
            <p:ph type="title"/>
          </p:nvPr>
        </p:nvSpPr>
        <p:spPr>
          <a:xfrm>
            <a:off x="1521000" y="1461600"/>
            <a:ext cx="6101280" cy="1460520"/>
          </a:xfrm>
          <a:prstGeom prst="rect">
            <a:avLst/>
          </a:prstGeom>
          <a:noFill/>
          <a:ln w="0">
            <a:noFill/>
          </a:ln>
        </p:spPr>
        <p:txBody>
          <a:bodyPr lIns="91440" tIns="91440" rIns="91440" bIns="91440" anchor="ctr">
            <a:noAutofit/>
          </a:bodyPr>
          <a:lstStyle/>
          <a:p>
            <a:pPr indent="0">
              <a:buNone/>
            </a:pPr>
            <a:r>
              <a:rPr lang="fr-FR" sz="6000" b="0" strike="noStrike" spc="-1">
                <a:solidFill>
                  <a:schemeClr val="dk1"/>
                </a:solidFill>
                <a:latin typeface="Arial"/>
              </a:rPr>
              <a:t>Click to edit the title text format</a:t>
            </a:r>
          </a:p>
        </p:txBody>
      </p:sp>
      <p:sp>
        <p:nvSpPr>
          <p:cNvPr id="144"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70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45" name="PlaceHolder 1"/>
          <p:cNvSpPr>
            <a:spLocks noGrp="1"/>
          </p:cNvSpPr>
          <p:nvPr>
            <p:ph type="body"/>
          </p:nvPr>
        </p:nvSpPr>
        <p:spPr>
          <a:xfrm>
            <a:off x="-6480" y="-6480"/>
            <a:ext cx="915012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
        <p:nvSpPr>
          <p:cNvPr id="146" name="PlaceHolder 2"/>
          <p:cNvSpPr>
            <a:spLocks noGrp="1"/>
          </p:cNvSpPr>
          <p:nvPr>
            <p:ph type="title"/>
          </p:nvPr>
        </p:nvSpPr>
        <p:spPr>
          <a:xfrm>
            <a:off x="5421600" y="1670040"/>
            <a:ext cx="3008520" cy="1803240"/>
          </a:xfrm>
          <a:prstGeom prst="rect">
            <a:avLst/>
          </a:prstGeom>
          <a:noFill/>
          <a:ln w="0">
            <a:noFill/>
          </a:ln>
        </p:spPr>
        <p:txBody>
          <a:bodyPr lIns="91440" tIns="91440" rIns="91440" bIns="91440" anchor="ctr">
            <a:noAutofit/>
          </a:bodyPr>
          <a:lstStyle/>
          <a:p>
            <a:pPr indent="0">
              <a:buNone/>
            </a:pPr>
            <a:r>
              <a:rPr lang="fr-FR" sz="37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71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1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
        <p:nvSpPr>
          <p:cNvPr id="147" name="PlaceHolder 1"/>
          <p:cNvSpPr>
            <a:spLocks noGrp="1"/>
          </p:cNvSpPr>
          <p:nvPr>
            <p:ph type="title"/>
          </p:nvPr>
        </p:nvSpPr>
        <p:spPr>
          <a:xfrm>
            <a:off x="716760" y="510840"/>
            <a:ext cx="7710120" cy="482040"/>
          </a:xfrm>
          <a:prstGeom prst="rect">
            <a:avLst/>
          </a:prstGeom>
          <a:noFill/>
          <a:ln w="0">
            <a:noFill/>
          </a:ln>
        </p:spPr>
        <p:txBody>
          <a:bodyPr lIns="91440" tIns="91440" rIns="91440" bIns="91440" anchor="t">
            <a:noAutofit/>
          </a:bodyPr>
          <a:lstStyle/>
          <a:p>
            <a:pPr indent="0">
              <a:buNone/>
            </a:pPr>
            <a:r>
              <a:rPr lang="fr-FR" sz="24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71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0.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Google Shape;251;p37"/>
          <p:cNvSpPr/>
          <p:nvPr/>
        </p:nvSpPr>
        <p:spPr>
          <a:xfrm rot="19770000">
            <a:off x="6243120" y="2670480"/>
            <a:ext cx="4374720" cy="3555000"/>
          </a:xfrm>
          <a:custGeom>
            <a:avLst/>
            <a:gdLst>
              <a:gd name="textAreaLeft" fmla="*/ 0 w 4374720"/>
              <a:gd name="textAreaRight" fmla="*/ 4375080 w 4374720"/>
              <a:gd name="textAreaTop" fmla="*/ 0 h 3555000"/>
              <a:gd name="textAreaBottom" fmla="*/ 3555360 h 3555000"/>
            </a:gdLst>
            <a:ahLst/>
            <a:cxnLst/>
            <a:rect l="textAreaLeft" t="textAreaTop" r="textAreaRight" b="textAreaBottom"/>
            <a:pathLst>
              <a:path w="1930774" h="1568974">
                <a:moveTo>
                  <a:pt x="11419" y="1021325"/>
                </a:moveTo>
                <a:cubicBezTo>
                  <a:pt x="-43064" y="785677"/>
                  <a:pt x="102383" y="500975"/>
                  <a:pt x="341841" y="467542"/>
                </a:cubicBezTo>
                <a:cubicBezTo>
                  <a:pt x="471953" y="449445"/>
                  <a:pt x="607398" y="503166"/>
                  <a:pt x="733985" y="467923"/>
                </a:cubicBezTo>
                <a:cubicBezTo>
                  <a:pt x="949917" y="407820"/>
                  <a:pt x="1030689" y="127690"/>
                  <a:pt x="1233477" y="32154"/>
                </a:cubicBezTo>
                <a:cubicBezTo>
                  <a:pt x="1407689" y="-49951"/>
                  <a:pt x="1623621" y="34726"/>
                  <a:pt x="1752113" y="178268"/>
                </a:cubicBezTo>
                <a:cubicBezTo>
                  <a:pt x="1937755" y="385627"/>
                  <a:pt x="1978236" y="702714"/>
                  <a:pt x="1875843" y="961509"/>
                </a:cubicBezTo>
                <a:cubicBezTo>
                  <a:pt x="1773449" y="1220303"/>
                  <a:pt x="1541610" y="1417661"/>
                  <a:pt x="1277577" y="1505672"/>
                </a:cubicBezTo>
                <a:cubicBezTo>
                  <a:pt x="832950" y="1653786"/>
                  <a:pt x="136482" y="1561298"/>
                  <a:pt x="11514" y="102123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9" name="PlaceHolder 1"/>
          <p:cNvSpPr>
            <a:spLocks noGrp="1"/>
          </p:cNvSpPr>
          <p:nvPr>
            <p:ph type="title"/>
          </p:nvPr>
        </p:nvSpPr>
        <p:spPr>
          <a:xfrm>
            <a:off x="2305080" y="1504800"/>
            <a:ext cx="4524120" cy="1380600"/>
          </a:xfrm>
          <a:prstGeom prst="rect">
            <a:avLst/>
          </a:prstGeom>
          <a:noFill/>
          <a:ln w="0">
            <a:noFill/>
          </a:ln>
        </p:spPr>
        <p:txBody>
          <a:bodyPr lIns="91440" tIns="91440" rIns="91440" bIns="91440" anchor="b">
            <a:normAutofit fontScale="90000"/>
          </a:bodyPr>
          <a:lstStyle/>
          <a:p>
            <a:pPr indent="0" algn="ctr">
              <a:lnSpc>
                <a:spcPct val="100000"/>
              </a:lnSpc>
              <a:buNone/>
              <a:tabLst>
                <a:tab pos="0" algn="l"/>
              </a:tabLst>
            </a:pPr>
            <a:r>
              <a:rPr lang="en" sz="10000" b="0" strike="noStrike" spc="-1">
                <a:solidFill>
                  <a:schemeClr val="accent1"/>
                </a:solidFill>
                <a:latin typeface="Caveat Brush"/>
                <a:ea typeface="Caveat Brush"/>
              </a:rPr>
              <a:t>Plagiarism</a:t>
            </a:r>
            <a:endParaRPr lang="fr-FR" sz="10000" b="0" strike="noStrike" spc="-1">
              <a:solidFill>
                <a:schemeClr val="dk1"/>
              </a:solidFill>
              <a:latin typeface="Arial"/>
            </a:endParaRPr>
          </a:p>
        </p:txBody>
      </p:sp>
      <p:sp>
        <p:nvSpPr>
          <p:cNvPr id="150" name="PlaceHolder 2"/>
          <p:cNvSpPr>
            <a:spLocks noGrp="1"/>
          </p:cNvSpPr>
          <p:nvPr>
            <p:ph type="subTitle"/>
          </p:nvPr>
        </p:nvSpPr>
        <p:spPr>
          <a:xfrm>
            <a:off x="2305080" y="2886120"/>
            <a:ext cx="4524120" cy="475920"/>
          </a:xfrm>
          <a:prstGeom prst="rect">
            <a:avLst/>
          </a:prstGeom>
          <a:noFill/>
          <a:ln w="0">
            <a:noFill/>
          </a:ln>
        </p:spPr>
        <p:txBody>
          <a:bodyPr lIns="91440" tIns="91440" rIns="91440" bIns="91440" anchor="t">
            <a:normAutofit fontScale="78198" lnSpcReduction="10000"/>
          </a:bodyPr>
          <a:lstStyle/>
          <a:p>
            <a:pPr indent="0" algn="ctr">
              <a:lnSpc>
                <a:spcPct val="100000"/>
              </a:lnSpc>
              <a:buNone/>
              <a:tabLst>
                <a:tab pos="0" algn="l"/>
              </a:tabLst>
            </a:pPr>
            <a:r>
              <a:rPr lang="en" sz="1600" b="0" strike="noStrike" spc="-1">
                <a:solidFill>
                  <a:schemeClr val="accent1"/>
                </a:solidFill>
                <a:latin typeface="Albert Sans"/>
                <a:ea typeface="Albert Sans"/>
              </a:rPr>
              <a:t>Understanding Types, Consequences, and Prevention Strategies</a:t>
            </a:r>
            <a:endParaRPr lang="en-US" sz="1600" b="0" strike="noStrike" spc="-1">
              <a:solidFill>
                <a:srgbClr val="FFFFFF"/>
              </a:solidFill>
              <a:latin typeface="OpenSymbol"/>
            </a:endParaRPr>
          </a:p>
        </p:txBody>
      </p:sp>
      <p:sp>
        <p:nvSpPr>
          <p:cNvPr id="151" name="Google Shape;254;p37"/>
          <p:cNvSpPr/>
          <p:nvPr/>
        </p:nvSpPr>
        <p:spPr>
          <a:xfrm rot="20891400">
            <a:off x="7759440" y="2138040"/>
            <a:ext cx="983160" cy="866880"/>
          </a:xfrm>
          <a:custGeom>
            <a:avLst/>
            <a:gdLst>
              <a:gd name="textAreaLeft" fmla="*/ 0 w 983160"/>
              <a:gd name="textAreaRight" fmla="*/ 983520 w 983160"/>
              <a:gd name="textAreaTop" fmla="*/ 0 h 866880"/>
              <a:gd name="textAreaBottom" fmla="*/ 867240 h 866880"/>
            </a:gdLst>
            <a:ahLst/>
            <a:cxnLst/>
            <a:rect l="textAreaLeft" t="textAreaTop" r="textAreaRight" b="textAreaBottom"/>
            <a:pathLst>
              <a:path w="579097" h="510716">
                <a:moveTo>
                  <a:pt x="210945" y="39399"/>
                </a:moveTo>
                <a:cubicBezTo>
                  <a:pt x="111789" y="86929"/>
                  <a:pt x="35780" y="180083"/>
                  <a:pt x="9110" y="286668"/>
                </a:cubicBezTo>
                <a:cubicBezTo>
                  <a:pt x="-1749" y="330102"/>
                  <a:pt x="-4606" y="376870"/>
                  <a:pt x="10062" y="419161"/>
                </a:cubicBezTo>
                <a:cubicBezTo>
                  <a:pt x="24731" y="461452"/>
                  <a:pt x="59211" y="498504"/>
                  <a:pt x="102931" y="508124"/>
                </a:cubicBezTo>
                <a:cubicBezTo>
                  <a:pt x="170749" y="522983"/>
                  <a:pt x="234662" y="471453"/>
                  <a:pt x="278572" y="417827"/>
                </a:cubicBezTo>
                <a:cubicBezTo>
                  <a:pt x="322577" y="364106"/>
                  <a:pt x="363630" y="301051"/>
                  <a:pt x="429257" y="278476"/>
                </a:cubicBezTo>
                <a:cubicBezTo>
                  <a:pt x="453546" y="270094"/>
                  <a:pt x="479740" y="267999"/>
                  <a:pt x="503552" y="258188"/>
                </a:cubicBezTo>
                <a:cubicBezTo>
                  <a:pt x="589944" y="222469"/>
                  <a:pt x="606708" y="90548"/>
                  <a:pt x="530508" y="36541"/>
                </a:cubicBezTo>
                <a:cubicBezTo>
                  <a:pt x="446974" y="-22609"/>
                  <a:pt x="295907" y="-1273"/>
                  <a:pt x="211040" y="39399"/>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2" name="Google Shape;255;p37"/>
          <p:cNvSpPr/>
          <p:nvPr/>
        </p:nvSpPr>
        <p:spPr>
          <a:xfrm rot="20109000">
            <a:off x="7933680" y="-88920"/>
            <a:ext cx="600120" cy="1334880"/>
          </a:xfrm>
          <a:custGeom>
            <a:avLst/>
            <a:gdLst>
              <a:gd name="textAreaLeft" fmla="*/ 0 w 600120"/>
              <a:gd name="textAreaRight" fmla="*/ 600480 w 600120"/>
              <a:gd name="textAreaTop" fmla="*/ 0 h 1334880"/>
              <a:gd name="textAreaBottom" fmla="*/ 1335240 h 1334880"/>
            </a:gdLst>
            <a:ahLst/>
            <a:cxnLst/>
            <a:rect l="textAreaLeft" t="textAreaTop" r="textAreaRight" b="textAreaBottom"/>
            <a:pathLst>
              <a:path w="303148" h="673968">
                <a:moveTo>
                  <a:pt x="6276" y="41516"/>
                </a:moveTo>
                <a:cubicBezTo>
                  <a:pt x="-13726" y="87903"/>
                  <a:pt x="18278" y="138576"/>
                  <a:pt x="43519" y="182296"/>
                </a:cubicBezTo>
                <a:cubicBezTo>
                  <a:pt x="93620" y="269164"/>
                  <a:pt x="120957" y="368890"/>
                  <a:pt x="122290" y="469093"/>
                </a:cubicBezTo>
                <a:cubicBezTo>
                  <a:pt x="122862" y="513861"/>
                  <a:pt x="118576" y="560057"/>
                  <a:pt x="133530" y="602348"/>
                </a:cubicBezTo>
                <a:cubicBezTo>
                  <a:pt x="148484" y="644544"/>
                  <a:pt x="190775" y="681787"/>
                  <a:pt x="234590" y="672547"/>
                </a:cubicBezTo>
                <a:cubicBezTo>
                  <a:pt x="266213" y="665880"/>
                  <a:pt x="289264" y="636829"/>
                  <a:pt x="297836" y="605682"/>
                </a:cubicBezTo>
                <a:cubicBezTo>
                  <a:pt x="306409" y="574535"/>
                  <a:pt x="303075" y="541483"/>
                  <a:pt x="298503" y="509479"/>
                </a:cubicBezTo>
                <a:cubicBezTo>
                  <a:pt x="279358" y="373462"/>
                  <a:pt x="237067" y="247923"/>
                  <a:pt x="187346" y="120669"/>
                </a:cubicBezTo>
                <a:cubicBezTo>
                  <a:pt x="173630" y="85522"/>
                  <a:pt x="166201" y="50470"/>
                  <a:pt x="136387" y="25228"/>
                </a:cubicBezTo>
                <a:cubicBezTo>
                  <a:pt x="96859" y="-8300"/>
                  <a:pt x="29993" y="-13634"/>
                  <a:pt x="6181" y="4161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3" name="Google Shape;256;p37"/>
          <p:cNvSpPr/>
          <p:nvPr/>
        </p:nvSpPr>
        <p:spPr>
          <a:xfrm rot="20893200">
            <a:off x="6513480" y="565200"/>
            <a:ext cx="1695960" cy="1510920"/>
          </a:xfrm>
          <a:custGeom>
            <a:avLst/>
            <a:gdLst>
              <a:gd name="textAreaLeft" fmla="*/ 0 w 1695960"/>
              <a:gd name="textAreaRight" fmla="*/ 1696320 w 1695960"/>
              <a:gd name="textAreaTop" fmla="*/ 0 h 1510920"/>
              <a:gd name="textAreaBottom" fmla="*/ 1511280 h 1510920"/>
            </a:gdLst>
            <a:ahLst/>
            <a:cxnLst/>
            <a:rect l="textAreaLeft" t="textAreaTop" r="textAreaRight" b="textAreaBottom"/>
            <a:pathLst>
              <a:path w="1776031" h="1582483">
                <a:moveTo>
                  <a:pt x="804196" y="1582484"/>
                </a:moveTo>
                <a:lnTo>
                  <a:pt x="804196" y="1568768"/>
                </a:lnTo>
                <a:cubicBezTo>
                  <a:pt x="811911" y="1568768"/>
                  <a:pt x="819722" y="1568768"/>
                  <a:pt x="827532" y="1568482"/>
                </a:cubicBezTo>
                <a:lnTo>
                  <a:pt x="827818" y="1582198"/>
                </a:lnTo>
                <a:cubicBezTo>
                  <a:pt x="819912" y="1582388"/>
                  <a:pt x="812101" y="1582484"/>
                  <a:pt x="804196" y="1582484"/>
                </a:cubicBezTo>
                <a:close/>
                <a:moveTo>
                  <a:pt x="780574" y="1582293"/>
                </a:moveTo>
                <a:cubicBezTo>
                  <a:pt x="772668" y="1582103"/>
                  <a:pt x="764858" y="1581912"/>
                  <a:pt x="756952" y="1581531"/>
                </a:cubicBezTo>
                <a:lnTo>
                  <a:pt x="757523" y="1567815"/>
                </a:lnTo>
                <a:cubicBezTo>
                  <a:pt x="765334" y="1568101"/>
                  <a:pt x="773049" y="1568387"/>
                  <a:pt x="780860" y="1568577"/>
                </a:cubicBezTo>
                <a:lnTo>
                  <a:pt x="780574" y="1582293"/>
                </a:lnTo>
                <a:close/>
                <a:moveTo>
                  <a:pt x="851440" y="1581531"/>
                </a:moveTo>
                <a:lnTo>
                  <a:pt x="850868" y="1567815"/>
                </a:lnTo>
                <a:cubicBezTo>
                  <a:pt x="858679" y="1567529"/>
                  <a:pt x="866394" y="1567053"/>
                  <a:pt x="874205" y="1566577"/>
                </a:cubicBezTo>
                <a:lnTo>
                  <a:pt x="875062" y="1580293"/>
                </a:lnTo>
                <a:cubicBezTo>
                  <a:pt x="867156" y="1580769"/>
                  <a:pt x="859346" y="1581150"/>
                  <a:pt x="851440" y="1581531"/>
                </a:cubicBezTo>
                <a:close/>
                <a:moveTo>
                  <a:pt x="733330" y="1580293"/>
                </a:moveTo>
                <a:cubicBezTo>
                  <a:pt x="725424" y="1579817"/>
                  <a:pt x="717613" y="1579150"/>
                  <a:pt x="709708" y="1578483"/>
                </a:cubicBezTo>
                <a:lnTo>
                  <a:pt x="710851" y="1564862"/>
                </a:lnTo>
                <a:cubicBezTo>
                  <a:pt x="718566" y="1565529"/>
                  <a:pt x="726376" y="1566101"/>
                  <a:pt x="734092" y="1566577"/>
                </a:cubicBezTo>
                <a:lnTo>
                  <a:pt x="733235" y="1580293"/>
                </a:lnTo>
                <a:close/>
                <a:moveTo>
                  <a:pt x="898588" y="1578578"/>
                </a:moveTo>
                <a:lnTo>
                  <a:pt x="897446" y="1564958"/>
                </a:lnTo>
                <a:cubicBezTo>
                  <a:pt x="905161" y="1564291"/>
                  <a:pt x="912971" y="1563624"/>
                  <a:pt x="920687" y="1562862"/>
                </a:cubicBezTo>
                <a:lnTo>
                  <a:pt x="922020" y="1576483"/>
                </a:lnTo>
                <a:cubicBezTo>
                  <a:pt x="914210" y="1577245"/>
                  <a:pt x="906304" y="1578007"/>
                  <a:pt x="898493" y="1578578"/>
                </a:cubicBezTo>
                <a:close/>
                <a:moveTo>
                  <a:pt x="686276" y="1576197"/>
                </a:moveTo>
                <a:cubicBezTo>
                  <a:pt x="678466" y="1575340"/>
                  <a:pt x="670655" y="1574387"/>
                  <a:pt x="662749" y="1573339"/>
                </a:cubicBezTo>
                <a:lnTo>
                  <a:pt x="664559" y="1559719"/>
                </a:lnTo>
                <a:cubicBezTo>
                  <a:pt x="672274" y="1560767"/>
                  <a:pt x="679990" y="1561719"/>
                  <a:pt x="687705" y="1562576"/>
                </a:cubicBezTo>
                <a:lnTo>
                  <a:pt x="686181" y="1576197"/>
                </a:lnTo>
                <a:close/>
                <a:moveTo>
                  <a:pt x="945547" y="1573911"/>
                </a:moveTo>
                <a:lnTo>
                  <a:pt x="943928" y="1560290"/>
                </a:lnTo>
                <a:cubicBezTo>
                  <a:pt x="951643" y="1559338"/>
                  <a:pt x="959358" y="1558385"/>
                  <a:pt x="967073" y="1557338"/>
                </a:cubicBezTo>
                <a:lnTo>
                  <a:pt x="968978" y="1570958"/>
                </a:lnTo>
                <a:cubicBezTo>
                  <a:pt x="961168" y="1572006"/>
                  <a:pt x="953357" y="1573054"/>
                  <a:pt x="945547" y="1573911"/>
                </a:cubicBezTo>
                <a:close/>
                <a:moveTo>
                  <a:pt x="639318" y="1569815"/>
                </a:moveTo>
                <a:cubicBezTo>
                  <a:pt x="631508" y="1568577"/>
                  <a:pt x="623792" y="1567243"/>
                  <a:pt x="615982" y="1565815"/>
                </a:cubicBezTo>
                <a:lnTo>
                  <a:pt x="618459" y="1552385"/>
                </a:lnTo>
                <a:cubicBezTo>
                  <a:pt x="626078" y="1553813"/>
                  <a:pt x="633794" y="1555147"/>
                  <a:pt x="641413" y="1556385"/>
                </a:cubicBezTo>
                <a:lnTo>
                  <a:pt x="639223" y="1569910"/>
                </a:lnTo>
                <a:close/>
                <a:moveTo>
                  <a:pt x="992315" y="1567529"/>
                </a:moveTo>
                <a:lnTo>
                  <a:pt x="990219" y="1554004"/>
                </a:lnTo>
                <a:cubicBezTo>
                  <a:pt x="997934" y="1552861"/>
                  <a:pt x="1005649" y="1551527"/>
                  <a:pt x="1013269" y="1550289"/>
                </a:cubicBezTo>
                <a:lnTo>
                  <a:pt x="1015556" y="1563814"/>
                </a:lnTo>
                <a:cubicBezTo>
                  <a:pt x="1007841" y="1565148"/>
                  <a:pt x="1000030" y="1566386"/>
                  <a:pt x="992219" y="1567625"/>
                </a:cubicBezTo>
                <a:close/>
                <a:moveTo>
                  <a:pt x="592836" y="1561148"/>
                </a:moveTo>
                <a:cubicBezTo>
                  <a:pt x="585121" y="1559528"/>
                  <a:pt x="577406" y="1557814"/>
                  <a:pt x="569785" y="1555909"/>
                </a:cubicBezTo>
                <a:lnTo>
                  <a:pt x="572929" y="1542574"/>
                </a:lnTo>
                <a:cubicBezTo>
                  <a:pt x="580454" y="1544384"/>
                  <a:pt x="588074" y="1546098"/>
                  <a:pt x="595694" y="1547717"/>
                </a:cubicBezTo>
                <a:lnTo>
                  <a:pt x="592836" y="1561148"/>
                </a:lnTo>
                <a:close/>
                <a:moveTo>
                  <a:pt x="1038892" y="1559528"/>
                </a:moveTo>
                <a:lnTo>
                  <a:pt x="1036320" y="1546098"/>
                </a:lnTo>
                <a:cubicBezTo>
                  <a:pt x="1043940" y="1544669"/>
                  <a:pt x="1051655" y="1543145"/>
                  <a:pt x="1059275" y="1541621"/>
                </a:cubicBezTo>
                <a:lnTo>
                  <a:pt x="1062038" y="1555052"/>
                </a:lnTo>
                <a:cubicBezTo>
                  <a:pt x="1054323" y="1556671"/>
                  <a:pt x="1046607" y="1558195"/>
                  <a:pt x="1038892" y="1559624"/>
                </a:cubicBezTo>
                <a:close/>
                <a:moveTo>
                  <a:pt x="546830" y="1550194"/>
                </a:moveTo>
                <a:cubicBezTo>
                  <a:pt x="539210" y="1548193"/>
                  <a:pt x="531591" y="1546003"/>
                  <a:pt x="524065" y="1543812"/>
                </a:cubicBezTo>
                <a:lnTo>
                  <a:pt x="527971" y="1530668"/>
                </a:lnTo>
                <a:cubicBezTo>
                  <a:pt x="535400" y="1532858"/>
                  <a:pt x="542925" y="1534954"/>
                  <a:pt x="550450" y="1536954"/>
                </a:cubicBezTo>
                <a:lnTo>
                  <a:pt x="546926" y="1550194"/>
                </a:lnTo>
                <a:close/>
                <a:moveTo>
                  <a:pt x="1085088" y="1550099"/>
                </a:moveTo>
                <a:lnTo>
                  <a:pt x="1082135" y="1536764"/>
                </a:lnTo>
                <a:cubicBezTo>
                  <a:pt x="1089755" y="1535049"/>
                  <a:pt x="1097375" y="1533335"/>
                  <a:pt x="1104900" y="1531525"/>
                </a:cubicBezTo>
                <a:lnTo>
                  <a:pt x="1108043" y="1544860"/>
                </a:lnTo>
                <a:cubicBezTo>
                  <a:pt x="1100423" y="1546670"/>
                  <a:pt x="1092708" y="1548384"/>
                  <a:pt x="1085088" y="1550099"/>
                </a:cubicBezTo>
                <a:close/>
                <a:moveTo>
                  <a:pt x="1130999" y="1539240"/>
                </a:moveTo>
                <a:lnTo>
                  <a:pt x="1127665" y="1526000"/>
                </a:lnTo>
                <a:cubicBezTo>
                  <a:pt x="1135190" y="1524095"/>
                  <a:pt x="1142810" y="1522095"/>
                  <a:pt x="1150334" y="1520095"/>
                </a:cubicBezTo>
                <a:lnTo>
                  <a:pt x="1153858" y="1533335"/>
                </a:lnTo>
                <a:cubicBezTo>
                  <a:pt x="1146239" y="1535335"/>
                  <a:pt x="1138619" y="1537335"/>
                  <a:pt x="1130999" y="1539240"/>
                </a:cubicBezTo>
                <a:close/>
                <a:moveTo>
                  <a:pt x="501396" y="1536859"/>
                </a:moveTo>
                <a:cubicBezTo>
                  <a:pt x="493871" y="1534478"/>
                  <a:pt x="486442" y="1531906"/>
                  <a:pt x="478917" y="1529334"/>
                </a:cubicBezTo>
                <a:lnTo>
                  <a:pt x="483489" y="1516380"/>
                </a:lnTo>
                <a:cubicBezTo>
                  <a:pt x="490823" y="1518952"/>
                  <a:pt x="498158" y="1521428"/>
                  <a:pt x="505587" y="1523810"/>
                </a:cubicBezTo>
                <a:lnTo>
                  <a:pt x="501396" y="1536859"/>
                </a:lnTo>
                <a:close/>
                <a:moveTo>
                  <a:pt x="1176528" y="1527048"/>
                </a:moveTo>
                <a:lnTo>
                  <a:pt x="1172813" y="1513904"/>
                </a:lnTo>
                <a:cubicBezTo>
                  <a:pt x="1180338" y="1511808"/>
                  <a:pt x="1187767" y="1509617"/>
                  <a:pt x="1195293" y="1507331"/>
                </a:cubicBezTo>
                <a:lnTo>
                  <a:pt x="1199198" y="1520476"/>
                </a:lnTo>
                <a:cubicBezTo>
                  <a:pt x="1191673" y="1522762"/>
                  <a:pt x="1184148" y="1524953"/>
                  <a:pt x="1176528" y="1527048"/>
                </a:cubicBezTo>
                <a:close/>
                <a:moveTo>
                  <a:pt x="456724" y="1521143"/>
                </a:moveTo>
                <a:cubicBezTo>
                  <a:pt x="449390" y="1518285"/>
                  <a:pt x="442055" y="1515428"/>
                  <a:pt x="434721" y="1512380"/>
                </a:cubicBezTo>
                <a:lnTo>
                  <a:pt x="439960" y="1499711"/>
                </a:lnTo>
                <a:cubicBezTo>
                  <a:pt x="447104" y="1502664"/>
                  <a:pt x="454342" y="1505522"/>
                  <a:pt x="461581" y="1508284"/>
                </a:cubicBezTo>
                <a:lnTo>
                  <a:pt x="456724" y="1521047"/>
                </a:lnTo>
                <a:close/>
                <a:moveTo>
                  <a:pt x="1221772" y="1513523"/>
                </a:moveTo>
                <a:lnTo>
                  <a:pt x="1217676" y="1500473"/>
                </a:lnTo>
                <a:cubicBezTo>
                  <a:pt x="1225106" y="1498187"/>
                  <a:pt x="1232535" y="1495806"/>
                  <a:pt x="1239965" y="1493330"/>
                </a:cubicBezTo>
                <a:lnTo>
                  <a:pt x="1244251" y="1506379"/>
                </a:lnTo>
                <a:cubicBezTo>
                  <a:pt x="1236726" y="1508855"/>
                  <a:pt x="1229297" y="1511237"/>
                  <a:pt x="1221772" y="1513618"/>
                </a:cubicBezTo>
                <a:close/>
                <a:moveTo>
                  <a:pt x="413004" y="1503045"/>
                </a:moveTo>
                <a:cubicBezTo>
                  <a:pt x="405765" y="1499807"/>
                  <a:pt x="398621" y="1496473"/>
                  <a:pt x="391573" y="1493044"/>
                </a:cubicBezTo>
                <a:lnTo>
                  <a:pt x="397478" y="1480661"/>
                </a:lnTo>
                <a:cubicBezTo>
                  <a:pt x="404431" y="1483995"/>
                  <a:pt x="411480" y="1487329"/>
                  <a:pt x="418624" y="1490472"/>
                </a:cubicBezTo>
                <a:lnTo>
                  <a:pt x="413004" y="1502950"/>
                </a:lnTo>
                <a:close/>
                <a:moveTo>
                  <a:pt x="1266539" y="1498759"/>
                </a:moveTo>
                <a:lnTo>
                  <a:pt x="1262063" y="1485805"/>
                </a:lnTo>
                <a:cubicBezTo>
                  <a:pt x="1269397" y="1483233"/>
                  <a:pt x="1276731" y="1480661"/>
                  <a:pt x="1284066" y="1477994"/>
                </a:cubicBezTo>
                <a:lnTo>
                  <a:pt x="1288733" y="1490853"/>
                </a:lnTo>
                <a:cubicBezTo>
                  <a:pt x="1281303" y="1493520"/>
                  <a:pt x="1273969" y="1496187"/>
                  <a:pt x="1266539" y="1498759"/>
                </a:cubicBezTo>
                <a:close/>
                <a:moveTo>
                  <a:pt x="1310831" y="1482566"/>
                </a:moveTo>
                <a:lnTo>
                  <a:pt x="1305878" y="1469803"/>
                </a:lnTo>
                <a:cubicBezTo>
                  <a:pt x="1313117" y="1467041"/>
                  <a:pt x="1320356" y="1464088"/>
                  <a:pt x="1327594" y="1461135"/>
                </a:cubicBezTo>
                <a:lnTo>
                  <a:pt x="1332738" y="1473803"/>
                </a:lnTo>
                <a:cubicBezTo>
                  <a:pt x="1325404" y="1476756"/>
                  <a:pt x="1318165" y="1479709"/>
                  <a:pt x="1310831" y="1482566"/>
                </a:cubicBezTo>
                <a:close/>
                <a:moveTo>
                  <a:pt x="370332" y="1482471"/>
                </a:moveTo>
                <a:cubicBezTo>
                  <a:pt x="363283" y="1478852"/>
                  <a:pt x="356330" y="1475137"/>
                  <a:pt x="349473" y="1471232"/>
                </a:cubicBezTo>
                <a:lnTo>
                  <a:pt x="356140" y="1459230"/>
                </a:lnTo>
                <a:cubicBezTo>
                  <a:pt x="362903" y="1463040"/>
                  <a:pt x="369760" y="1466660"/>
                  <a:pt x="376619" y="1470279"/>
                </a:cubicBezTo>
                <a:lnTo>
                  <a:pt x="370332" y="1482471"/>
                </a:lnTo>
                <a:close/>
                <a:moveTo>
                  <a:pt x="1354550" y="1464659"/>
                </a:moveTo>
                <a:lnTo>
                  <a:pt x="1349121" y="1452086"/>
                </a:lnTo>
                <a:cubicBezTo>
                  <a:pt x="1356265" y="1449038"/>
                  <a:pt x="1363408" y="1445800"/>
                  <a:pt x="1370457" y="1442561"/>
                </a:cubicBezTo>
                <a:lnTo>
                  <a:pt x="1376172" y="1455039"/>
                </a:lnTo>
                <a:cubicBezTo>
                  <a:pt x="1369028" y="1458278"/>
                  <a:pt x="1361789" y="1461516"/>
                  <a:pt x="1354550" y="1464659"/>
                </a:cubicBezTo>
                <a:close/>
                <a:moveTo>
                  <a:pt x="328994" y="1459516"/>
                </a:moveTo>
                <a:cubicBezTo>
                  <a:pt x="322231" y="1455515"/>
                  <a:pt x="315468" y="1451324"/>
                  <a:pt x="308801" y="1447038"/>
                </a:cubicBezTo>
                <a:lnTo>
                  <a:pt x="316135" y="1435513"/>
                </a:lnTo>
                <a:cubicBezTo>
                  <a:pt x="322707" y="1439704"/>
                  <a:pt x="329279" y="1443800"/>
                  <a:pt x="335947" y="1447705"/>
                </a:cubicBezTo>
                <a:lnTo>
                  <a:pt x="328898" y="1459516"/>
                </a:lnTo>
                <a:close/>
                <a:moveTo>
                  <a:pt x="1397603" y="1445038"/>
                </a:moveTo>
                <a:lnTo>
                  <a:pt x="1391603" y="1432751"/>
                </a:lnTo>
                <a:cubicBezTo>
                  <a:pt x="1398651" y="1429322"/>
                  <a:pt x="1405604" y="1425893"/>
                  <a:pt x="1412462" y="1422368"/>
                </a:cubicBezTo>
                <a:lnTo>
                  <a:pt x="1418749" y="1434560"/>
                </a:lnTo>
                <a:cubicBezTo>
                  <a:pt x="1411700" y="1438180"/>
                  <a:pt x="1404652" y="1441704"/>
                  <a:pt x="1397603" y="1445133"/>
                </a:cubicBezTo>
                <a:close/>
                <a:moveTo>
                  <a:pt x="289084" y="1433989"/>
                </a:moveTo>
                <a:cubicBezTo>
                  <a:pt x="282607" y="1429512"/>
                  <a:pt x="276130" y="1424940"/>
                  <a:pt x="269748" y="1420273"/>
                </a:cubicBezTo>
                <a:lnTo>
                  <a:pt x="277844" y="1409224"/>
                </a:lnTo>
                <a:cubicBezTo>
                  <a:pt x="284131" y="1413796"/>
                  <a:pt x="290417" y="1418273"/>
                  <a:pt x="296799" y="1422654"/>
                </a:cubicBezTo>
                <a:lnTo>
                  <a:pt x="289084" y="1433989"/>
                </a:lnTo>
                <a:close/>
                <a:moveTo>
                  <a:pt x="1439704" y="1423416"/>
                </a:moveTo>
                <a:lnTo>
                  <a:pt x="1433131" y="1411414"/>
                </a:lnTo>
                <a:cubicBezTo>
                  <a:pt x="1439990" y="1407700"/>
                  <a:pt x="1446752" y="1403890"/>
                  <a:pt x="1453515" y="1399985"/>
                </a:cubicBezTo>
                <a:lnTo>
                  <a:pt x="1460373" y="1411891"/>
                </a:lnTo>
                <a:cubicBezTo>
                  <a:pt x="1453515" y="1415796"/>
                  <a:pt x="1446657" y="1419701"/>
                  <a:pt x="1439704" y="1423511"/>
                </a:cubicBezTo>
                <a:close/>
                <a:moveTo>
                  <a:pt x="250793" y="1405985"/>
                </a:moveTo>
                <a:cubicBezTo>
                  <a:pt x="244602" y="1401128"/>
                  <a:pt x="238411" y="1396175"/>
                  <a:pt x="232410" y="1391031"/>
                </a:cubicBezTo>
                <a:lnTo>
                  <a:pt x="241173" y="1380554"/>
                </a:lnTo>
                <a:cubicBezTo>
                  <a:pt x="247079" y="1385507"/>
                  <a:pt x="253174" y="1390460"/>
                  <a:pt x="259271" y="1395222"/>
                </a:cubicBezTo>
                <a:lnTo>
                  <a:pt x="250793" y="1405985"/>
                </a:lnTo>
                <a:close/>
                <a:moveTo>
                  <a:pt x="1480661" y="1399699"/>
                </a:moveTo>
                <a:lnTo>
                  <a:pt x="1473517" y="1388078"/>
                </a:lnTo>
                <a:cubicBezTo>
                  <a:pt x="1480185" y="1383983"/>
                  <a:pt x="1486757" y="1379792"/>
                  <a:pt x="1493234" y="1375601"/>
                </a:cubicBezTo>
                <a:lnTo>
                  <a:pt x="1500759" y="1387031"/>
                </a:lnTo>
                <a:cubicBezTo>
                  <a:pt x="1494187" y="1391317"/>
                  <a:pt x="1487519" y="1395603"/>
                  <a:pt x="1480756" y="1399699"/>
                </a:cubicBezTo>
                <a:close/>
                <a:moveTo>
                  <a:pt x="214408" y="1375505"/>
                </a:moveTo>
                <a:cubicBezTo>
                  <a:pt x="211455" y="1372838"/>
                  <a:pt x="208597" y="1370267"/>
                  <a:pt x="205740" y="1367600"/>
                </a:cubicBezTo>
                <a:cubicBezTo>
                  <a:pt x="202787" y="1364933"/>
                  <a:pt x="199930" y="1362170"/>
                  <a:pt x="197073" y="1359408"/>
                </a:cubicBezTo>
                <a:lnTo>
                  <a:pt x="206598" y="1349502"/>
                </a:lnTo>
                <a:cubicBezTo>
                  <a:pt x="209360" y="1352169"/>
                  <a:pt x="212217" y="1354836"/>
                  <a:pt x="215074" y="1357503"/>
                </a:cubicBezTo>
                <a:cubicBezTo>
                  <a:pt x="217932" y="1360170"/>
                  <a:pt x="220790" y="1362742"/>
                  <a:pt x="223647" y="1365314"/>
                </a:cubicBezTo>
                <a:lnTo>
                  <a:pt x="214503" y="1375505"/>
                </a:lnTo>
                <a:close/>
                <a:moveTo>
                  <a:pt x="1520285" y="1373696"/>
                </a:moveTo>
                <a:lnTo>
                  <a:pt x="1512475" y="1362456"/>
                </a:lnTo>
                <a:cubicBezTo>
                  <a:pt x="1518856" y="1357979"/>
                  <a:pt x="1525143" y="1353503"/>
                  <a:pt x="1531334" y="1348835"/>
                </a:cubicBezTo>
                <a:lnTo>
                  <a:pt x="1539526" y="1359789"/>
                </a:lnTo>
                <a:cubicBezTo>
                  <a:pt x="1533239" y="1364552"/>
                  <a:pt x="1526762" y="1369124"/>
                  <a:pt x="1520285" y="1373696"/>
                </a:cubicBezTo>
                <a:close/>
                <a:moveTo>
                  <a:pt x="1558290" y="1345311"/>
                </a:moveTo>
                <a:lnTo>
                  <a:pt x="1549717" y="1334643"/>
                </a:lnTo>
                <a:cubicBezTo>
                  <a:pt x="1555814" y="1329785"/>
                  <a:pt x="1561719" y="1324832"/>
                  <a:pt x="1567624" y="1319784"/>
                </a:cubicBezTo>
                <a:lnTo>
                  <a:pt x="1576578" y="1330166"/>
                </a:lnTo>
                <a:cubicBezTo>
                  <a:pt x="1570577" y="1335310"/>
                  <a:pt x="1564482" y="1340358"/>
                  <a:pt x="1558290" y="1345311"/>
                </a:cubicBezTo>
                <a:close/>
                <a:moveTo>
                  <a:pt x="180213" y="1342549"/>
                </a:moveTo>
                <a:cubicBezTo>
                  <a:pt x="174688" y="1336834"/>
                  <a:pt x="169354" y="1331119"/>
                  <a:pt x="164021" y="1325213"/>
                </a:cubicBezTo>
                <a:lnTo>
                  <a:pt x="174212" y="1316069"/>
                </a:lnTo>
                <a:cubicBezTo>
                  <a:pt x="179356" y="1321784"/>
                  <a:pt x="184690" y="1327499"/>
                  <a:pt x="190024" y="1333024"/>
                </a:cubicBezTo>
                <a:lnTo>
                  <a:pt x="180213" y="1342549"/>
                </a:lnTo>
                <a:close/>
                <a:moveTo>
                  <a:pt x="1594294" y="1314355"/>
                </a:moveTo>
                <a:lnTo>
                  <a:pt x="1584960" y="1304258"/>
                </a:lnTo>
                <a:cubicBezTo>
                  <a:pt x="1590675" y="1299020"/>
                  <a:pt x="1596199" y="1293590"/>
                  <a:pt x="1601724" y="1288161"/>
                </a:cubicBezTo>
                <a:lnTo>
                  <a:pt x="1611440" y="1297877"/>
                </a:lnTo>
                <a:cubicBezTo>
                  <a:pt x="1605820" y="1303496"/>
                  <a:pt x="1600105" y="1308926"/>
                  <a:pt x="1594294" y="1314355"/>
                </a:cubicBezTo>
                <a:close/>
                <a:moveTo>
                  <a:pt x="148495" y="1307306"/>
                </a:moveTo>
                <a:cubicBezTo>
                  <a:pt x="143447" y="1301210"/>
                  <a:pt x="138398" y="1295114"/>
                  <a:pt x="133540" y="1288828"/>
                </a:cubicBezTo>
                <a:lnTo>
                  <a:pt x="144304" y="1280446"/>
                </a:lnTo>
                <a:cubicBezTo>
                  <a:pt x="149066" y="1286542"/>
                  <a:pt x="153924" y="1292543"/>
                  <a:pt x="158877" y="1298543"/>
                </a:cubicBezTo>
                <a:lnTo>
                  <a:pt x="148399" y="1307306"/>
                </a:lnTo>
                <a:close/>
                <a:moveTo>
                  <a:pt x="1627918" y="1280827"/>
                </a:moveTo>
                <a:lnTo>
                  <a:pt x="1617821" y="1271492"/>
                </a:lnTo>
                <a:cubicBezTo>
                  <a:pt x="1623060" y="1265777"/>
                  <a:pt x="1628204" y="1260062"/>
                  <a:pt x="1633252" y="1254157"/>
                </a:cubicBezTo>
                <a:lnTo>
                  <a:pt x="1643634" y="1263015"/>
                </a:lnTo>
                <a:cubicBezTo>
                  <a:pt x="1638490" y="1269016"/>
                  <a:pt x="1633252" y="1274921"/>
                  <a:pt x="1627823" y="1280732"/>
                </a:cubicBezTo>
                <a:close/>
                <a:moveTo>
                  <a:pt x="119348" y="1269873"/>
                </a:moveTo>
                <a:cubicBezTo>
                  <a:pt x="114681" y="1263491"/>
                  <a:pt x="110204" y="1257014"/>
                  <a:pt x="105823" y="1250442"/>
                </a:cubicBezTo>
                <a:lnTo>
                  <a:pt x="117158" y="1242822"/>
                </a:lnTo>
                <a:cubicBezTo>
                  <a:pt x="121444" y="1249299"/>
                  <a:pt x="125921" y="1255585"/>
                  <a:pt x="130398" y="1261872"/>
                </a:cubicBezTo>
                <a:lnTo>
                  <a:pt x="119253" y="1269873"/>
                </a:lnTo>
                <a:close/>
                <a:moveTo>
                  <a:pt x="1658683" y="1244632"/>
                </a:moveTo>
                <a:lnTo>
                  <a:pt x="1647920" y="1236155"/>
                </a:lnTo>
                <a:cubicBezTo>
                  <a:pt x="1652683" y="1230059"/>
                  <a:pt x="1657255" y="1223867"/>
                  <a:pt x="1661827" y="1217581"/>
                </a:cubicBezTo>
                <a:lnTo>
                  <a:pt x="1672971" y="1225487"/>
                </a:lnTo>
                <a:cubicBezTo>
                  <a:pt x="1668399" y="1231964"/>
                  <a:pt x="1663637" y="1238250"/>
                  <a:pt x="1658779" y="1244537"/>
                </a:cubicBezTo>
                <a:close/>
                <a:moveTo>
                  <a:pt x="92964" y="1230439"/>
                </a:moveTo>
                <a:cubicBezTo>
                  <a:pt x="88773" y="1223677"/>
                  <a:pt x="84772" y="1216914"/>
                  <a:pt x="80867" y="1210056"/>
                </a:cubicBezTo>
                <a:lnTo>
                  <a:pt x="92774" y="1203293"/>
                </a:lnTo>
                <a:cubicBezTo>
                  <a:pt x="96583" y="1210056"/>
                  <a:pt x="100584" y="1216724"/>
                  <a:pt x="104680" y="1223296"/>
                </a:cubicBezTo>
                <a:lnTo>
                  <a:pt x="93059" y="1230535"/>
                </a:lnTo>
                <a:close/>
                <a:moveTo>
                  <a:pt x="1686306" y="1205960"/>
                </a:moveTo>
                <a:lnTo>
                  <a:pt x="1674781" y="1198531"/>
                </a:lnTo>
                <a:cubicBezTo>
                  <a:pt x="1677257" y="1194721"/>
                  <a:pt x="1679639" y="1190911"/>
                  <a:pt x="1682020" y="1187006"/>
                </a:cubicBezTo>
                <a:cubicBezTo>
                  <a:pt x="1683734" y="1184243"/>
                  <a:pt x="1685354" y="1181481"/>
                  <a:pt x="1686973" y="1178814"/>
                </a:cubicBezTo>
                <a:lnTo>
                  <a:pt x="1698784" y="1185767"/>
                </a:lnTo>
                <a:cubicBezTo>
                  <a:pt x="1697165" y="1188625"/>
                  <a:pt x="1695450" y="1191387"/>
                  <a:pt x="1693735" y="1194245"/>
                </a:cubicBezTo>
                <a:cubicBezTo>
                  <a:pt x="1691354" y="1198245"/>
                  <a:pt x="1688783" y="1202150"/>
                  <a:pt x="1686306" y="1206056"/>
                </a:cubicBezTo>
                <a:close/>
                <a:moveTo>
                  <a:pt x="69437" y="1189196"/>
                </a:moveTo>
                <a:cubicBezTo>
                  <a:pt x="65722" y="1182148"/>
                  <a:pt x="62198" y="1175099"/>
                  <a:pt x="58865" y="1167956"/>
                </a:cubicBezTo>
                <a:lnTo>
                  <a:pt x="71247" y="1162050"/>
                </a:lnTo>
                <a:cubicBezTo>
                  <a:pt x="74581" y="1169003"/>
                  <a:pt x="78010" y="1175957"/>
                  <a:pt x="81629" y="1182814"/>
                </a:cubicBezTo>
                <a:lnTo>
                  <a:pt x="69533" y="1189196"/>
                </a:lnTo>
                <a:close/>
                <a:moveTo>
                  <a:pt x="1710404" y="1164908"/>
                </a:moveTo>
                <a:lnTo>
                  <a:pt x="1698308" y="1158526"/>
                </a:lnTo>
                <a:cubicBezTo>
                  <a:pt x="1701927" y="1151668"/>
                  <a:pt x="1705356" y="1144714"/>
                  <a:pt x="1708594" y="1137761"/>
                </a:cubicBezTo>
                <a:lnTo>
                  <a:pt x="1720977" y="1143572"/>
                </a:lnTo>
                <a:cubicBezTo>
                  <a:pt x="1717643" y="1150715"/>
                  <a:pt x="1714119" y="1157859"/>
                  <a:pt x="1710404" y="1164908"/>
                </a:cubicBezTo>
                <a:close/>
                <a:moveTo>
                  <a:pt x="48958" y="1146429"/>
                </a:moveTo>
                <a:cubicBezTo>
                  <a:pt x="45816" y="1139190"/>
                  <a:pt x="42767" y="1131856"/>
                  <a:pt x="39910" y="1124426"/>
                </a:cubicBezTo>
                <a:lnTo>
                  <a:pt x="52673" y="1119473"/>
                </a:lnTo>
                <a:cubicBezTo>
                  <a:pt x="55435" y="1126712"/>
                  <a:pt x="58388" y="1133856"/>
                  <a:pt x="61436" y="1141000"/>
                </a:cubicBezTo>
                <a:lnTo>
                  <a:pt x="48863" y="1146429"/>
                </a:lnTo>
                <a:close/>
                <a:moveTo>
                  <a:pt x="1730598" y="1121855"/>
                </a:moveTo>
                <a:lnTo>
                  <a:pt x="1717929" y="1116616"/>
                </a:lnTo>
                <a:cubicBezTo>
                  <a:pt x="1720882" y="1109472"/>
                  <a:pt x="1723739" y="1102233"/>
                  <a:pt x="1726407" y="1094994"/>
                </a:cubicBezTo>
                <a:lnTo>
                  <a:pt x="1739265" y="1099757"/>
                </a:lnTo>
                <a:cubicBezTo>
                  <a:pt x="1736503" y="1107186"/>
                  <a:pt x="1733645" y="1114616"/>
                  <a:pt x="1730598" y="1121950"/>
                </a:cubicBezTo>
                <a:close/>
                <a:moveTo>
                  <a:pt x="31813" y="1102138"/>
                </a:moveTo>
                <a:cubicBezTo>
                  <a:pt x="29242" y="1094613"/>
                  <a:pt x="26765" y="1087088"/>
                  <a:pt x="24479" y="1079564"/>
                </a:cubicBezTo>
                <a:lnTo>
                  <a:pt x="37624" y="1075563"/>
                </a:lnTo>
                <a:cubicBezTo>
                  <a:pt x="39814" y="1082993"/>
                  <a:pt x="42196" y="1090327"/>
                  <a:pt x="44767" y="1097661"/>
                </a:cubicBezTo>
                <a:lnTo>
                  <a:pt x="31813" y="1102138"/>
                </a:lnTo>
                <a:close/>
                <a:moveTo>
                  <a:pt x="1746980" y="1077278"/>
                </a:moveTo>
                <a:lnTo>
                  <a:pt x="1733931" y="1073087"/>
                </a:lnTo>
                <a:cubicBezTo>
                  <a:pt x="1736312" y="1065752"/>
                  <a:pt x="1738503" y="1058323"/>
                  <a:pt x="1740503" y="1050893"/>
                </a:cubicBezTo>
                <a:lnTo>
                  <a:pt x="1753743" y="1054513"/>
                </a:lnTo>
                <a:cubicBezTo>
                  <a:pt x="1751648" y="1062133"/>
                  <a:pt x="1749362" y="1069753"/>
                  <a:pt x="1746980" y="1077278"/>
                </a:cubicBezTo>
                <a:close/>
                <a:moveTo>
                  <a:pt x="18097" y="1056608"/>
                </a:moveTo>
                <a:cubicBezTo>
                  <a:pt x="16097" y="1048893"/>
                  <a:pt x="14288" y="1041273"/>
                  <a:pt x="12573" y="1033463"/>
                </a:cubicBezTo>
                <a:lnTo>
                  <a:pt x="26003" y="1030605"/>
                </a:lnTo>
                <a:cubicBezTo>
                  <a:pt x="27622" y="1038130"/>
                  <a:pt x="29432" y="1045655"/>
                  <a:pt x="31337" y="1053179"/>
                </a:cubicBezTo>
                <a:lnTo>
                  <a:pt x="18097" y="1056608"/>
                </a:lnTo>
                <a:close/>
                <a:moveTo>
                  <a:pt x="1759553" y="1031462"/>
                </a:moveTo>
                <a:lnTo>
                  <a:pt x="1746218" y="1028319"/>
                </a:lnTo>
                <a:cubicBezTo>
                  <a:pt x="1747933" y="1020794"/>
                  <a:pt x="1749552" y="1013174"/>
                  <a:pt x="1750981" y="1005650"/>
                </a:cubicBezTo>
                <a:lnTo>
                  <a:pt x="1764411" y="1008221"/>
                </a:lnTo>
                <a:cubicBezTo>
                  <a:pt x="1762887" y="1016032"/>
                  <a:pt x="1761268" y="1023747"/>
                  <a:pt x="1759458" y="1031462"/>
                </a:cubicBezTo>
                <a:close/>
                <a:moveTo>
                  <a:pt x="8096" y="1010222"/>
                </a:moveTo>
                <a:cubicBezTo>
                  <a:pt x="6763" y="1002411"/>
                  <a:pt x="5525" y="994601"/>
                  <a:pt x="4572" y="986695"/>
                </a:cubicBezTo>
                <a:lnTo>
                  <a:pt x="18193" y="984885"/>
                </a:lnTo>
                <a:cubicBezTo>
                  <a:pt x="19145" y="992600"/>
                  <a:pt x="20384" y="1000220"/>
                  <a:pt x="21622" y="1007840"/>
                </a:cubicBezTo>
                <a:lnTo>
                  <a:pt x="8096" y="1010126"/>
                </a:lnTo>
                <a:close/>
                <a:moveTo>
                  <a:pt x="1768412" y="984790"/>
                </a:moveTo>
                <a:lnTo>
                  <a:pt x="1754886" y="982694"/>
                </a:lnTo>
                <a:cubicBezTo>
                  <a:pt x="1756029" y="975074"/>
                  <a:pt x="1757077" y="967359"/>
                  <a:pt x="1757934" y="959644"/>
                </a:cubicBezTo>
                <a:lnTo>
                  <a:pt x="1771555" y="961263"/>
                </a:lnTo>
                <a:cubicBezTo>
                  <a:pt x="1770602" y="969169"/>
                  <a:pt x="1769555" y="976979"/>
                  <a:pt x="1768412" y="984790"/>
                </a:cubicBezTo>
                <a:close/>
                <a:moveTo>
                  <a:pt x="2000" y="963073"/>
                </a:moveTo>
                <a:cubicBezTo>
                  <a:pt x="1334" y="955167"/>
                  <a:pt x="762" y="947261"/>
                  <a:pt x="476" y="939355"/>
                </a:cubicBezTo>
                <a:lnTo>
                  <a:pt x="14192" y="938784"/>
                </a:lnTo>
                <a:cubicBezTo>
                  <a:pt x="14478" y="946499"/>
                  <a:pt x="15050" y="954214"/>
                  <a:pt x="15716" y="961930"/>
                </a:cubicBezTo>
                <a:lnTo>
                  <a:pt x="2096" y="963073"/>
                </a:lnTo>
                <a:close/>
                <a:moveTo>
                  <a:pt x="1773936" y="937641"/>
                </a:moveTo>
                <a:lnTo>
                  <a:pt x="1760316" y="936593"/>
                </a:lnTo>
                <a:cubicBezTo>
                  <a:pt x="1760887" y="928878"/>
                  <a:pt x="1761363" y="921163"/>
                  <a:pt x="1761744" y="913352"/>
                </a:cubicBezTo>
                <a:lnTo>
                  <a:pt x="1775460" y="914019"/>
                </a:lnTo>
                <a:cubicBezTo>
                  <a:pt x="1775079" y="921925"/>
                  <a:pt x="1774603" y="929830"/>
                  <a:pt x="1774032" y="937641"/>
                </a:cubicBezTo>
                <a:close/>
                <a:moveTo>
                  <a:pt x="13716" y="915543"/>
                </a:moveTo>
                <a:lnTo>
                  <a:pt x="0" y="915543"/>
                </a:lnTo>
                <a:cubicBezTo>
                  <a:pt x="0" y="907637"/>
                  <a:pt x="190" y="899636"/>
                  <a:pt x="571" y="891730"/>
                </a:cubicBezTo>
                <a:lnTo>
                  <a:pt x="14288" y="892397"/>
                </a:lnTo>
                <a:cubicBezTo>
                  <a:pt x="13906" y="900113"/>
                  <a:pt x="13716" y="907828"/>
                  <a:pt x="13716" y="915543"/>
                </a:cubicBezTo>
                <a:close/>
                <a:moveTo>
                  <a:pt x="1776031" y="890302"/>
                </a:moveTo>
                <a:lnTo>
                  <a:pt x="1762315" y="890111"/>
                </a:lnTo>
                <a:cubicBezTo>
                  <a:pt x="1762315" y="887254"/>
                  <a:pt x="1762315" y="884396"/>
                  <a:pt x="1762315" y="881539"/>
                </a:cubicBezTo>
                <a:cubicBezTo>
                  <a:pt x="1762315" y="876586"/>
                  <a:pt x="1762315" y="871728"/>
                  <a:pt x="1762125" y="866775"/>
                </a:cubicBezTo>
                <a:lnTo>
                  <a:pt x="1775841" y="866489"/>
                </a:lnTo>
                <a:cubicBezTo>
                  <a:pt x="1775936" y="871538"/>
                  <a:pt x="1776031" y="876491"/>
                  <a:pt x="1776031" y="881539"/>
                </a:cubicBezTo>
                <a:cubicBezTo>
                  <a:pt x="1776031" y="884492"/>
                  <a:pt x="1776031" y="887349"/>
                  <a:pt x="1776031" y="890207"/>
                </a:cubicBezTo>
                <a:close/>
                <a:moveTo>
                  <a:pt x="15907" y="869347"/>
                </a:moveTo>
                <a:lnTo>
                  <a:pt x="2286" y="868013"/>
                </a:lnTo>
                <a:cubicBezTo>
                  <a:pt x="3048" y="860108"/>
                  <a:pt x="4001" y="852202"/>
                  <a:pt x="5144" y="844391"/>
                </a:cubicBezTo>
                <a:lnTo>
                  <a:pt x="18669" y="846392"/>
                </a:lnTo>
                <a:cubicBezTo>
                  <a:pt x="17526" y="854011"/>
                  <a:pt x="16669" y="861727"/>
                  <a:pt x="15907" y="869347"/>
                </a:cubicBezTo>
                <a:close/>
                <a:moveTo>
                  <a:pt x="1761363" y="843629"/>
                </a:moveTo>
                <a:cubicBezTo>
                  <a:pt x="1760982" y="835914"/>
                  <a:pt x="1760410" y="828104"/>
                  <a:pt x="1759839" y="820388"/>
                </a:cubicBezTo>
                <a:lnTo>
                  <a:pt x="1773460" y="819245"/>
                </a:lnTo>
                <a:cubicBezTo>
                  <a:pt x="1774126" y="827151"/>
                  <a:pt x="1774603" y="834961"/>
                  <a:pt x="1775079" y="842867"/>
                </a:cubicBezTo>
                <a:lnTo>
                  <a:pt x="1761363" y="843534"/>
                </a:lnTo>
                <a:close/>
                <a:moveTo>
                  <a:pt x="22479" y="823436"/>
                </a:moveTo>
                <a:lnTo>
                  <a:pt x="9049" y="820865"/>
                </a:lnTo>
                <a:cubicBezTo>
                  <a:pt x="10573" y="813054"/>
                  <a:pt x="12287" y="805339"/>
                  <a:pt x="14097" y="797624"/>
                </a:cubicBezTo>
                <a:lnTo>
                  <a:pt x="27432" y="800862"/>
                </a:lnTo>
                <a:cubicBezTo>
                  <a:pt x="25622" y="808387"/>
                  <a:pt x="24003" y="815911"/>
                  <a:pt x="22479" y="823532"/>
                </a:cubicBezTo>
                <a:close/>
                <a:moveTo>
                  <a:pt x="1757553" y="797243"/>
                </a:moveTo>
                <a:cubicBezTo>
                  <a:pt x="1756696" y="789527"/>
                  <a:pt x="1755743" y="781812"/>
                  <a:pt x="1754600" y="774097"/>
                </a:cubicBezTo>
                <a:lnTo>
                  <a:pt x="1768126" y="772192"/>
                </a:lnTo>
                <a:cubicBezTo>
                  <a:pt x="1769269" y="780002"/>
                  <a:pt x="1770221" y="787813"/>
                  <a:pt x="1771079" y="795719"/>
                </a:cubicBezTo>
                <a:lnTo>
                  <a:pt x="1757458" y="797243"/>
                </a:lnTo>
                <a:close/>
                <a:moveTo>
                  <a:pt x="33433" y="778478"/>
                </a:moveTo>
                <a:lnTo>
                  <a:pt x="20288" y="774668"/>
                </a:lnTo>
                <a:cubicBezTo>
                  <a:pt x="22479" y="767048"/>
                  <a:pt x="24860" y="759524"/>
                  <a:pt x="27432" y="751999"/>
                </a:cubicBezTo>
                <a:lnTo>
                  <a:pt x="40386" y="756476"/>
                </a:lnTo>
                <a:cubicBezTo>
                  <a:pt x="37910" y="763810"/>
                  <a:pt x="35528" y="771144"/>
                  <a:pt x="33433" y="778574"/>
                </a:cubicBezTo>
                <a:close/>
                <a:moveTo>
                  <a:pt x="1751076" y="751046"/>
                </a:moveTo>
                <a:cubicBezTo>
                  <a:pt x="1749742" y="743426"/>
                  <a:pt x="1748314" y="735711"/>
                  <a:pt x="1746885" y="728186"/>
                </a:cubicBezTo>
                <a:lnTo>
                  <a:pt x="1760316" y="725519"/>
                </a:lnTo>
                <a:cubicBezTo>
                  <a:pt x="1761839" y="733234"/>
                  <a:pt x="1763268" y="741045"/>
                  <a:pt x="1764601" y="748760"/>
                </a:cubicBezTo>
                <a:lnTo>
                  <a:pt x="1751076" y="751046"/>
                </a:lnTo>
                <a:close/>
                <a:moveTo>
                  <a:pt x="48387" y="734568"/>
                </a:moveTo>
                <a:lnTo>
                  <a:pt x="35623" y="729520"/>
                </a:lnTo>
                <a:cubicBezTo>
                  <a:pt x="38576" y="722186"/>
                  <a:pt x="41624" y="714851"/>
                  <a:pt x="44863" y="707612"/>
                </a:cubicBezTo>
                <a:lnTo>
                  <a:pt x="57340" y="713232"/>
                </a:lnTo>
                <a:cubicBezTo>
                  <a:pt x="54198" y="720281"/>
                  <a:pt x="51149" y="727424"/>
                  <a:pt x="48387" y="734568"/>
                </a:cubicBezTo>
                <a:close/>
                <a:moveTo>
                  <a:pt x="1741932" y="705422"/>
                </a:moveTo>
                <a:cubicBezTo>
                  <a:pt x="1740217" y="697802"/>
                  <a:pt x="1738408" y="690277"/>
                  <a:pt x="1736408" y="682752"/>
                </a:cubicBezTo>
                <a:lnTo>
                  <a:pt x="1749648" y="679323"/>
                </a:lnTo>
                <a:cubicBezTo>
                  <a:pt x="1751648" y="686943"/>
                  <a:pt x="1753457" y="694658"/>
                  <a:pt x="1755267" y="702374"/>
                </a:cubicBezTo>
                <a:lnTo>
                  <a:pt x="1741932" y="705422"/>
                </a:lnTo>
                <a:close/>
                <a:moveTo>
                  <a:pt x="67342" y="692277"/>
                </a:moveTo>
                <a:lnTo>
                  <a:pt x="55054" y="686086"/>
                </a:lnTo>
                <a:cubicBezTo>
                  <a:pt x="58579" y="679037"/>
                  <a:pt x="62389" y="671989"/>
                  <a:pt x="66199" y="665036"/>
                </a:cubicBezTo>
                <a:lnTo>
                  <a:pt x="78105" y="671703"/>
                </a:lnTo>
                <a:cubicBezTo>
                  <a:pt x="74295" y="678466"/>
                  <a:pt x="70676" y="685229"/>
                  <a:pt x="67247" y="692182"/>
                </a:cubicBezTo>
                <a:close/>
                <a:moveTo>
                  <a:pt x="1730407" y="660273"/>
                </a:moveTo>
                <a:cubicBezTo>
                  <a:pt x="1728311" y="652748"/>
                  <a:pt x="1726025" y="645319"/>
                  <a:pt x="1723739" y="637984"/>
                </a:cubicBezTo>
                <a:lnTo>
                  <a:pt x="1736789" y="633889"/>
                </a:lnTo>
                <a:cubicBezTo>
                  <a:pt x="1739170" y="641413"/>
                  <a:pt x="1741456" y="648938"/>
                  <a:pt x="1743551" y="656558"/>
                </a:cubicBezTo>
                <a:lnTo>
                  <a:pt x="1730407" y="660273"/>
                </a:lnTo>
                <a:close/>
                <a:moveTo>
                  <a:pt x="90011" y="651986"/>
                </a:moveTo>
                <a:lnTo>
                  <a:pt x="78391" y="644747"/>
                </a:lnTo>
                <a:cubicBezTo>
                  <a:pt x="82582" y="637984"/>
                  <a:pt x="86963" y="631412"/>
                  <a:pt x="91440" y="624840"/>
                </a:cubicBezTo>
                <a:lnTo>
                  <a:pt x="102679" y="632651"/>
                </a:lnTo>
                <a:cubicBezTo>
                  <a:pt x="98298" y="639032"/>
                  <a:pt x="94012" y="645414"/>
                  <a:pt x="89916" y="651986"/>
                </a:cubicBezTo>
                <a:close/>
                <a:moveTo>
                  <a:pt x="1716405" y="615791"/>
                </a:moveTo>
                <a:cubicBezTo>
                  <a:pt x="1713834" y="608457"/>
                  <a:pt x="1711262" y="601123"/>
                  <a:pt x="1708594" y="593884"/>
                </a:cubicBezTo>
                <a:lnTo>
                  <a:pt x="1721453" y="589121"/>
                </a:lnTo>
                <a:cubicBezTo>
                  <a:pt x="1724215" y="596456"/>
                  <a:pt x="1726883" y="603885"/>
                  <a:pt x="1729454" y="611410"/>
                </a:cubicBezTo>
                <a:lnTo>
                  <a:pt x="1716500" y="615886"/>
                </a:lnTo>
                <a:close/>
                <a:moveTo>
                  <a:pt x="116396" y="613886"/>
                </a:moveTo>
                <a:lnTo>
                  <a:pt x="105537" y="605600"/>
                </a:lnTo>
                <a:cubicBezTo>
                  <a:pt x="110395" y="599313"/>
                  <a:pt x="115348" y="593122"/>
                  <a:pt x="120396" y="587026"/>
                </a:cubicBezTo>
                <a:lnTo>
                  <a:pt x="130874" y="595884"/>
                </a:lnTo>
                <a:cubicBezTo>
                  <a:pt x="125921" y="601790"/>
                  <a:pt x="121063" y="607790"/>
                  <a:pt x="116396" y="613982"/>
                </a:cubicBezTo>
                <a:close/>
                <a:moveTo>
                  <a:pt x="146209" y="578453"/>
                </a:moveTo>
                <a:lnTo>
                  <a:pt x="136208" y="569119"/>
                </a:lnTo>
                <a:cubicBezTo>
                  <a:pt x="141637" y="563309"/>
                  <a:pt x="147161" y="557594"/>
                  <a:pt x="152876" y="552069"/>
                </a:cubicBezTo>
                <a:lnTo>
                  <a:pt x="162401" y="561880"/>
                </a:lnTo>
                <a:cubicBezTo>
                  <a:pt x="156877" y="567214"/>
                  <a:pt x="151447" y="572738"/>
                  <a:pt x="146209" y="578453"/>
                </a:cubicBezTo>
                <a:close/>
                <a:moveTo>
                  <a:pt x="1700308" y="571976"/>
                </a:moveTo>
                <a:cubicBezTo>
                  <a:pt x="1697546" y="564737"/>
                  <a:pt x="1694688" y="557403"/>
                  <a:pt x="1691831" y="550164"/>
                </a:cubicBezTo>
                <a:lnTo>
                  <a:pt x="1704594" y="545116"/>
                </a:lnTo>
                <a:cubicBezTo>
                  <a:pt x="1707451" y="552450"/>
                  <a:pt x="1710309" y="559784"/>
                  <a:pt x="1713071" y="567023"/>
                </a:cubicBezTo>
                <a:lnTo>
                  <a:pt x="1700308" y="571881"/>
                </a:lnTo>
                <a:close/>
                <a:moveTo>
                  <a:pt x="179260" y="546163"/>
                </a:moveTo>
                <a:lnTo>
                  <a:pt x="170212" y="535877"/>
                </a:lnTo>
                <a:cubicBezTo>
                  <a:pt x="176213" y="530638"/>
                  <a:pt x="182308" y="525494"/>
                  <a:pt x="188500" y="520636"/>
                </a:cubicBezTo>
                <a:lnTo>
                  <a:pt x="196977" y="531400"/>
                </a:lnTo>
                <a:cubicBezTo>
                  <a:pt x="190976" y="536162"/>
                  <a:pt x="184976" y="541115"/>
                  <a:pt x="179260" y="546259"/>
                </a:cubicBezTo>
                <a:close/>
                <a:moveTo>
                  <a:pt x="1683163" y="528352"/>
                </a:moveTo>
                <a:cubicBezTo>
                  <a:pt x="1680210" y="521113"/>
                  <a:pt x="1677257" y="513874"/>
                  <a:pt x="1674305" y="506730"/>
                </a:cubicBezTo>
                <a:lnTo>
                  <a:pt x="1686973" y="501491"/>
                </a:lnTo>
                <a:cubicBezTo>
                  <a:pt x="1690021" y="508730"/>
                  <a:pt x="1692974" y="515969"/>
                  <a:pt x="1695926" y="523304"/>
                </a:cubicBezTo>
                <a:lnTo>
                  <a:pt x="1683258" y="528447"/>
                </a:lnTo>
                <a:close/>
                <a:moveTo>
                  <a:pt x="215551" y="517493"/>
                </a:moveTo>
                <a:lnTo>
                  <a:pt x="207645" y="506349"/>
                </a:lnTo>
                <a:cubicBezTo>
                  <a:pt x="214122" y="501777"/>
                  <a:pt x="220790" y="497300"/>
                  <a:pt x="227457" y="493109"/>
                </a:cubicBezTo>
                <a:lnTo>
                  <a:pt x="234791" y="504730"/>
                </a:lnTo>
                <a:cubicBezTo>
                  <a:pt x="228314" y="508825"/>
                  <a:pt x="221837" y="513112"/>
                  <a:pt x="215551" y="517588"/>
                </a:cubicBezTo>
                <a:close/>
                <a:moveTo>
                  <a:pt x="254699" y="492919"/>
                </a:moveTo>
                <a:lnTo>
                  <a:pt x="248031" y="480917"/>
                </a:lnTo>
                <a:cubicBezTo>
                  <a:pt x="254984" y="477012"/>
                  <a:pt x="262128" y="473392"/>
                  <a:pt x="269272" y="469963"/>
                </a:cubicBezTo>
                <a:lnTo>
                  <a:pt x="275177" y="482251"/>
                </a:lnTo>
                <a:cubicBezTo>
                  <a:pt x="268319" y="485584"/>
                  <a:pt x="261366" y="489109"/>
                  <a:pt x="254699" y="492919"/>
                </a:cubicBezTo>
                <a:close/>
                <a:moveTo>
                  <a:pt x="1665160" y="485204"/>
                </a:moveTo>
                <a:cubicBezTo>
                  <a:pt x="1662113" y="478060"/>
                  <a:pt x="1658969" y="470916"/>
                  <a:pt x="1655826" y="463772"/>
                </a:cubicBezTo>
                <a:lnTo>
                  <a:pt x="1668304" y="458248"/>
                </a:lnTo>
                <a:cubicBezTo>
                  <a:pt x="1671447" y="465392"/>
                  <a:pt x="1674685" y="472631"/>
                  <a:pt x="1677733" y="479869"/>
                </a:cubicBezTo>
                <a:lnTo>
                  <a:pt x="1665160" y="485299"/>
                </a:lnTo>
                <a:close/>
                <a:moveTo>
                  <a:pt x="296228" y="472821"/>
                </a:moveTo>
                <a:lnTo>
                  <a:pt x="290989" y="460153"/>
                </a:lnTo>
                <a:cubicBezTo>
                  <a:pt x="298323" y="457105"/>
                  <a:pt x="305753" y="454247"/>
                  <a:pt x="313182" y="451580"/>
                </a:cubicBezTo>
                <a:lnTo>
                  <a:pt x="317754" y="464439"/>
                </a:lnTo>
                <a:cubicBezTo>
                  <a:pt x="310515" y="467011"/>
                  <a:pt x="303276" y="469773"/>
                  <a:pt x="296132" y="472726"/>
                </a:cubicBezTo>
                <a:close/>
                <a:moveTo>
                  <a:pt x="339852" y="457295"/>
                </a:moveTo>
                <a:lnTo>
                  <a:pt x="335851" y="444151"/>
                </a:lnTo>
                <a:cubicBezTo>
                  <a:pt x="343376" y="441865"/>
                  <a:pt x="350996" y="439674"/>
                  <a:pt x="358712" y="437674"/>
                </a:cubicBezTo>
                <a:lnTo>
                  <a:pt x="362236" y="450913"/>
                </a:lnTo>
                <a:cubicBezTo>
                  <a:pt x="354711" y="452914"/>
                  <a:pt x="347281" y="455009"/>
                  <a:pt x="339852" y="457295"/>
                </a:cubicBezTo>
                <a:close/>
                <a:moveTo>
                  <a:pt x="384810" y="445389"/>
                </a:moveTo>
                <a:lnTo>
                  <a:pt x="381762" y="432054"/>
                </a:lnTo>
                <a:cubicBezTo>
                  <a:pt x="389477" y="430244"/>
                  <a:pt x="397192" y="428625"/>
                  <a:pt x="404908" y="427101"/>
                </a:cubicBezTo>
                <a:lnTo>
                  <a:pt x="407575" y="440531"/>
                </a:lnTo>
                <a:cubicBezTo>
                  <a:pt x="399955" y="442055"/>
                  <a:pt x="392335" y="443675"/>
                  <a:pt x="384810" y="445389"/>
                </a:cubicBezTo>
                <a:close/>
                <a:moveTo>
                  <a:pt x="1646206" y="442436"/>
                </a:moveTo>
                <a:cubicBezTo>
                  <a:pt x="1642968" y="435388"/>
                  <a:pt x="1639633" y="428339"/>
                  <a:pt x="1636300" y="421291"/>
                </a:cubicBezTo>
                <a:lnTo>
                  <a:pt x="1648682" y="415385"/>
                </a:lnTo>
                <a:cubicBezTo>
                  <a:pt x="1652111" y="422434"/>
                  <a:pt x="1655445" y="429578"/>
                  <a:pt x="1658683" y="436721"/>
                </a:cubicBezTo>
                <a:lnTo>
                  <a:pt x="1646206" y="442436"/>
                </a:lnTo>
                <a:close/>
                <a:moveTo>
                  <a:pt x="430530" y="436150"/>
                </a:moveTo>
                <a:lnTo>
                  <a:pt x="428149" y="422624"/>
                </a:lnTo>
                <a:cubicBezTo>
                  <a:pt x="435864" y="421291"/>
                  <a:pt x="443674" y="419957"/>
                  <a:pt x="451390" y="418719"/>
                </a:cubicBezTo>
                <a:lnTo>
                  <a:pt x="453581" y="432244"/>
                </a:lnTo>
                <a:cubicBezTo>
                  <a:pt x="445866" y="433483"/>
                  <a:pt x="438150" y="434816"/>
                  <a:pt x="430530" y="436150"/>
                </a:cubicBezTo>
                <a:close/>
                <a:moveTo>
                  <a:pt x="476726" y="428720"/>
                </a:moveTo>
                <a:lnTo>
                  <a:pt x="474726" y="415195"/>
                </a:lnTo>
                <a:cubicBezTo>
                  <a:pt x="482441" y="414052"/>
                  <a:pt x="490252" y="412909"/>
                  <a:pt x="498062" y="411861"/>
                </a:cubicBezTo>
                <a:lnTo>
                  <a:pt x="499967" y="425386"/>
                </a:lnTo>
                <a:cubicBezTo>
                  <a:pt x="492252" y="426530"/>
                  <a:pt x="484537" y="427577"/>
                  <a:pt x="476726" y="428720"/>
                </a:cubicBezTo>
                <a:close/>
                <a:moveTo>
                  <a:pt x="523208" y="422053"/>
                </a:moveTo>
                <a:lnTo>
                  <a:pt x="521303" y="408527"/>
                </a:lnTo>
                <a:lnTo>
                  <a:pt x="544544" y="405194"/>
                </a:lnTo>
                <a:lnTo>
                  <a:pt x="546544" y="418719"/>
                </a:lnTo>
                <a:lnTo>
                  <a:pt x="523304" y="422053"/>
                </a:lnTo>
                <a:close/>
                <a:moveTo>
                  <a:pt x="569785" y="415290"/>
                </a:moveTo>
                <a:lnTo>
                  <a:pt x="567690" y="401765"/>
                </a:lnTo>
                <a:cubicBezTo>
                  <a:pt x="575405" y="400621"/>
                  <a:pt x="583121" y="399383"/>
                  <a:pt x="590740" y="398050"/>
                </a:cubicBezTo>
                <a:lnTo>
                  <a:pt x="593026" y="411575"/>
                </a:lnTo>
                <a:cubicBezTo>
                  <a:pt x="585311" y="412909"/>
                  <a:pt x="577501" y="414147"/>
                  <a:pt x="569785" y="415290"/>
                </a:cubicBezTo>
                <a:close/>
                <a:moveTo>
                  <a:pt x="616267" y="407480"/>
                </a:moveTo>
                <a:lnTo>
                  <a:pt x="613696" y="394049"/>
                </a:lnTo>
                <a:cubicBezTo>
                  <a:pt x="621316" y="392621"/>
                  <a:pt x="628936" y="391096"/>
                  <a:pt x="636556" y="389477"/>
                </a:cubicBezTo>
                <a:lnTo>
                  <a:pt x="639413" y="402908"/>
                </a:lnTo>
                <a:cubicBezTo>
                  <a:pt x="631698" y="404527"/>
                  <a:pt x="623983" y="406146"/>
                  <a:pt x="616267" y="407575"/>
                </a:cubicBezTo>
                <a:close/>
                <a:moveTo>
                  <a:pt x="1625917" y="400240"/>
                </a:moveTo>
                <a:cubicBezTo>
                  <a:pt x="1622393" y="393287"/>
                  <a:pt x="1618869" y="386334"/>
                  <a:pt x="1615249" y="379381"/>
                </a:cubicBezTo>
                <a:lnTo>
                  <a:pt x="1627346" y="372999"/>
                </a:lnTo>
                <a:cubicBezTo>
                  <a:pt x="1630966" y="379952"/>
                  <a:pt x="1634585" y="387001"/>
                  <a:pt x="1638110" y="394049"/>
                </a:cubicBezTo>
                <a:lnTo>
                  <a:pt x="1625823" y="400145"/>
                </a:lnTo>
                <a:close/>
                <a:moveTo>
                  <a:pt x="662464" y="397383"/>
                </a:moveTo>
                <a:lnTo>
                  <a:pt x="659130" y="384048"/>
                </a:lnTo>
                <a:cubicBezTo>
                  <a:pt x="666655" y="382143"/>
                  <a:pt x="674084" y="380143"/>
                  <a:pt x="681514" y="378047"/>
                </a:cubicBezTo>
                <a:lnTo>
                  <a:pt x="685324" y="391192"/>
                </a:lnTo>
                <a:cubicBezTo>
                  <a:pt x="677799" y="393383"/>
                  <a:pt x="670084" y="395478"/>
                  <a:pt x="662464" y="397383"/>
                </a:cubicBezTo>
                <a:close/>
                <a:moveTo>
                  <a:pt x="708088" y="384143"/>
                </a:moveTo>
                <a:lnTo>
                  <a:pt x="703707" y="371189"/>
                </a:lnTo>
                <a:cubicBezTo>
                  <a:pt x="711041" y="368713"/>
                  <a:pt x="718280" y="366046"/>
                  <a:pt x="725424" y="363284"/>
                </a:cubicBezTo>
                <a:lnTo>
                  <a:pt x="730473" y="376047"/>
                </a:lnTo>
                <a:cubicBezTo>
                  <a:pt x="723138" y="379000"/>
                  <a:pt x="715613" y="381667"/>
                  <a:pt x="708088" y="384238"/>
                </a:cubicBezTo>
                <a:close/>
                <a:moveTo>
                  <a:pt x="752380" y="366522"/>
                </a:moveTo>
                <a:lnTo>
                  <a:pt x="746569" y="354140"/>
                </a:lnTo>
                <a:cubicBezTo>
                  <a:pt x="753618" y="350806"/>
                  <a:pt x="760571" y="347377"/>
                  <a:pt x="767144" y="343757"/>
                </a:cubicBezTo>
                <a:lnTo>
                  <a:pt x="773716" y="355759"/>
                </a:lnTo>
                <a:cubicBezTo>
                  <a:pt x="766858" y="359473"/>
                  <a:pt x="759714" y="363093"/>
                  <a:pt x="752380" y="366522"/>
                </a:cubicBezTo>
                <a:close/>
                <a:moveTo>
                  <a:pt x="1604296" y="358807"/>
                </a:moveTo>
                <a:cubicBezTo>
                  <a:pt x="1600581" y="351949"/>
                  <a:pt x="1596771" y="345186"/>
                  <a:pt x="1592866" y="338423"/>
                </a:cubicBezTo>
                <a:lnTo>
                  <a:pt x="1604772" y="331565"/>
                </a:lnTo>
                <a:cubicBezTo>
                  <a:pt x="1608677" y="338423"/>
                  <a:pt x="1612583" y="345281"/>
                  <a:pt x="1616298" y="352234"/>
                </a:cubicBezTo>
                <a:lnTo>
                  <a:pt x="1604296" y="358807"/>
                </a:lnTo>
                <a:close/>
                <a:moveTo>
                  <a:pt x="794385" y="343757"/>
                </a:moveTo>
                <a:lnTo>
                  <a:pt x="787051" y="332137"/>
                </a:lnTo>
                <a:cubicBezTo>
                  <a:pt x="792385" y="328708"/>
                  <a:pt x="797719" y="325184"/>
                  <a:pt x="802958" y="321373"/>
                </a:cubicBezTo>
                <a:lnTo>
                  <a:pt x="806006" y="319183"/>
                </a:lnTo>
                <a:lnTo>
                  <a:pt x="814102" y="330232"/>
                </a:lnTo>
                <a:lnTo>
                  <a:pt x="810863" y="332518"/>
                </a:lnTo>
                <a:cubicBezTo>
                  <a:pt x="805434" y="336423"/>
                  <a:pt x="799910" y="340138"/>
                  <a:pt x="794290" y="343662"/>
                </a:cubicBezTo>
                <a:close/>
                <a:moveTo>
                  <a:pt x="1580960" y="318325"/>
                </a:moveTo>
                <a:cubicBezTo>
                  <a:pt x="1576959" y="311658"/>
                  <a:pt x="1572863" y="305086"/>
                  <a:pt x="1568673" y="298513"/>
                </a:cubicBezTo>
                <a:lnTo>
                  <a:pt x="1580198" y="291179"/>
                </a:lnTo>
                <a:cubicBezTo>
                  <a:pt x="1584389" y="297847"/>
                  <a:pt x="1588580" y="304514"/>
                  <a:pt x="1592675" y="311277"/>
                </a:cubicBezTo>
                <a:lnTo>
                  <a:pt x="1580960" y="318325"/>
                </a:lnTo>
                <a:close/>
                <a:moveTo>
                  <a:pt x="832866" y="315373"/>
                </a:moveTo>
                <a:lnTo>
                  <a:pt x="824008" y="304895"/>
                </a:lnTo>
                <a:cubicBezTo>
                  <a:pt x="829723" y="300038"/>
                  <a:pt x="835533" y="294894"/>
                  <a:pt x="841153" y="289465"/>
                </a:cubicBezTo>
                <a:lnTo>
                  <a:pt x="850583" y="299371"/>
                </a:lnTo>
                <a:cubicBezTo>
                  <a:pt x="844677" y="304990"/>
                  <a:pt x="838676" y="310325"/>
                  <a:pt x="832771" y="315373"/>
                </a:cubicBezTo>
                <a:close/>
                <a:moveTo>
                  <a:pt x="867442" y="282607"/>
                </a:moveTo>
                <a:lnTo>
                  <a:pt x="857536" y="273177"/>
                </a:lnTo>
                <a:cubicBezTo>
                  <a:pt x="862870" y="267557"/>
                  <a:pt x="868108" y="261842"/>
                  <a:pt x="873252" y="256032"/>
                </a:cubicBezTo>
                <a:lnTo>
                  <a:pt x="883539" y="265081"/>
                </a:lnTo>
                <a:cubicBezTo>
                  <a:pt x="878300" y="270986"/>
                  <a:pt x="872966" y="276892"/>
                  <a:pt x="867442" y="282607"/>
                </a:cubicBezTo>
                <a:close/>
                <a:moveTo>
                  <a:pt x="1555909" y="278987"/>
                </a:moveTo>
                <a:cubicBezTo>
                  <a:pt x="1551527" y="272510"/>
                  <a:pt x="1547146" y="266129"/>
                  <a:pt x="1542574" y="259842"/>
                </a:cubicBezTo>
                <a:lnTo>
                  <a:pt x="1553718" y="251936"/>
                </a:lnTo>
                <a:cubicBezTo>
                  <a:pt x="1558290" y="258318"/>
                  <a:pt x="1562767" y="264890"/>
                  <a:pt x="1567244" y="271367"/>
                </a:cubicBezTo>
                <a:lnTo>
                  <a:pt x="1555909" y="278987"/>
                </a:lnTo>
                <a:close/>
                <a:moveTo>
                  <a:pt x="898969" y="247078"/>
                </a:moveTo>
                <a:lnTo>
                  <a:pt x="888492" y="238316"/>
                </a:lnTo>
                <a:cubicBezTo>
                  <a:pt x="893445" y="232315"/>
                  <a:pt x="898398" y="226314"/>
                  <a:pt x="903256" y="220218"/>
                </a:cubicBezTo>
                <a:lnTo>
                  <a:pt x="913924" y="228791"/>
                </a:lnTo>
                <a:cubicBezTo>
                  <a:pt x="908971" y="234982"/>
                  <a:pt x="904018" y="241078"/>
                  <a:pt x="898969" y="247078"/>
                </a:cubicBezTo>
                <a:close/>
                <a:moveTo>
                  <a:pt x="1528763" y="240983"/>
                </a:moveTo>
                <a:cubicBezTo>
                  <a:pt x="1524095" y="234791"/>
                  <a:pt x="1519238" y="228695"/>
                  <a:pt x="1514380" y="222599"/>
                </a:cubicBezTo>
                <a:lnTo>
                  <a:pt x="1525048" y="214027"/>
                </a:lnTo>
                <a:cubicBezTo>
                  <a:pt x="1530001" y="220218"/>
                  <a:pt x="1534858" y="226409"/>
                  <a:pt x="1539621" y="232696"/>
                </a:cubicBezTo>
                <a:lnTo>
                  <a:pt x="1528668" y="240983"/>
                </a:lnTo>
                <a:close/>
                <a:moveTo>
                  <a:pt x="928592" y="210407"/>
                </a:moveTo>
                <a:lnTo>
                  <a:pt x="917829" y="201930"/>
                </a:lnTo>
                <a:lnTo>
                  <a:pt x="932307" y="183451"/>
                </a:lnTo>
                <a:lnTo>
                  <a:pt x="943070" y="191929"/>
                </a:lnTo>
                <a:lnTo>
                  <a:pt x="928592" y="210407"/>
                </a:lnTo>
                <a:close/>
                <a:moveTo>
                  <a:pt x="1499521" y="204788"/>
                </a:moveTo>
                <a:cubicBezTo>
                  <a:pt x="1494473" y="198882"/>
                  <a:pt x="1489329" y="193072"/>
                  <a:pt x="1484091" y="187452"/>
                </a:cubicBezTo>
                <a:lnTo>
                  <a:pt x="1494187" y="178213"/>
                </a:lnTo>
                <a:cubicBezTo>
                  <a:pt x="1499521" y="184023"/>
                  <a:pt x="1504760" y="189928"/>
                  <a:pt x="1509998" y="195929"/>
                </a:cubicBezTo>
                <a:lnTo>
                  <a:pt x="1499616" y="204883"/>
                </a:lnTo>
                <a:close/>
                <a:moveTo>
                  <a:pt x="957644" y="173546"/>
                </a:moveTo>
                <a:lnTo>
                  <a:pt x="946976" y="164973"/>
                </a:lnTo>
                <a:cubicBezTo>
                  <a:pt x="951929" y="158877"/>
                  <a:pt x="956881" y="152686"/>
                  <a:pt x="961930" y="146685"/>
                </a:cubicBezTo>
                <a:lnTo>
                  <a:pt x="972503" y="155448"/>
                </a:lnTo>
                <a:cubicBezTo>
                  <a:pt x="967549" y="161449"/>
                  <a:pt x="962597" y="167449"/>
                  <a:pt x="957739" y="173546"/>
                </a:cubicBezTo>
                <a:close/>
                <a:moveTo>
                  <a:pt x="1467993" y="170593"/>
                </a:moveTo>
                <a:cubicBezTo>
                  <a:pt x="1462564" y="165068"/>
                  <a:pt x="1457039" y="159734"/>
                  <a:pt x="1451325" y="154400"/>
                </a:cubicBezTo>
                <a:lnTo>
                  <a:pt x="1460659" y="144399"/>
                </a:lnTo>
                <a:cubicBezTo>
                  <a:pt x="1466469" y="149828"/>
                  <a:pt x="1472089" y="155353"/>
                  <a:pt x="1477708" y="160972"/>
                </a:cubicBezTo>
                <a:lnTo>
                  <a:pt x="1467993" y="170593"/>
                </a:lnTo>
                <a:close/>
                <a:moveTo>
                  <a:pt x="1434179" y="138874"/>
                </a:moveTo>
                <a:cubicBezTo>
                  <a:pt x="1428369" y="133826"/>
                  <a:pt x="1422368" y="128873"/>
                  <a:pt x="1416367" y="124016"/>
                </a:cubicBezTo>
                <a:lnTo>
                  <a:pt x="1424940" y="113347"/>
                </a:lnTo>
                <a:cubicBezTo>
                  <a:pt x="1431132" y="118300"/>
                  <a:pt x="1437227" y="123349"/>
                  <a:pt x="1443133" y="128492"/>
                </a:cubicBezTo>
                <a:lnTo>
                  <a:pt x="1434179" y="138874"/>
                </a:lnTo>
                <a:close/>
                <a:moveTo>
                  <a:pt x="987552" y="137731"/>
                </a:moveTo>
                <a:lnTo>
                  <a:pt x="977265" y="128683"/>
                </a:lnTo>
                <a:lnTo>
                  <a:pt x="979456" y="126206"/>
                </a:lnTo>
                <a:cubicBezTo>
                  <a:pt x="983742" y="121348"/>
                  <a:pt x="988600" y="116396"/>
                  <a:pt x="993838" y="111347"/>
                </a:cubicBezTo>
                <a:lnTo>
                  <a:pt x="1003363" y="121158"/>
                </a:lnTo>
                <a:cubicBezTo>
                  <a:pt x="998410" y="126016"/>
                  <a:pt x="993838" y="130778"/>
                  <a:pt x="989743" y="135255"/>
                </a:cubicBezTo>
                <a:lnTo>
                  <a:pt x="987552" y="137731"/>
                </a:lnTo>
                <a:close/>
                <a:moveTo>
                  <a:pt x="1397984" y="109919"/>
                </a:moveTo>
                <a:cubicBezTo>
                  <a:pt x="1391793" y="105346"/>
                  <a:pt x="1385506" y="100965"/>
                  <a:pt x="1379030" y="96583"/>
                </a:cubicBezTo>
                <a:lnTo>
                  <a:pt x="1386649" y="85153"/>
                </a:lnTo>
                <a:cubicBezTo>
                  <a:pt x="1393222" y="89535"/>
                  <a:pt x="1399699" y="94107"/>
                  <a:pt x="1406081" y="98774"/>
                </a:cubicBezTo>
                <a:lnTo>
                  <a:pt x="1397984" y="109823"/>
                </a:lnTo>
                <a:close/>
                <a:moveTo>
                  <a:pt x="1020508" y="105632"/>
                </a:moveTo>
                <a:lnTo>
                  <a:pt x="1011650" y="95155"/>
                </a:lnTo>
                <a:cubicBezTo>
                  <a:pt x="1017556" y="90106"/>
                  <a:pt x="1023747" y="85153"/>
                  <a:pt x="1030224" y="80200"/>
                </a:cubicBezTo>
                <a:lnTo>
                  <a:pt x="1038511" y="91059"/>
                </a:lnTo>
                <a:cubicBezTo>
                  <a:pt x="1032225" y="95821"/>
                  <a:pt x="1026224" y="100679"/>
                  <a:pt x="1020508" y="105537"/>
                </a:cubicBezTo>
                <a:close/>
                <a:moveTo>
                  <a:pt x="1366743" y="88582"/>
                </a:moveTo>
                <a:lnTo>
                  <a:pt x="1346930" y="76009"/>
                </a:lnTo>
                <a:lnTo>
                  <a:pt x="1354265" y="64389"/>
                </a:lnTo>
                <a:lnTo>
                  <a:pt x="1374172" y="76962"/>
                </a:lnTo>
                <a:lnTo>
                  <a:pt x="1366838" y="88582"/>
                </a:lnTo>
                <a:close/>
                <a:moveTo>
                  <a:pt x="1057275" y="77533"/>
                </a:moveTo>
                <a:lnTo>
                  <a:pt x="1049465" y="66294"/>
                </a:lnTo>
                <a:cubicBezTo>
                  <a:pt x="1055942" y="61817"/>
                  <a:pt x="1062609" y="57436"/>
                  <a:pt x="1069372" y="53245"/>
                </a:cubicBezTo>
                <a:lnTo>
                  <a:pt x="1076611" y="64865"/>
                </a:lnTo>
                <a:cubicBezTo>
                  <a:pt x="1070039" y="68961"/>
                  <a:pt x="1063466" y="73247"/>
                  <a:pt x="1057180" y="77533"/>
                </a:cubicBezTo>
                <a:close/>
                <a:moveTo>
                  <a:pt x="1327023" y="63532"/>
                </a:moveTo>
                <a:lnTo>
                  <a:pt x="1307211" y="50959"/>
                </a:lnTo>
                <a:lnTo>
                  <a:pt x="1314545" y="39338"/>
                </a:lnTo>
                <a:lnTo>
                  <a:pt x="1334357" y="51911"/>
                </a:lnTo>
                <a:lnTo>
                  <a:pt x="1327023" y="63532"/>
                </a:lnTo>
                <a:close/>
                <a:moveTo>
                  <a:pt x="1096613" y="53054"/>
                </a:moveTo>
                <a:lnTo>
                  <a:pt x="1089946" y="41053"/>
                </a:lnTo>
                <a:cubicBezTo>
                  <a:pt x="1096899" y="37147"/>
                  <a:pt x="1103948" y="33433"/>
                  <a:pt x="1111091" y="30004"/>
                </a:cubicBezTo>
                <a:lnTo>
                  <a:pt x="1117092" y="42291"/>
                </a:lnTo>
                <a:cubicBezTo>
                  <a:pt x="1110234" y="45625"/>
                  <a:pt x="1103376" y="49244"/>
                  <a:pt x="1096613" y="53054"/>
                </a:cubicBezTo>
                <a:close/>
                <a:moveTo>
                  <a:pt x="1287304" y="38481"/>
                </a:moveTo>
                <a:lnTo>
                  <a:pt x="1267397" y="25908"/>
                </a:lnTo>
                <a:lnTo>
                  <a:pt x="1274731" y="14288"/>
                </a:lnTo>
                <a:lnTo>
                  <a:pt x="1294543" y="26860"/>
                </a:lnTo>
                <a:lnTo>
                  <a:pt x="1287208" y="38481"/>
                </a:lnTo>
                <a:close/>
                <a:moveTo>
                  <a:pt x="1138047" y="32861"/>
                </a:moveTo>
                <a:lnTo>
                  <a:pt x="1132809" y="20193"/>
                </a:lnTo>
                <a:cubicBezTo>
                  <a:pt x="1140428" y="17050"/>
                  <a:pt x="1147953" y="14192"/>
                  <a:pt x="1155287" y="11716"/>
                </a:cubicBezTo>
                <a:lnTo>
                  <a:pt x="1159669" y="24670"/>
                </a:lnTo>
                <a:cubicBezTo>
                  <a:pt x="1152715" y="27051"/>
                  <a:pt x="1145382" y="29718"/>
                  <a:pt x="1138143" y="32766"/>
                </a:cubicBezTo>
                <a:close/>
                <a:moveTo>
                  <a:pt x="1181576" y="18478"/>
                </a:moveTo>
                <a:lnTo>
                  <a:pt x="1178433" y="5144"/>
                </a:lnTo>
                <a:cubicBezTo>
                  <a:pt x="1186624" y="3239"/>
                  <a:pt x="1194721" y="1810"/>
                  <a:pt x="1202341" y="952"/>
                </a:cubicBezTo>
                <a:lnTo>
                  <a:pt x="1203865" y="14573"/>
                </a:lnTo>
                <a:cubicBezTo>
                  <a:pt x="1196721" y="15335"/>
                  <a:pt x="1189292" y="16669"/>
                  <a:pt x="1181576" y="18574"/>
                </a:cubicBezTo>
                <a:close/>
                <a:moveTo>
                  <a:pt x="1247870" y="17145"/>
                </a:moveTo>
                <a:cubicBezTo>
                  <a:pt x="1241203" y="15240"/>
                  <a:pt x="1233964" y="14097"/>
                  <a:pt x="1226249" y="13716"/>
                </a:cubicBezTo>
                <a:lnTo>
                  <a:pt x="1226916" y="0"/>
                </a:lnTo>
                <a:cubicBezTo>
                  <a:pt x="1235678" y="476"/>
                  <a:pt x="1243965" y="1810"/>
                  <a:pt x="1251585" y="4000"/>
                </a:cubicBezTo>
                <a:lnTo>
                  <a:pt x="1247775" y="17145"/>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4" name="Google Shape;257;p37"/>
          <p:cNvSpPr/>
          <p:nvPr/>
        </p:nvSpPr>
        <p:spPr>
          <a:xfrm rot="20894400">
            <a:off x="6597000" y="448920"/>
            <a:ext cx="422640" cy="304560"/>
          </a:xfrm>
          <a:custGeom>
            <a:avLst/>
            <a:gdLst>
              <a:gd name="textAreaLeft" fmla="*/ 0 w 422640"/>
              <a:gd name="textAreaRight" fmla="*/ 423000 w 422640"/>
              <a:gd name="textAreaTop" fmla="*/ 0 h 304560"/>
              <a:gd name="textAreaBottom" fmla="*/ 304920 h 304560"/>
            </a:gdLst>
            <a:ahLst/>
            <a:cxnLst/>
            <a:rect l="textAreaLeft" t="textAreaTop" r="textAreaRight" b="textAreaBottom"/>
            <a:pathLst>
              <a:path w="231419" h="166848">
                <a:moveTo>
                  <a:pt x="107158" y="166848"/>
                </a:moveTo>
                <a:cubicBezTo>
                  <a:pt x="76392" y="166848"/>
                  <a:pt x="47912" y="156847"/>
                  <a:pt x="28100" y="138750"/>
                </a:cubicBezTo>
                <a:cubicBezTo>
                  <a:pt x="3144" y="115985"/>
                  <a:pt x="-6475" y="80171"/>
                  <a:pt x="4478" y="51501"/>
                </a:cubicBezTo>
                <a:cubicBezTo>
                  <a:pt x="15622" y="22640"/>
                  <a:pt x="47150" y="1971"/>
                  <a:pt x="82964" y="161"/>
                </a:cubicBezTo>
                <a:lnTo>
                  <a:pt x="82964" y="161"/>
                </a:lnTo>
                <a:cubicBezTo>
                  <a:pt x="118111" y="-1554"/>
                  <a:pt x="154116" y="10543"/>
                  <a:pt x="176595" y="31879"/>
                </a:cubicBezTo>
                <a:lnTo>
                  <a:pt x="180786" y="35784"/>
                </a:lnTo>
                <a:cubicBezTo>
                  <a:pt x="200979" y="54644"/>
                  <a:pt x="238603" y="89696"/>
                  <a:pt x="230221" y="115508"/>
                </a:cubicBezTo>
                <a:cubicBezTo>
                  <a:pt x="226220" y="127796"/>
                  <a:pt x="214886" y="134749"/>
                  <a:pt x="203169" y="140464"/>
                </a:cubicBezTo>
                <a:cubicBezTo>
                  <a:pt x="169832" y="156752"/>
                  <a:pt x="141924" y="165039"/>
                  <a:pt x="115349" y="166563"/>
                </a:cubicBezTo>
                <a:cubicBezTo>
                  <a:pt x="112587" y="166753"/>
                  <a:pt x="109824" y="166848"/>
                  <a:pt x="107062" y="166848"/>
                </a:cubicBezTo>
                <a:close/>
                <a:moveTo>
                  <a:pt x="83535" y="9686"/>
                </a:moveTo>
                <a:lnTo>
                  <a:pt x="83535" y="9686"/>
                </a:lnTo>
                <a:cubicBezTo>
                  <a:pt x="56770" y="11019"/>
                  <a:pt x="24766" y="25593"/>
                  <a:pt x="13432" y="54929"/>
                </a:cubicBezTo>
                <a:cubicBezTo>
                  <a:pt x="3811" y="79980"/>
                  <a:pt x="12479" y="111603"/>
                  <a:pt x="34577" y="131701"/>
                </a:cubicBezTo>
                <a:cubicBezTo>
                  <a:pt x="54199" y="149608"/>
                  <a:pt x="83535" y="158847"/>
                  <a:pt x="114968" y="157038"/>
                </a:cubicBezTo>
                <a:cubicBezTo>
                  <a:pt x="140305" y="155609"/>
                  <a:pt x="167070" y="147608"/>
                  <a:pt x="199169" y="131892"/>
                </a:cubicBezTo>
                <a:cubicBezTo>
                  <a:pt x="208980" y="127129"/>
                  <a:pt x="218410" y="121414"/>
                  <a:pt x="221362" y="112556"/>
                </a:cubicBezTo>
                <a:cubicBezTo>
                  <a:pt x="227839" y="92553"/>
                  <a:pt x="190502" y="57597"/>
                  <a:pt x="174500" y="42737"/>
                </a:cubicBezTo>
                <a:lnTo>
                  <a:pt x="170213" y="38737"/>
                </a:lnTo>
                <a:cubicBezTo>
                  <a:pt x="149830" y="19401"/>
                  <a:pt x="115825" y="8066"/>
                  <a:pt x="83631" y="9686"/>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5" name="Google Shape;258;p37"/>
          <p:cNvSpPr/>
          <p:nvPr/>
        </p:nvSpPr>
        <p:spPr>
          <a:xfrm rot="11465400">
            <a:off x="352080" y="2692440"/>
            <a:ext cx="1263960" cy="1168920"/>
          </a:xfrm>
          <a:custGeom>
            <a:avLst/>
            <a:gdLst>
              <a:gd name="textAreaLeft" fmla="*/ 0 w 1263960"/>
              <a:gd name="textAreaRight" fmla="*/ 1264320 w 1263960"/>
              <a:gd name="textAreaTop" fmla="*/ 0 h 1168920"/>
              <a:gd name="textAreaBottom" fmla="*/ 1169280 h 1168920"/>
            </a:gdLst>
            <a:ahLst/>
            <a:cxnLst/>
            <a:rect l="textAreaLeft" t="textAreaTop" r="textAreaRight" b="textAreaBottom"/>
            <a:pathLst>
              <a:path w="1262679" h="1167949">
                <a:moveTo>
                  <a:pt x="625316" y="1165384"/>
                </a:moveTo>
                <a:cubicBezTo>
                  <a:pt x="362807" y="1130332"/>
                  <a:pt x="121634" y="957167"/>
                  <a:pt x="0" y="716470"/>
                </a:cubicBezTo>
                <a:cubicBezTo>
                  <a:pt x="115062" y="680466"/>
                  <a:pt x="241078" y="697135"/>
                  <a:pt x="354044" y="739616"/>
                </a:cubicBezTo>
                <a:cubicBezTo>
                  <a:pt x="467011" y="782098"/>
                  <a:pt x="569500" y="848963"/>
                  <a:pt x="670941" y="915257"/>
                </a:cubicBezTo>
                <a:cubicBezTo>
                  <a:pt x="568547" y="746474"/>
                  <a:pt x="518732" y="544735"/>
                  <a:pt x="530543" y="346329"/>
                </a:cubicBezTo>
                <a:cubicBezTo>
                  <a:pt x="707231" y="426148"/>
                  <a:pt x="813054" y="612267"/>
                  <a:pt x="888397" y="794385"/>
                </a:cubicBezTo>
                <a:cubicBezTo>
                  <a:pt x="872490" y="504063"/>
                  <a:pt x="979932" y="208883"/>
                  <a:pt x="1177385" y="0"/>
                </a:cubicBezTo>
                <a:cubicBezTo>
                  <a:pt x="1264158" y="181832"/>
                  <a:pt x="1285780" y="395383"/>
                  <a:pt x="1237393" y="591598"/>
                </a:cubicBezTo>
                <a:cubicBezTo>
                  <a:pt x="1189006" y="787813"/>
                  <a:pt x="1071086" y="965263"/>
                  <a:pt x="910400" y="1083278"/>
                </a:cubicBezTo>
                <a:cubicBezTo>
                  <a:pt x="820103" y="1149572"/>
                  <a:pt x="713327" y="1177099"/>
                  <a:pt x="625221" y="1165289"/>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6" name="Google Shape;259;p37"/>
          <p:cNvSpPr/>
          <p:nvPr/>
        </p:nvSpPr>
        <p:spPr>
          <a:xfrm rot="5101800">
            <a:off x="5995080" y="4084560"/>
            <a:ext cx="1179360" cy="1365840"/>
          </a:xfrm>
          <a:custGeom>
            <a:avLst/>
            <a:gdLst>
              <a:gd name="textAreaLeft" fmla="*/ 0 w 1179360"/>
              <a:gd name="textAreaRight" fmla="*/ 1179720 w 1179360"/>
              <a:gd name="textAreaTop" fmla="*/ 0 h 1365840"/>
              <a:gd name="textAreaBottom" fmla="*/ 1366200 h 1365840"/>
            </a:gdLst>
            <a:ahLst/>
            <a:cxnLst/>
            <a:rect l="textAreaLeft" t="textAreaTop" r="textAreaRight" b="textAreaBottom"/>
            <a:pathLst>
              <a:path w="1075931" h="1245984">
                <a:moveTo>
                  <a:pt x="928294" y="352444"/>
                </a:moveTo>
                <a:cubicBezTo>
                  <a:pt x="982968" y="292056"/>
                  <a:pt x="1032403" y="226714"/>
                  <a:pt x="1075932" y="157563"/>
                </a:cubicBezTo>
                <a:cubicBezTo>
                  <a:pt x="986587" y="92888"/>
                  <a:pt x="880193" y="58122"/>
                  <a:pt x="773894" y="31262"/>
                </a:cubicBezTo>
                <a:cubicBezTo>
                  <a:pt x="694170" y="11164"/>
                  <a:pt x="612255" y="-5029"/>
                  <a:pt x="530435" y="1448"/>
                </a:cubicBezTo>
                <a:cubicBezTo>
                  <a:pt x="390322" y="12592"/>
                  <a:pt x="260211" y="91079"/>
                  <a:pt x="167152" y="198901"/>
                </a:cubicBezTo>
                <a:cubicBezTo>
                  <a:pt x="29325" y="358540"/>
                  <a:pt x="-31349" y="586759"/>
                  <a:pt x="15799" y="794309"/>
                </a:cubicBezTo>
                <a:cubicBezTo>
                  <a:pt x="62948" y="1001764"/>
                  <a:pt x="219444" y="1181405"/>
                  <a:pt x="417659" y="1245985"/>
                </a:cubicBezTo>
                <a:cubicBezTo>
                  <a:pt x="472523" y="1153592"/>
                  <a:pt x="527387" y="1061105"/>
                  <a:pt x="582251" y="968712"/>
                </a:cubicBezTo>
                <a:cubicBezTo>
                  <a:pt x="460807" y="931755"/>
                  <a:pt x="350794" y="844792"/>
                  <a:pt x="301930" y="725063"/>
                </a:cubicBezTo>
                <a:cubicBezTo>
                  <a:pt x="253067" y="605429"/>
                  <a:pt x="274594" y="454171"/>
                  <a:pt x="367367" y="365779"/>
                </a:cubicBezTo>
                <a:cubicBezTo>
                  <a:pt x="436900" y="299485"/>
                  <a:pt x="537007" y="274244"/>
                  <a:pt x="631876" y="280912"/>
                </a:cubicBezTo>
                <a:cubicBezTo>
                  <a:pt x="726650" y="287579"/>
                  <a:pt x="817328" y="323107"/>
                  <a:pt x="928199" y="35254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7" name="Google Shape;260;p37"/>
          <p:cNvSpPr/>
          <p:nvPr/>
        </p:nvSpPr>
        <p:spPr>
          <a:xfrm rot="19770000">
            <a:off x="-1869480" y="-963000"/>
            <a:ext cx="4374720" cy="3555000"/>
          </a:xfrm>
          <a:custGeom>
            <a:avLst/>
            <a:gdLst>
              <a:gd name="textAreaLeft" fmla="*/ 0 w 4374720"/>
              <a:gd name="textAreaRight" fmla="*/ 4375080 w 4374720"/>
              <a:gd name="textAreaTop" fmla="*/ 0 h 3555000"/>
              <a:gd name="textAreaBottom" fmla="*/ 3555360 h 3555000"/>
            </a:gdLst>
            <a:ahLst/>
            <a:cxnLst/>
            <a:rect l="textAreaLeft" t="textAreaTop" r="textAreaRight" b="textAreaBottom"/>
            <a:pathLst>
              <a:path w="1930774" h="1568974">
                <a:moveTo>
                  <a:pt x="11419" y="1021325"/>
                </a:moveTo>
                <a:cubicBezTo>
                  <a:pt x="-43064" y="785677"/>
                  <a:pt x="102383" y="500975"/>
                  <a:pt x="341841" y="467542"/>
                </a:cubicBezTo>
                <a:cubicBezTo>
                  <a:pt x="471953" y="449445"/>
                  <a:pt x="607398" y="503166"/>
                  <a:pt x="733985" y="467923"/>
                </a:cubicBezTo>
                <a:cubicBezTo>
                  <a:pt x="949917" y="407820"/>
                  <a:pt x="1030689" y="127690"/>
                  <a:pt x="1233477" y="32154"/>
                </a:cubicBezTo>
                <a:cubicBezTo>
                  <a:pt x="1407689" y="-49951"/>
                  <a:pt x="1623621" y="34726"/>
                  <a:pt x="1752113" y="178268"/>
                </a:cubicBezTo>
                <a:cubicBezTo>
                  <a:pt x="1937755" y="385627"/>
                  <a:pt x="1978236" y="702714"/>
                  <a:pt x="1875843" y="961509"/>
                </a:cubicBezTo>
                <a:cubicBezTo>
                  <a:pt x="1773449" y="1220303"/>
                  <a:pt x="1541610" y="1417661"/>
                  <a:pt x="1277577" y="1505672"/>
                </a:cubicBezTo>
                <a:cubicBezTo>
                  <a:pt x="832950" y="1653786"/>
                  <a:pt x="136482" y="1561298"/>
                  <a:pt x="11514" y="102123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Google Shape;303;p41"/>
          <p:cNvSpPr/>
          <p:nvPr/>
        </p:nvSpPr>
        <p:spPr>
          <a:xfrm rot="8381400">
            <a:off x="-1240214" y="-752254"/>
            <a:ext cx="4253040" cy="3456000"/>
          </a:xfrm>
          <a:custGeom>
            <a:avLst/>
            <a:gdLst>
              <a:gd name="textAreaLeft" fmla="*/ 0 w 4253040"/>
              <a:gd name="textAreaRight" fmla="*/ 4253400 w 4253040"/>
              <a:gd name="textAreaTop" fmla="*/ 0 h 3456000"/>
              <a:gd name="textAreaBottom" fmla="*/ 3456360 h 3456000"/>
            </a:gdLst>
            <a:ahLst/>
            <a:cxnLst/>
            <a:rect l="textAreaLeft" t="textAreaTop" r="textAreaRight" b="textAreaBottom"/>
            <a:pathLst>
              <a:path w="1930774" h="1568974">
                <a:moveTo>
                  <a:pt x="11419" y="1021325"/>
                </a:moveTo>
                <a:cubicBezTo>
                  <a:pt x="-43064" y="785677"/>
                  <a:pt x="102383" y="500975"/>
                  <a:pt x="341841" y="467542"/>
                </a:cubicBezTo>
                <a:cubicBezTo>
                  <a:pt x="471953" y="449445"/>
                  <a:pt x="607398" y="503166"/>
                  <a:pt x="733985" y="467923"/>
                </a:cubicBezTo>
                <a:cubicBezTo>
                  <a:pt x="949917" y="407820"/>
                  <a:pt x="1030689" y="127690"/>
                  <a:pt x="1233477" y="32154"/>
                </a:cubicBezTo>
                <a:cubicBezTo>
                  <a:pt x="1407689" y="-49951"/>
                  <a:pt x="1623621" y="34726"/>
                  <a:pt x="1752113" y="178268"/>
                </a:cubicBezTo>
                <a:cubicBezTo>
                  <a:pt x="1937755" y="385627"/>
                  <a:pt x="1978236" y="702714"/>
                  <a:pt x="1875843" y="961509"/>
                </a:cubicBezTo>
                <a:cubicBezTo>
                  <a:pt x="1773449" y="1220303"/>
                  <a:pt x="1541610" y="1417661"/>
                  <a:pt x="1277577" y="1505672"/>
                </a:cubicBezTo>
                <a:cubicBezTo>
                  <a:pt x="832950" y="1653786"/>
                  <a:pt x="136482" y="1561298"/>
                  <a:pt x="11514" y="102123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9" name="PlaceHolder 1"/>
          <p:cNvSpPr>
            <a:spLocks noGrp="1"/>
          </p:cNvSpPr>
          <p:nvPr>
            <p:ph type="title"/>
          </p:nvPr>
        </p:nvSpPr>
        <p:spPr>
          <a:xfrm>
            <a:off x="1519380" y="627660"/>
            <a:ext cx="6105240" cy="1456920"/>
          </a:xfrm>
          <a:prstGeom prst="rect">
            <a:avLst/>
          </a:prstGeom>
          <a:noFill/>
          <a:ln w="0">
            <a:noFill/>
          </a:ln>
        </p:spPr>
        <p:txBody>
          <a:bodyPr lIns="91440" tIns="91440" rIns="91440" bIns="91440" anchor="ctr">
            <a:normAutofit/>
          </a:bodyPr>
          <a:lstStyle/>
          <a:p>
            <a:pPr indent="0" algn="ctr">
              <a:lnSpc>
                <a:spcPct val="100000"/>
              </a:lnSpc>
              <a:buNone/>
              <a:tabLst>
                <a:tab pos="0" algn="l"/>
              </a:tabLst>
            </a:pPr>
            <a:r>
              <a:rPr lang="en" sz="6000" b="0" strike="noStrike" spc="-1" dirty="0">
                <a:solidFill>
                  <a:schemeClr val="accent1"/>
                </a:solidFill>
                <a:latin typeface="Caveat Brush"/>
                <a:ea typeface="Caveat Brush"/>
              </a:rPr>
              <a:t>Introduction</a:t>
            </a:r>
            <a:endParaRPr lang="fr-FR" sz="6000" b="0" strike="noStrike" spc="-1" dirty="0">
              <a:solidFill>
                <a:schemeClr val="dk1"/>
              </a:solidFill>
              <a:latin typeface="Arial"/>
            </a:endParaRPr>
          </a:p>
        </p:txBody>
      </p:sp>
      <p:sp>
        <p:nvSpPr>
          <p:cNvPr id="160" name="PlaceHolder 2"/>
          <p:cNvSpPr>
            <a:spLocks noGrp="1"/>
          </p:cNvSpPr>
          <p:nvPr>
            <p:ph type="subTitle"/>
          </p:nvPr>
        </p:nvSpPr>
        <p:spPr>
          <a:xfrm>
            <a:off x="1773670" y="1782383"/>
            <a:ext cx="6197368" cy="2919582"/>
          </a:xfrm>
          <a:prstGeom prst="rect">
            <a:avLst/>
          </a:prstGeom>
          <a:noFill/>
          <a:ln w="0">
            <a:noFill/>
          </a:ln>
        </p:spPr>
        <p:txBody>
          <a:bodyPr lIns="91440" tIns="91440" rIns="91440" bIns="91440" anchor="t">
            <a:normAutofit fontScale="25000" lnSpcReduction="20000"/>
          </a:bodyPr>
          <a:lstStyle/>
          <a:p>
            <a:pPr indent="0">
              <a:lnSpc>
                <a:spcPct val="100000"/>
              </a:lnSpc>
              <a:buNone/>
              <a:tabLst>
                <a:tab pos="0" algn="l"/>
              </a:tabLst>
            </a:pPr>
            <a:r>
              <a:rPr lang="en-US" sz="5600" dirty="0">
                <a:solidFill>
                  <a:schemeClr val="accent2"/>
                </a:solidFill>
                <a:latin typeface="Albert Sans"/>
              </a:rPr>
              <a:t>Plagiarism is the act of presenting someone else's </a:t>
            </a:r>
            <a:r>
              <a:rPr lang="en-US" sz="5600" b="1" dirty="0">
                <a:solidFill>
                  <a:schemeClr val="accent2"/>
                </a:solidFill>
                <a:latin typeface="Albert Sans"/>
              </a:rPr>
              <a:t>words, ideas, designs, or data</a:t>
            </a:r>
            <a:r>
              <a:rPr lang="en-US" sz="5600" dirty="0">
                <a:solidFill>
                  <a:schemeClr val="accent2"/>
                </a:solidFill>
                <a:latin typeface="Albert Sans"/>
              </a:rPr>
              <a:t> as your own  intentionally</a:t>
            </a:r>
            <a:r>
              <a:rPr lang="en-US" sz="5600" i="1" dirty="0">
                <a:solidFill>
                  <a:schemeClr val="accent2"/>
                </a:solidFill>
                <a:latin typeface="Albert Sans"/>
              </a:rPr>
              <a:t> or </a:t>
            </a:r>
            <a:r>
              <a:rPr lang="en-US" sz="5600" dirty="0">
                <a:solidFill>
                  <a:schemeClr val="accent2"/>
                </a:solidFill>
                <a:latin typeface="Albert Sans"/>
              </a:rPr>
              <a:t>unintentionally without giving proper credit.</a:t>
            </a:r>
          </a:p>
          <a:p>
            <a:pPr>
              <a:buNone/>
            </a:pPr>
            <a:r>
              <a:rPr lang="en-US" sz="5600" b="1" dirty="0">
                <a:solidFill>
                  <a:schemeClr val="accent2"/>
                </a:solidFill>
                <a:latin typeface="Albert Sans"/>
              </a:rPr>
              <a:t>	Examples:</a:t>
            </a:r>
            <a:endParaRPr lang="en-US" sz="5600" dirty="0">
              <a:solidFill>
                <a:schemeClr val="accent2"/>
              </a:solidFill>
              <a:latin typeface="Albert Sans"/>
            </a:endParaRPr>
          </a:p>
          <a:p>
            <a:pPr>
              <a:buFont typeface="Arial" panose="020B0604020202020204" pitchFamily="34" charset="0"/>
              <a:buChar char="•"/>
            </a:pPr>
            <a:r>
              <a:rPr lang="en-US" sz="5600" dirty="0">
                <a:solidFill>
                  <a:schemeClr val="accent2"/>
                </a:solidFill>
                <a:latin typeface="Albert Sans"/>
              </a:rPr>
              <a:t>Copying a paragraph from Wikipedia</a:t>
            </a:r>
          </a:p>
          <a:p>
            <a:pPr>
              <a:buFont typeface="Arial" panose="020B0604020202020204" pitchFamily="34" charset="0"/>
              <a:buChar char="•"/>
            </a:pPr>
            <a:r>
              <a:rPr lang="en-US" sz="5600" dirty="0">
                <a:solidFill>
                  <a:schemeClr val="accent2"/>
                </a:solidFill>
                <a:latin typeface="Albert Sans"/>
              </a:rPr>
              <a:t>Using ChatGPT or AI to write your essay without disclosure</a:t>
            </a:r>
          </a:p>
          <a:p>
            <a:pPr>
              <a:buFont typeface="Arial" panose="020B0604020202020204" pitchFamily="34" charset="0"/>
              <a:buChar char="•"/>
            </a:pPr>
            <a:r>
              <a:rPr lang="en-US" sz="5600" dirty="0">
                <a:solidFill>
                  <a:schemeClr val="accent2"/>
                </a:solidFill>
                <a:latin typeface="Albert Sans"/>
              </a:rPr>
              <a:t>Using another student’s work or reusing your old one</a:t>
            </a:r>
          </a:p>
          <a:p>
            <a:pPr>
              <a:buFont typeface="Arial" panose="020B0604020202020204" pitchFamily="34" charset="0"/>
              <a:buChar char="•"/>
            </a:pPr>
            <a:r>
              <a:rPr lang="en-US" sz="5600" dirty="0">
                <a:solidFill>
                  <a:schemeClr val="accent2"/>
                </a:solidFill>
                <a:latin typeface="Albert Sans"/>
              </a:rPr>
              <a:t>Forgetting to cite a quote, chart, or theory</a:t>
            </a:r>
          </a:p>
          <a:p>
            <a:pPr marL="0" indent="0">
              <a:buNone/>
            </a:pPr>
            <a:r>
              <a:rPr lang="en-US" sz="5600" i="1" dirty="0">
                <a:solidFill>
                  <a:schemeClr val="accent2"/>
                </a:solidFill>
                <a:latin typeface="Albert Sans"/>
              </a:rPr>
              <a:t>      </a:t>
            </a:r>
          </a:p>
          <a:p>
            <a:pPr marL="0" indent="0">
              <a:buNone/>
            </a:pPr>
            <a:r>
              <a:rPr lang="en-US" sz="5600" i="1" dirty="0">
                <a:solidFill>
                  <a:schemeClr val="accent2"/>
                </a:solidFill>
                <a:latin typeface="Albert Sans"/>
              </a:rPr>
              <a:t>Think About It:</a:t>
            </a:r>
          </a:p>
          <a:p>
            <a:pPr marL="0" indent="0">
              <a:buNone/>
            </a:pPr>
            <a:br>
              <a:rPr lang="en-US" sz="5600" dirty="0">
                <a:solidFill>
                  <a:schemeClr val="accent2"/>
                </a:solidFill>
                <a:latin typeface="Albert Sans"/>
              </a:rPr>
            </a:br>
            <a:r>
              <a:rPr lang="en-US" sz="5600" dirty="0">
                <a:solidFill>
                  <a:schemeClr val="accent2"/>
                </a:solidFill>
                <a:latin typeface="Albert Sans"/>
              </a:rPr>
              <a:t>If someone used your Instagram post or artwork without tagging you, how would you feel?</a:t>
            </a:r>
          </a:p>
          <a:p>
            <a:pPr indent="0" algn="ctr">
              <a:lnSpc>
                <a:spcPct val="100000"/>
              </a:lnSpc>
              <a:buNone/>
              <a:tabLst>
                <a:tab pos="0" algn="l"/>
              </a:tabLst>
            </a:pPr>
            <a:endParaRPr lang="en-US" sz="2200" dirty="0">
              <a:solidFill>
                <a:schemeClr val="accent2"/>
              </a:solidFill>
            </a:endParaRPr>
          </a:p>
          <a:p>
            <a:pPr indent="0" algn="ctr">
              <a:lnSpc>
                <a:spcPct val="100000"/>
              </a:lnSpc>
              <a:buNone/>
              <a:tabLst>
                <a:tab pos="0" algn="l"/>
              </a:tabLst>
            </a:pPr>
            <a:endParaRPr lang="en-US" sz="2400" b="0" strike="noStrike" spc="-1" dirty="0">
              <a:solidFill>
                <a:schemeClr val="accent2"/>
              </a:solidFill>
              <a:latin typeface="OpenSymbol"/>
            </a:endParaRPr>
          </a:p>
        </p:txBody>
      </p:sp>
      <p:sp>
        <p:nvSpPr>
          <p:cNvPr id="161" name="Google Shape;306;p41"/>
          <p:cNvSpPr/>
          <p:nvPr/>
        </p:nvSpPr>
        <p:spPr>
          <a:xfrm rot="2532600">
            <a:off x="3381480" y="163080"/>
            <a:ext cx="736560" cy="649440"/>
          </a:xfrm>
          <a:custGeom>
            <a:avLst/>
            <a:gdLst>
              <a:gd name="textAreaLeft" fmla="*/ 0 w 736560"/>
              <a:gd name="textAreaRight" fmla="*/ 736920 w 736560"/>
              <a:gd name="textAreaTop" fmla="*/ 0 h 649440"/>
              <a:gd name="textAreaBottom" fmla="*/ 649800 h 649440"/>
            </a:gdLst>
            <a:ahLst/>
            <a:cxnLst/>
            <a:rect l="textAreaLeft" t="textAreaTop" r="textAreaRight" b="textAreaBottom"/>
            <a:pathLst>
              <a:path w="579097" h="510716">
                <a:moveTo>
                  <a:pt x="210945" y="39399"/>
                </a:moveTo>
                <a:cubicBezTo>
                  <a:pt x="111789" y="86929"/>
                  <a:pt x="35780" y="180083"/>
                  <a:pt x="9110" y="286668"/>
                </a:cubicBezTo>
                <a:cubicBezTo>
                  <a:pt x="-1749" y="330102"/>
                  <a:pt x="-4606" y="376870"/>
                  <a:pt x="10062" y="419161"/>
                </a:cubicBezTo>
                <a:cubicBezTo>
                  <a:pt x="24731" y="461452"/>
                  <a:pt x="59211" y="498504"/>
                  <a:pt x="102931" y="508124"/>
                </a:cubicBezTo>
                <a:cubicBezTo>
                  <a:pt x="170749" y="522983"/>
                  <a:pt x="234662" y="471453"/>
                  <a:pt x="278572" y="417827"/>
                </a:cubicBezTo>
                <a:cubicBezTo>
                  <a:pt x="322577" y="364106"/>
                  <a:pt x="363630" y="301051"/>
                  <a:pt x="429257" y="278476"/>
                </a:cubicBezTo>
                <a:cubicBezTo>
                  <a:pt x="453546" y="270094"/>
                  <a:pt x="479740" y="267999"/>
                  <a:pt x="503552" y="258188"/>
                </a:cubicBezTo>
                <a:cubicBezTo>
                  <a:pt x="589944" y="222469"/>
                  <a:pt x="606708" y="90548"/>
                  <a:pt x="530508" y="36541"/>
                </a:cubicBezTo>
                <a:cubicBezTo>
                  <a:pt x="446974" y="-22609"/>
                  <a:pt x="295907" y="-1273"/>
                  <a:pt x="211040" y="39399"/>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2" name="Google Shape;307;p41"/>
          <p:cNvSpPr/>
          <p:nvPr/>
        </p:nvSpPr>
        <p:spPr>
          <a:xfrm rot="9907200">
            <a:off x="-89280" y="-581760"/>
            <a:ext cx="2714760" cy="2418840"/>
          </a:xfrm>
          <a:custGeom>
            <a:avLst/>
            <a:gdLst>
              <a:gd name="textAreaLeft" fmla="*/ 0 w 2714760"/>
              <a:gd name="textAreaRight" fmla="*/ 2715120 w 2714760"/>
              <a:gd name="textAreaTop" fmla="*/ 0 h 2418840"/>
              <a:gd name="textAreaBottom" fmla="*/ 2419200 h 2418840"/>
            </a:gdLst>
            <a:ahLst/>
            <a:cxnLst/>
            <a:rect l="textAreaLeft" t="textAreaTop" r="textAreaRight" b="textAreaBottom"/>
            <a:pathLst>
              <a:path w="1776031" h="1582483">
                <a:moveTo>
                  <a:pt x="804196" y="1582484"/>
                </a:moveTo>
                <a:lnTo>
                  <a:pt x="804196" y="1568768"/>
                </a:lnTo>
                <a:cubicBezTo>
                  <a:pt x="811911" y="1568768"/>
                  <a:pt x="819722" y="1568768"/>
                  <a:pt x="827532" y="1568482"/>
                </a:cubicBezTo>
                <a:lnTo>
                  <a:pt x="827818" y="1582198"/>
                </a:lnTo>
                <a:cubicBezTo>
                  <a:pt x="819912" y="1582388"/>
                  <a:pt x="812101" y="1582484"/>
                  <a:pt x="804196" y="1582484"/>
                </a:cubicBezTo>
                <a:close/>
                <a:moveTo>
                  <a:pt x="780574" y="1582293"/>
                </a:moveTo>
                <a:cubicBezTo>
                  <a:pt x="772668" y="1582103"/>
                  <a:pt x="764858" y="1581912"/>
                  <a:pt x="756952" y="1581531"/>
                </a:cubicBezTo>
                <a:lnTo>
                  <a:pt x="757523" y="1567815"/>
                </a:lnTo>
                <a:cubicBezTo>
                  <a:pt x="765334" y="1568101"/>
                  <a:pt x="773049" y="1568387"/>
                  <a:pt x="780860" y="1568577"/>
                </a:cubicBezTo>
                <a:lnTo>
                  <a:pt x="780574" y="1582293"/>
                </a:lnTo>
                <a:close/>
                <a:moveTo>
                  <a:pt x="851440" y="1581531"/>
                </a:moveTo>
                <a:lnTo>
                  <a:pt x="850868" y="1567815"/>
                </a:lnTo>
                <a:cubicBezTo>
                  <a:pt x="858679" y="1567529"/>
                  <a:pt x="866394" y="1567053"/>
                  <a:pt x="874205" y="1566577"/>
                </a:cubicBezTo>
                <a:lnTo>
                  <a:pt x="875062" y="1580293"/>
                </a:lnTo>
                <a:cubicBezTo>
                  <a:pt x="867156" y="1580769"/>
                  <a:pt x="859346" y="1581150"/>
                  <a:pt x="851440" y="1581531"/>
                </a:cubicBezTo>
                <a:close/>
                <a:moveTo>
                  <a:pt x="733330" y="1580293"/>
                </a:moveTo>
                <a:cubicBezTo>
                  <a:pt x="725424" y="1579817"/>
                  <a:pt x="717613" y="1579150"/>
                  <a:pt x="709708" y="1578483"/>
                </a:cubicBezTo>
                <a:lnTo>
                  <a:pt x="710851" y="1564862"/>
                </a:lnTo>
                <a:cubicBezTo>
                  <a:pt x="718566" y="1565529"/>
                  <a:pt x="726376" y="1566101"/>
                  <a:pt x="734092" y="1566577"/>
                </a:cubicBezTo>
                <a:lnTo>
                  <a:pt x="733235" y="1580293"/>
                </a:lnTo>
                <a:close/>
                <a:moveTo>
                  <a:pt x="898588" y="1578578"/>
                </a:moveTo>
                <a:lnTo>
                  <a:pt x="897446" y="1564958"/>
                </a:lnTo>
                <a:cubicBezTo>
                  <a:pt x="905161" y="1564291"/>
                  <a:pt x="912971" y="1563624"/>
                  <a:pt x="920687" y="1562862"/>
                </a:cubicBezTo>
                <a:lnTo>
                  <a:pt x="922020" y="1576483"/>
                </a:lnTo>
                <a:cubicBezTo>
                  <a:pt x="914210" y="1577245"/>
                  <a:pt x="906304" y="1578007"/>
                  <a:pt x="898493" y="1578578"/>
                </a:cubicBezTo>
                <a:close/>
                <a:moveTo>
                  <a:pt x="686276" y="1576197"/>
                </a:moveTo>
                <a:cubicBezTo>
                  <a:pt x="678466" y="1575340"/>
                  <a:pt x="670655" y="1574387"/>
                  <a:pt x="662749" y="1573339"/>
                </a:cubicBezTo>
                <a:lnTo>
                  <a:pt x="664559" y="1559719"/>
                </a:lnTo>
                <a:cubicBezTo>
                  <a:pt x="672274" y="1560767"/>
                  <a:pt x="679990" y="1561719"/>
                  <a:pt x="687705" y="1562576"/>
                </a:cubicBezTo>
                <a:lnTo>
                  <a:pt x="686181" y="1576197"/>
                </a:lnTo>
                <a:close/>
                <a:moveTo>
                  <a:pt x="945547" y="1573911"/>
                </a:moveTo>
                <a:lnTo>
                  <a:pt x="943928" y="1560290"/>
                </a:lnTo>
                <a:cubicBezTo>
                  <a:pt x="951643" y="1559338"/>
                  <a:pt x="959358" y="1558385"/>
                  <a:pt x="967073" y="1557338"/>
                </a:cubicBezTo>
                <a:lnTo>
                  <a:pt x="968978" y="1570958"/>
                </a:lnTo>
                <a:cubicBezTo>
                  <a:pt x="961168" y="1572006"/>
                  <a:pt x="953357" y="1573054"/>
                  <a:pt x="945547" y="1573911"/>
                </a:cubicBezTo>
                <a:close/>
                <a:moveTo>
                  <a:pt x="639318" y="1569815"/>
                </a:moveTo>
                <a:cubicBezTo>
                  <a:pt x="631508" y="1568577"/>
                  <a:pt x="623792" y="1567243"/>
                  <a:pt x="615982" y="1565815"/>
                </a:cubicBezTo>
                <a:lnTo>
                  <a:pt x="618459" y="1552385"/>
                </a:lnTo>
                <a:cubicBezTo>
                  <a:pt x="626078" y="1553813"/>
                  <a:pt x="633794" y="1555147"/>
                  <a:pt x="641413" y="1556385"/>
                </a:cubicBezTo>
                <a:lnTo>
                  <a:pt x="639223" y="1569910"/>
                </a:lnTo>
                <a:close/>
                <a:moveTo>
                  <a:pt x="992315" y="1567529"/>
                </a:moveTo>
                <a:lnTo>
                  <a:pt x="990219" y="1554004"/>
                </a:lnTo>
                <a:cubicBezTo>
                  <a:pt x="997934" y="1552861"/>
                  <a:pt x="1005649" y="1551527"/>
                  <a:pt x="1013269" y="1550289"/>
                </a:cubicBezTo>
                <a:lnTo>
                  <a:pt x="1015556" y="1563814"/>
                </a:lnTo>
                <a:cubicBezTo>
                  <a:pt x="1007841" y="1565148"/>
                  <a:pt x="1000030" y="1566386"/>
                  <a:pt x="992219" y="1567625"/>
                </a:cubicBezTo>
                <a:close/>
                <a:moveTo>
                  <a:pt x="592836" y="1561148"/>
                </a:moveTo>
                <a:cubicBezTo>
                  <a:pt x="585121" y="1559528"/>
                  <a:pt x="577406" y="1557814"/>
                  <a:pt x="569785" y="1555909"/>
                </a:cubicBezTo>
                <a:lnTo>
                  <a:pt x="572929" y="1542574"/>
                </a:lnTo>
                <a:cubicBezTo>
                  <a:pt x="580454" y="1544384"/>
                  <a:pt x="588074" y="1546098"/>
                  <a:pt x="595694" y="1547717"/>
                </a:cubicBezTo>
                <a:lnTo>
                  <a:pt x="592836" y="1561148"/>
                </a:lnTo>
                <a:close/>
                <a:moveTo>
                  <a:pt x="1038892" y="1559528"/>
                </a:moveTo>
                <a:lnTo>
                  <a:pt x="1036320" y="1546098"/>
                </a:lnTo>
                <a:cubicBezTo>
                  <a:pt x="1043940" y="1544669"/>
                  <a:pt x="1051655" y="1543145"/>
                  <a:pt x="1059275" y="1541621"/>
                </a:cubicBezTo>
                <a:lnTo>
                  <a:pt x="1062038" y="1555052"/>
                </a:lnTo>
                <a:cubicBezTo>
                  <a:pt x="1054323" y="1556671"/>
                  <a:pt x="1046607" y="1558195"/>
                  <a:pt x="1038892" y="1559624"/>
                </a:cubicBezTo>
                <a:close/>
                <a:moveTo>
                  <a:pt x="546830" y="1550194"/>
                </a:moveTo>
                <a:cubicBezTo>
                  <a:pt x="539210" y="1548193"/>
                  <a:pt x="531591" y="1546003"/>
                  <a:pt x="524065" y="1543812"/>
                </a:cubicBezTo>
                <a:lnTo>
                  <a:pt x="527971" y="1530668"/>
                </a:lnTo>
                <a:cubicBezTo>
                  <a:pt x="535400" y="1532858"/>
                  <a:pt x="542925" y="1534954"/>
                  <a:pt x="550450" y="1536954"/>
                </a:cubicBezTo>
                <a:lnTo>
                  <a:pt x="546926" y="1550194"/>
                </a:lnTo>
                <a:close/>
                <a:moveTo>
                  <a:pt x="1085088" y="1550099"/>
                </a:moveTo>
                <a:lnTo>
                  <a:pt x="1082135" y="1536764"/>
                </a:lnTo>
                <a:cubicBezTo>
                  <a:pt x="1089755" y="1535049"/>
                  <a:pt x="1097375" y="1533335"/>
                  <a:pt x="1104900" y="1531525"/>
                </a:cubicBezTo>
                <a:lnTo>
                  <a:pt x="1108043" y="1544860"/>
                </a:lnTo>
                <a:cubicBezTo>
                  <a:pt x="1100423" y="1546670"/>
                  <a:pt x="1092708" y="1548384"/>
                  <a:pt x="1085088" y="1550099"/>
                </a:cubicBezTo>
                <a:close/>
                <a:moveTo>
                  <a:pt x="1130999" y="1539240"/>
                </a:moveTo>
                <a:lnTo>
                  <a:pt x="1127665" y="1526000"/>
                </a:lnTo>
                <a:cubicBezTo>
                  <a:pt x="1135190" y="1524095"/>
                  <a:pt x="1142810" y="1522095"/>
                  <a:pt x="1150334" y="1520095"/>
                </a:cubicBezTo>
                <a:lnTo>
                  <a:pt x="1153858" y="1533335"/>
                </a:lnTo>
                <a:cubicBezTo>
                  <a:pt x="1146239" y="1535335"/>
                  <a:pt x="1138619" y="1537335"/>
                  <a:pt x="1130999" y="1539240"/>
                </a:cubicBezTo>
                <a:close/>
                <a:moveTo>
                  <a:pt x="501396" y="1536859"/>
                </a:moveTo>
                <a:cubicBezTo>
                  <a:pt x="493871" y="1534478"/>
                  <a:pt x="486442" y="1531906"/>
                  <a:pt x="478917" y="1529334"/>
                </a:cubicBezTo>
                <a:lnTo>
                  <a:pt x="483489" y="1516380"/>
                </a:lnTo>
                <a:cubicBezTo>
                  <a:pt x="490823" y="1518952"/>
                  <a:pt x="498158" y="1521428"/>
                  <a:pt x="505587" y="1523810"/>
                </a:cubicBezTo>
                <a:lnTo>
                  <a:pt x="501396" y="1536859"/>
                </a:lnTo>
                <a:close/>
                <a:moveTo>
                  <a:pt x="1176528" y="1527048"/>
                </a:moveTo>
                <a:lnTo>
                  <a:pt x="1172813" y="1513904"/>
                </a:lnTo>
                <a:cubicBezTo>
                  <a:pt x="1180338" y="1511808"/>
                  <a:pt x="1187767" y="1509617"/>
                  <a:pt x="1195293" y="1507331"/>
                </a:cubicBezTo>
                <a:lnTo>
                  <a:pt x="1199198" y="1520476"/>
                </a:lnTo>
                <a:cubicBezTo>
                  <a:pt x="1191673" y="1522762"/>
                  <a:pt x="1184148" y="1524953"/>
                  <a:pt x="1176528" y="1527048"/>
                </a:cubicBezTo>
                <a:close/>
                <a:moveTo>
                  <a:pt x="456724" y="1521143"/>
                </a:moveTo>
                <a:cubicBezTo>
                  <a:pt x="449390" y="1518285"/>
                  <a:pt x="442055" y="1515428"/>
                  <a:pt x="434721" y="1512380"/>
                </a:cubicBezTo>
                <a:lnTo>
                  <a:pt x="439960" y="1499711"/>
                </a:lnTo>
                <a:cubicBezTo>
                  <a:pt x="447104" y="1502664"/>
                  <a:pt x="454342" y="1505522"/>
                  <a:pt x="461581" y="1508284"/>
                </a:cubicBezTo>
                <a:lnTo>
                  <a:pt x="456724" y="1521047"/>
                </a:lnTo>
                <a:close/>
                <a:moveTo>
                  <a:pt x="1221772" y="1513523"/>
                </a:moveTo>
                <a:lnTo>
                  <a:pt x="1217676" y="1500473"/>
                </a:lnTo>
                <a:cubicBezTo>
                  <a:pt x="1225106" y="1498187"/>
                  <a:pt x="1232535" y="1495806"/>
                  <a:pt x="1239965" y="1493330"/>
                </a:cubicBezTo>
                <a:lnTo>
                  <a:pt x="1244251" y="1506379"/>
                </a:lnTo>
                <a:cubicBezTo>
                  <a:pt x="1236726" y="1508855"/>
                  <a:pt x="1229297" y="1511237"/>
                  <a:pt x="1221772" y="1513618"/>
                </a:cubicBezTo>
                <a:close/>
                <a:moveTo>
                  <a:pt x="413004" y="1503045"/>
                </a:moveTo>
                <a:cubicBezTo>
                  <a:pt x="405765" y="1499807"/>
                  <a:pt x="398621" y="1496473"/>
                  <a:pt x="391573" y="1493044"/>
                </a:cubicBezTo>
                <a:lnTo>
                  <a:pt x="397478" y="1480661"/>
                </a:lnTo>
                <a:cubicBezTo>
                  <a:pt x="404431" y="1483995"/>
                  <a:pt x="411480" y="1487329"/>
                  <a:pt x="418624" y="1490472"/>
                </a:cubicBezTo>
                <a:lnTo>
                  <a:pt x="413004" y="1502950"/>
                </a:lnTo>
                <a:close/>
                <a:moveTo>
                  <a:pt x="1266539" y="1498759"/>
                </a:moveTo>
                <a:lnTo>
                  <a:pt x="1262063" y="1485805"/>
                </a:lnTo>
                <a:cubicBezTo>
                  <a:pt x="1269397" y="1483233"/>
                  <a:pt x="1276731" y="1480661"/>
                  <a:pt x="1284066" y="1477994"/>
                </a:cubicBezTo>
                <a:lnTo>
                  <a:pt x="1288733" y="1490853"/>
                </a:lnTo>
                <a:cubicBezTo>
                  <a:pt x="1281303" y="1493520"/>
                  <a:pt x="1273969" y="1496187"/>
                  <a:pt x="1266539" y="1498759"/>
                </a:cubicBezTo>
                <a:close/>
                <a:moveTo>
                  <a:pt x="1310831" y="1482566"/>
                </a:moveTo>
                <a:lnTo>
                  <a:pt x="1305878" y="1469803"/>
                </a:lnTo>
                <a:cubicBezTo>
                  <a:pt x="1313117" y="1467041"/>
                  <a:pt x="1320356" y="1464088"/>
                  <a:pt x="1327594" y="1461135"/>
                </a:cubicBezTo>
                <a:lnTo>
                  <a:pt x="1332738" y="1473803"/>
                </a:lnTo>
                <a:cubicBezTo>
                  <a:pt x="1325404" y="1476756"/>
                  <a:pt x="1318165" y="1479709"/>
                  <a:pt x="1310831" y="1482566"/>
                </a:cubicBezTo>
                <a:close/>
                <a:moveTo>
                  <a:pt x="370332" y="1482471"/>
                </a:moveTo>
                <a:cubicBezTo>
                  <a:pt x="363283" y="1478852"/>
                  <a:pt x="356330" y="1475137"/>
                  <a:pt x="349473" y="1471232"/>
                </a:cubicBezTo>
                <a:lnTo>
                  <a:pt x="356140" y="1459230"/>
                </a:lnTo>
                <a:cubicBezTo>
                  <a:pt x="362903" y="1463040"/>
                  <a:pt x="369760" y="1466660"/>
                  <a:pt x="376619" y="1470279"/>
                </a:cubicBezTo>
                <a:lnTo>
                  <a:pt x="370332" y="1482471"/>
                </a:lnTo>
                <a:close/>
                <a:moveTo>
                  <a:pt x="1354550" y="1464659"/>
                </a:moveTo>
                <a:lnTo>
                  <a:pt x="1349121" y="1452086"/>
                </a:lnTo>
                <a:cubicBezTo>
                  <a:pt x="1356265" y="1449038"/>
                  <a:pt x="1363408" y="1445800"/>
                  <a:pt x="1370457" y="1442561"/>
                </a:cubicBezTo>
                <a:lnTo>
                  <a:pt x="1376172" y="1455039"/>
                </a:lnTo>
                <a:cubicBezTo>
                  <a:pt x="1369028" y="1458278"/>
                  <a:pt x="1361789" y="1461516"/>
                  <a:pt x="1354550" y="1464659"/>
                </a:cubicBezTo>
                <a:close/>
                <a:moveTo>
                  <a:pt x="328994" y="1459516"/>
                </a:moveTo>
                <a:cubicBezTo>
                  <a:pt x="322231" y="1455515"/>
                  <a:pt x="315468" y="1451324"/>
                  <a:pt x="308801" y="1447038"/>
                </a:cubicBezTo>
                <a:lnTo>
                  <a:pt x="316135" y="1435513"/>
                </a:lnTo>
                <a:cubicBezTo>
                  <a:pt x="322707" y="1439704"/>
                  <a:pt x="329279" y="1443800"/>
                  <a:pt x="335947" y="1447705"/>
                </a:cubicBezTo>
                <a:lnTo>
                  <a:pt x="328898" y="1459516"/>
                </a:lnTo>
                <a:close/>
                <a:moveTo>
                  <a:pt x="1397603" y="1445038"/>
                </a:moveTo>
                <a:lnTo>
                  <a:pt x="1391603" y="1432751"/>
                </a:lnTo>
                <a:cubicBezTo>
                  <a:pt x="1398651" y="1429322"/>
                  <a:pt x="1405604" y="1425893"/>
                  <a:pt x="1412462" y="1422368"/>
                </a:cubicBezTo>
                <a:lnTo>
                  <a:pt x="1418749" y="1434560"/>
                </a:lnTo>
                <a:cubicBezTo>
                  <a:pt x="1411700" y="1438180"/>
                  <a:pt x="1404652" y="1441704"/>
                  <a:pt x="1397603" y="1445133"/>
                </a:cubicBezTo>
                <a:close/>
                <a:moveTo>
                  <a:pt x="289084" y="1433989"/>
                </a:moveTo>
                <a:cubicBezTo>
                  <a:pt x="282607" y="1429512"/>
                  <a:pt x="276130" y="1424940"/>
                  <a:pt x="269748" y="1420273"/>
                </a:cubicBezTo>
                <a:lnTo>
                  <a:pt x="277844" y="1409224"/>
                </a:lnTo>
                <a:cubicBezTo>
                  <a:pt x="284131" y="1413796"/>
                  <a:pt x="290417" y="1418273"/>
                  <a:pt x="296799" y="1422654"/>
                </a:cubicBezTo>
                <a:lnTo>
                  <a:pt x="289084" y="1433989"/>
                </a:lnTo>
                <a:close/>
                <a:moveTo>
                  <a:pt x="1439704" y="1423416"/>
                </a:moveTo>
                <a:lnTo>
                  <a:pt x="1433131" y="1411414"/>
                </a:lnTo>
                <a:cubicBezTo>
                  <a:pt x="1439990" y="1407700"/>
                  <a:pt x="1446752" y="1403890"/>
                  <a:pt x="1453515" y="1399985"/>
                </a:cubicBezTo>
                <a:lnTo>
                  <a:pt x="1460373" y="1411891"/>
                </a:lnTo>
                <a:cubicBezTo>
                  <a:pt x="1453515" y="1415796"/>
                  <a:pt x="1446657" y="1419701"/>
                  <a:pt x="1439704" y="1423511"/>
                </a:cubicBezTo>
                <a:close/>
                <a:moveTo>
                  <a:pt x="250793" y="1405985"/>
                </a:moveTo>
                <a:cubicBezTo>
                  <a:pt x="244602" y="1401128"/>
                  <a:pt x="238411" y="1396175"/>
                  <a:pt x="232410" y="1391031"/>
                </a:cubicBezTo>
                <a:lnTo>
                  <a:pt x="241173" y="1380554"/>
                </a:lnTo>
                <a:cubicBezTo>
                  <a:pt x="247079" y="1385507"/>
                  <a:pt x="253174" y="1390460"/>
                  <a:pt x="259271" y="1395222"/>
                </a:cubicBezTo>
                <a:lnTo>
                  <a:pt x="250793" y="1405985"/>
                </a:lnTo>
                <a:close/>
                <a:moveTo>
                  <a:pt x="1480661" y="1399699"/>
                </a:moveTo>
                <a:lnTo>
                  <a:pt x="1473517" y="1388078"/>
                </a:lnTo>
                <a:cubicBezTo>
                  <a:pt x="1480185" y="1383983"/>
                  <a:pt x="1486757" y="1379792"/>
                  <a:pt x="1493234" y="1375601"/>
                </a:cubicBezTo>
                <a:lnTo>
                  <a:pt x="1500759" y="1387031"/>
                </a:lnTo>
                <a:cubicBezTo>
                  <a:pt x="1494187" y="1391317"/>
                  <a:pt x="1487519" y="1395603"/>
                  <a:pt x="1480756" y="1399699"/>
                </a:cubicBezTo>
                <a:close/>
                <a:moveTo>
                  <a:pt x="214408" y="1375505"/>
                </a:moveTo>
                <a:cubicBezTo>
                  <a:pt x="211455" y="1372838"/>
                  <a:pt x="208597" y="1370267"/>
                  <a:pt x="205740" y="1367600"/>
                </a:cubicBezTo>
                <a:cubicBezTo>
                  <a:pt x="202787" y="1364933"/>
                  <a:pt x="199930" y="1362170"/>
                  <a:pt x="197073" y="1359408"/>
                </a:cubicBezTo>
                <a:lnTo>
                  <a:pt x="206598" y="1349502"/>
                </a:lnTo>
                <a:cubicBezTo>
                  <a:pt x="209360" y="1352169"/>
                  <a:pt x="212217" y="1354836"/>
                  <a:pt x="215074" y="1357503"/>
                </a:cubicBezTo>
                <a:cubicBezTo>
                  <a:pt x="217932" y="1360170"/>
                  <a:pt x="220790" y="1362742"/>
                  <a:pt x="223647" y="1365314"/>
                </a:cubicBezTo>
                <a:lnTo>
                  <a:pt x="214503" y="1375505"/>
                </a:lnTo>
                <a:close/>
                <a:moveTo>
                  <a:pt x="1520285" y="1373696"/>
                </a:moveTo>
                <a:lnTo>
                  <a:pt x="1512475" y="1362456"/>
                </a:lnTo>
                <a:cubicBezTo>
                  <a:pt x="1518856" y="1357979"/>
                  <a:pt x="1525143" y="1353503"/>
                  <a:pt x="1531334" y="1348835"/>
                </a:cubicBezTo>
                <a:lnTo>
                  <a:pt x="1539526" y="1359789"/>
                </a:lnTo>
                <a:cubicBezTo>
                  <a:pt x="1533239" y="1364552"/>
                  <a:pt x="1526762" y="1369124"/>
                  <a:pt x="1520285" y="1373696"/>
                </a:cubicBezTo>
                <a:close/>
                <a:moveTo>
                  <a:pt x="1558290" y="1345311"/>
                </a:moveTo>
                <a:lnTo>
                  <a:pt x="1549717" y="1334643"/>
                </a:lnTo>
                <a:cubicBezTo>
                  <a:pt x="1555814" y="1329785"/>
                  <a:pt x="1561719" y="1324832"/>
                  <a:pt x="1567624" y="1319784"/>
                </a:cubicBezTo>
                <a:lnTo>
                  <a:pt x="1576578" y="1330166"/>
                </a:lnTo>
                <a:cubicBezTo>
                  <a:pt x="1570577" y="1335310"/>
                  <a:pt x="1564482" y="1340358"/>
                  <a:pt x="1558290" y="1345311"/>
                </a:cubicBezTo>
                <a:close/>
                <a:moveTo>
                  <a:pt x="180213" y="1342549"/>
                </a:moveTo>
                <a:cubicBezTo>
                  <a:pt x="174688" y="1336834"/>
                  <a:pt x="169354" y="1331119"/>
                  <a:pt x="164021" y="1325213"/>
                </a:cubicBezTo>
                <a:lnTo>
                  <a:pt x="174212" y="1316069"/>
                </a:lnTo>
                <a:cubicBezTo>
                  <a:pt x="179356" y="1321784"/>
                  <a:pt x="184690" y="1327499"/>
                  <a:pt x="190024" y="1333024"/>
                </a:cubicBezTo>
                <a:lnTo>
                  <a:pt x="180213" y="1342549"/>
                </a:lnTo>
                <a:close/>
                <a:moveTo>
                  <a:pt x="1594294" y="1314355"/>
                </a:moveTo>
                <a:lnTo>
                  <a:pt x="1584960" y="1304258"/>
                </a:lnTo>
                <a:cubicBezTo>
                  <a:pt x="1590675" y="1299020"/>
                  <a:pt x="1596199" y="1293590"/>
                  <a:pt x="1601724" y="1288161"/>
                </a:cubicBezTo>
                <a:lnTo>
                  <a:pt x="1611440" y="1297877"/>
                </a:lnTo>
                <a:cubicBezTo>
                  <a:pt x="1605820" y="1303496"/>
                  <a:pt x="1600105" y="1308926"/>
                  <a:pt x="1594294" y="1314355"/>
                </a:cubicBezTo>
                <a:close/>
                <a:moveTo>
                  <a:pt x="148495" y="1307306"/>
                </a:moveTo>
                <a:cubicBezTo>
                  <a:pt x="143447" y="1301210"/>
                  <a:pt x="138398" y="1295114"/>
                  <a:pt x="133540" y="1288828"/>
                </a:cubicBezTo>
                <a:lnTo>
                  <a:pt x="144304" y="1280446"/>
                </a:lnTo>
                <a:cubicBezTo>
                  <a:pt x="149066" y="1286542"/>
                  <a:pt x="153924" y="1292543"/>
                  <a:pt x="158877" y="1298543"/>
                </a:cubicBezTo>
                <a:lnTo>
                  <a:pt x="148399" y="1307306"/>
                </a:lnTo>
                <a:close/>
                <a:moveTo>
                  <a:pt x="1627918" y="1280827"/>
                </a:moveTo>
                <a:lnTo>
                  <a:pt x="1617821" y="1271492"/>
                </a:lnTo>
                <a:cubicBezTo>
                  <a:pt x="1623060" y="1265777"/>
                  <a:pt x="1628204" y="1260062"/>
                  <a:pt x="1633252" y="1254157"/>
                </a:cubicBezTo>
                <a:lnTo>
                  <a:pt x="1643634" y="1263015"/>
                </a:lnTo>
                <a:cubicBezTo>
                  <a:pt x="1638490" y="1269016"/>
                  <a:pt x="1633252" y="1274921"/>
                  <a:pt x="1627823" y="1280732"/>
                </a:cubicBezTo>
                <a:close/>
                <a:moveTo>
                  <a:pt x="119348" y="1269873"/>
                </a:moveTo>
                <a:cubicBezTo>
                  <a:pt x="114681" y="1263491"/>
                  <a:pt x="110204" y="1257014"/>
                  <a:pt x="105823" y="1250442"/>
                </a:cubicBezTo>
                <a:lnTo>
                  <a:pt x="117158" y="1242822"/>
                </a:lnTo>
                <a:cubicBezTo>
                  <a:pt x="121444" y="1249299"/>
                  <a:pt x="125921" y="1255585"/>
                  <a:pt x="130398" y="1261872"/>
                </a:cubicBezTo>
                <a:lnTo>
                  <a:pt x="119253" y="1269873"/>
                </a:lnTo>
                <a:close/>
                <a:moveTo>
                  <a:pt x="1658683" y="1244632"/>
                </a:moveTo>
                <a:lnTo>
                  <a:pt x="1647920" y="1236155"/>
                </a:lnTo>
                <a:cubicBezTo>
                  <a:pt x="1652683" y="1230059"/>
                  <a:pt x="1657255" y="1223867"/>
                  <a:pt x="1661827" y="1217581"/>
                </a:cubicBezTo>
                <a:lnTo>
                  <a:pt x="1672971" y="1225487"/>
                </a:lnTo>
                <a:cubicBezTo>
                  <a:pt x="1668399" y="1231964"/>
                  <a:pt x="1663637" y="1238250"/>
                  <a:pt x="1658779" y="1244537"/>
                </a:cubicBezTo>
                <a:close/>
                <a:moveTo>
                  <a:pt x="92964" y="1230439"/>
                </a:moveTo>
                <a:cubicBezTo>
                  <a:pt x="88773" y="1223677"/>
                  <a:pt x="84772" y="1216914"/>
                  <a:pt x="80867" y="1210056"/>
                </a:cubicBezTo>
                <a:lnTo>
                  <a:pt x="92774" y="1203293"/>
                </a:lnTo>
                <a:cubicBezTo>
                  <a:pt x="96583" y="1210056"/>
                  <a:pt x="100584" y="1216724"/>
                  <a:pt x="104680" y="1223296"/>
                </a:cubicBezTo>
                <a:lnTo>
                  <a:pt x="93059" y="1230535"/>
                </a:lnTo>
                <a:close/>
                <a:moveTo>
                  <a:pt x="1686306" y="1205960"/>
                </a:moveTo>
                <a:lnTo>
                  <a:pt x="1674781" y="1198531"/>
                </a:lnTo>
                <a:cubicBezTo>
                  <a:pt x="1677257" y="1194721"/>
                  <a:pt x="1679639" y="1190911"/>
                  <a:pt x="1682020" y="1187006"/>
                </a:cubicBezTo>
                <a:cubicBezTo>
                  <a:pt x="1683734" y="1184243"/>
                  <a:pt x="1685354" y="1181481"/>
                  <a:pt x="1686973" y="1178814"/>
                </a:cubicBezTo>
                <a:lnTo>
                  <a:pt x="1698784" y="1185767"/>
                </a:lnTo>
                <a:cubicBezTo>
                  <a:pt x="1697165" y="1188625"/>
                  <a:pt x="1695450" y="1191387"/>
                  <a:pt x="1693735" y="1194245"/>
                </a:cubicBezTo>
                <a:cubicBezTo>
                  <a:pt x="1691354" y="1198245"/>
                  <a:pt x="1688783" y="1202150"/>
                  <a:pt x="1686306" y="1206056"/>
                </a:cubicBezTo>
                <a:close/>
                <a:moveTo>
                  <a:pt x="69437" y="1189196"/>
                </a:moveTo>
                <a:cubicBezTo>
                  <a:pt x="65722" y="1182148"/>
                  <a:pt x="62198" y="1175099"/>
                  <a:pt x="58865" y="1167956"/>
                </a:cubicBezTo>
                <a:lnTo>
                  <a:pt x="71247" y="1162050"/>
                </a:lnTo>
                <a:cubicBezTo>
                  <a:pt x="74581" y="1169003"/>
                  <a:pt x="78010" y="1175957"/>
                  <a:pt x="81629" y="1182814"/>
                </a:cubicBezTo>
                <a:lnTo>
                  <a:pt x="69533" y="1189196"/>
                </a:lnTo>
                <a:close/>
                <a:moveTo>
                  <a:pt x="1710404" y="1164908"/>
                </a:moveTo>
                <a:lnTo>
                  <a:pt x="1698308" y="1158526"/>
                </a:lnTo>
                <a:cubicBezTo>
                  <a:pt x="1701927" y="1151668"/>
                  <a:pt x="1705356" y="1144714"/>
                  <a:pt x="1708594" y="1137761"/>
                </a:cubicBezTo>
                <a:lnTo>
                  <a:pt x="1720977" y="1143572"/>
                </a:lnTo>
                <a:cubicBezTo>
                  <a:pt x="1717643" y="1150715"/>
                  <a:pt x="1714119" y="1157859"/>
                  <a:pt x="1710404" y="1164908"/>
                </a:cubicBezTo>
                <a:close/>
                <a:moveTo>
                  <a:pt x="48958" y="1146429"/>
                </a:moveTo>
                <a:cubicBezTo>
                  <a:pt x="45816" y="1139190"/>
                  <a:pt x="42767" y="1131856"/>
                  <a:pt x="39910" y="1124426"/>
                </a:cubicBezTo>
                <a:lnTo>
                  <a:pt x="52673" y="1119473"/>
                </a:lnTo>
                <a:cubicBezTo>
                  <a:pt x="55435" y="1126712"/>
                  <a:pt x="58388" y="1133856"/>
                  <a:pt x="61436" y="1141000"/>
                </a:cubicBezTo>
                <a:lnTo>
                  <a:pt x="48863" y="1146429"/>
                </a:lnTo>
                <a:close/>
                <a:moveTo>
                  <a:pt x="1730598" y="1121855"/>
                </a:moveTo>
                <a:lnTo>
                  <a:pt x="1717929" y="1116616"/>
                </a:lnTo>
                <a:cubicBezTo>
                  <a:pt x="1720882" y="1109472"/>
                  <a:pt x="1723739" y="1102233"/>
                  <a:pt x="1726407" y="1094994"/>
                </a:cubicBezTo>
                <a:lnTo>
                  <a:pt x="1739265" y="1099757"/>
                </a:lnTo>
                <a:cubicBezTo>
                  <a:pt x="1736503" y="1107186"/>
                  <a:pt x="1733645" y="1114616"/>
                  <a:pt x="1730598" y="1121950"/>
                </a:cubicBezTo>
                <a:close/>
                <a:moveTo>
                  <a:pt x="31813" y="1102138"/>
                </a:moveTo>
                <a:cubicBezTo>
                  <a:pt x="29242" y="1094613"/>
                  <a:pt x="26765" y="1087088"/>
                  <a:pt x="24479" y="1079564"/>
                </a:cubicBezTo>
                <a:lnTo>
                  <a:pt x="37624" y="1075563"/>
                </a:lnTo>
                <a:cubicBezTo>
                  <a:pt x="39814" y="1082993"/>
                  <a:pt x="42196" y="1090327"/>
                  <a:pt x="44767" y="1097661"/>
                </a:cubicBezTo>
                <a:lnTo>
                  <a:pt x="31813" y="1102138"/>
                </a:lnTo>
                <a:close/>
                <a:moveTo>
                  <a:pt x="1746980" y="1077278"/>
                </a:moveTo>
                <a:lnTo>
                  <a:pt x="1733931" y="1073087"/>
                </a:lnTo>
                <a:cubicBezTo>
                  <a:pt x="1736312" y="1065752"/>
                  <a:pt x="1738503" y="1058323"/>
                  <a:pt x="1740503" y="1050893"/>
                </a:cubicBezTo>
                <a:lnTo>
                  <a:pt x="1753743" y="1054513"/>
                </a:lnTo>
                <a:cubicBezTo>
                  <a:pt x="1751648" y="1062133"/>
                  <a:pt x="1749362" y="1069753"/>
                  <a:pt x="1746980" y="1077278"/>
                </a:cubicBezTo>
                <a:close/>
                <a:moveTo>
                  <a:pt x="18097" y="1056608"/>
                </a:moveTo>
                <a:cubicBezTo>
                  <a:pt x="16097" y="1048893"/>
                  <a:pt x="14288" y="1041273"/>
                  <a:pt x="12573" y="1033463"/>
                </a:cubicBezTo>
                <a:lnTo>
                  <a:pt x="26003" y="1030605"/>
                </a:lnTo>
                <a:cubicBezTo>
                  <a:pt x="27622" y="1038130"/>
                  <a:pt x="29432" y="1045655"/>
                  <a:pt x="31337" y="1053179"/>
                </a:cubicBezTo>
                <a:lnTo>
                  <a:pt x="18097" y="1056608"/>
                </a:lnTo>
                <a:close/>
                <a:moveTo>
                  <a:pt x="1759553" y="1031462"/>
                </a:moveTo>
                <a:lnTo>
                  <a:pt x="1746218" y="1028319"/>
                </a:lnTo>
                <a:cubicBezTo>
                  <a:pt x="1747933" y="1020794"/>
                  <a:pt x="1749552" y="1013174"/>
                  <a:pt x="1750981" y="1005650"/>
                </a:cubicBezTo>
                <a:lnTo>
                  <a:pt x="1764411" y="1008221"/>
                </a:lnTo>
                <a:cubicBezTo>
                  <a:pt x="1762887" y="1016032"/>
                  <a:pt x="1761268" y="1023747"/>
                  <a:pt x="1759458" y="1031462"/>
                </a:cubicBezTo>
                <a:close/>
                <a:moveTo>
                  <a:pt x="8096" y="1010222"/>
                </a:moveTo>
                <a:cubicBezTo>
                  <a:pt x="6763" y="1002411"/>
                  <a:pt x="5525" y="994601"/>
                  <a:pt x="4572" y="986695"/>
                </a:cubicBezTo>
                <a:lnTo>
                  <a:pt x="18193" y="984885"/>
                </a:lnTo>
                <a:cubicBezTo>
                  <a:pt x="19145" y="992600"/>
                  <a:pt x="20384" y="1000220"/>
                  <a:pt x="21622" y="1007840"/>
                </a:cubicBezTo>
                <a:lnTo>
                  <a:pt x="8096" y="1010126"/>
                </a:lnTo>
                <a:close/>
                <a:moveTo>
                  <a:pt x="1768412" y="984790"/>
                </a:moveTo>
                <a:lnTo>
                  <a:pt x="1754886" y="982694"/>
                </a:lnTo>
                <a:cubicBezTo>
                  <a:pt x="1756029" y="975074"/>
                  <a:pt x="1757077" y="967359"/>
                  <a:pt x="1757934" y="959644"/>
                </a:cubicBezTo>
                <a:lnTo>
                  <a:pt x="1771555" y="961263"/>
                </a:lnTo>
                <a:cubicBezTo>
                  <a:pt x="1770602" y="969169"/>
                  <a:pt x="1769555" y="976979"/>
                  <a:pt x="1768412" y="984790"/>
                </a:cubicBezTo>
                <a:close/>
                <a:moveTo>
                  <a:pt x="2000" y="963073"/>
                </a:moveTo>
                <a:cubicBezTo>
                  <a:pt x="1334" y="955167"/>
                  <a:pt x="762" y="947261"/>
                  <a:pt x="476" y="939355"/>
                </a:cubicBezTo>
                <a:lnTo>
                  <a:pt x="14192" y="938784"/>
                </a:lnTo>
                <a:cubicBezTo>
                  <a:pt x="14478" y="946499"/>
                  <a:pt x="15050" y="954214"/>
                  <a:pt x="15716" y="961930"/>
                </a:cubicBezTo>
                <a:lnTo>
                  <a:pt x="2096" y="963073"/>
                </a:lnTo>
                <a:close/>
                <a:moveTo>
                  <a:pt x="1773936" y="937641"/>
                </a:moveTo>
                <a:lnTo>
                  <a:pt x="1760316" y="936593"/>
                </a:lnTo>
                <a:cubicBezTo>
                  <a:pt x="1760887" y="928878"/>
                  <a:pt x="1761363" y="921163"/>
                  <a:pt x="1761744" y="913352"/>
                </a:cubicBezTo>
                <a:lnTo>
                  <a:pt x="1775460" y="914019"/>
                </a:lnTo>
                <a:cubicBezTo>
                  <a:pt x="1775079" y="921925"/>
                  <a:pt x="1774603" y="929830"/>
                  <a:pt x="1774032" y="937641"/>
                </a:cubicBezTo>
                <a:close/>
                <a:moveTo>
                  <a:pt x="13716" y="915543"/>
                </a:moveTo>
                <a:lnTo>
                  <a:pt x="0" y="915543"/>
                </a:lnTo>
                <a:cubicBezTo>
                  <a:pt x="0" y="907637"/>
                  <a:pt x="190" y="899636"/>
                  <a:pt x="571" y="891730"/>
                </a:cubicBezTo>
                <a:lnTo>
                  <a:pt x="14288" y="892397"/>
                </a:lnTo>
                <a:cubicBezTo>
                  <a:pt x="13906" y="900113"/>
                  <a:pt x="13716" y="907828"/>
                  <a:pt x="13716" y="915543"/>
                </a:cubicBezTo>
                <a:close/>
                <a:moveTo>
                  <a:pt x="1776031" y="890302"/>
                </a:moveTo>
                <a:lnTo>
                  <a:pt x="1762315" y="890111"/>
                </a:lnTo>
                <a:cubicBezTo>
                  <a:pt x="1762315" y="887254"/>
                  <a:pt x="1762315" y="884396"/>
                  <a:pt x="1762315" y="881539"/>
                </a:cubicBezTo>
                <a:cubicBezTo>
                  <a:pt x="1762315" y="876586"/>
                  <a:pt x="1762315" y="871728"/>
                  <a:pt x="1762125" y="866775"/>
                </a:cubicBezTo>
                <a:lnTo>
                  <a:pt x="1775841" y="866489"/>
                </a:lnTo>
                <a:cubicBezTo>
                  <a:pt x="1775936" y="871538"/>
                  <a:pt x="1776031" y="876491"/>
                  <a:pt x="1776031" y="881539"/>
                </a:cubicBezTo>
                <a:cubicBezTo>
                  <a:pt x="1776031" y="884492"/>
                  <a:pt x="1776031" y="887349"/>
                  <a:pt x="1776031" y="890207"/>
                </a:cubicBezTo>
                <a:close/>
                <a:moveTo>
                  <a:pt x="15907" y="869347"/>
                </a:moveTo>
                <a:lnTo>
                  <a:pt x="2286" y="868013"/>
                </a:lnTo>
                <a:cubicBezTo>
                  <a:pt x="3048" y="860108"/>
                  <a:pt x="4001" y="852202"/>
                  <a:pt x="5144" y="844391"/>
                </a:cubicBezTo>
                <a:lnTo>
                  <a:pt x="18669" y="846392"/>
                </a:lnTo>
                <a:cubicBezTo>
                  <a:pt x="17526" y="854011"/>
                  <a:pt x="16669" y="861727"/>
                  <a:pt x="15907" y="869347"/>
                </a:cubicBezTo>
                <a:close/>
                <a:moveTo>
                  <a:pt x="1761363" y="843629"/>
                </a:moveTo>
                <a:cubicBezTo>
                  <a:pt x="1760982" y="835914"/>
                  <a:pt x="1760410" y="828104"/>
                  <a:pt x="1759839" y="820388"/>
                </a:cubicBezTo>
                <a:lnTo>
                  <a:pt x="1773460" y="819245"/>
                </a:lnTo>
                <a:cubicBezTo>
                  <a:pt x="1774126" y="827151"/>
                  <a:pt x="1774603" y="834961"/>
                  <a:pt x="1775079" y="842867"/>
                </a:cubicBezTo>
                <a:lnTo>
                  <a:pt x="1761363" y="843534"/>
                </a:lnTo>
                <a:close/>
                <a:moveTo>
                  <a:pt x="22479" y="823436"/>
                </a:moveTo>
                <a:lnTo>
                  <a:pt x="9049" y="820865"/>
                </a:lnTo>
                <a:cubicBezTo>
                  <a:pt x="10573" y="813054"/>
                  <a:pt x="12287" y="805339"/>
                  <a:pt x="14097" y="797624"/>
                </a:cubicBezTo>
                <a:lnTo>
                  <a:pt x="27432" y="800862"/>
                </a:lnTo>
                <a:cubicBezTo>
                  <a:pt x="25622" y="808387"/>
                  <a:pt x="24003" y="815911"/>
                  <a:pt x="22479" y="823532"/>
                </a:cubicBezTo>
                <a:close/>
                <a:moveTo>
                  <a:pt x="1757553" y="797243"/>
                </a:moveTo>
                <a:cubicBezTo>
                  <a:pt x="1756696" y="789527"/>
                  <a:pt x="1755743" y="781812"/>
                  <a:pt x="1754600" y="774097"/>
                </a:cubicBezTo>
                <a:lnTo>
                  <a:pt x="1768126" y="772192"/>
                </a:lnTo>
                <a:cubicBezTo>
                  <a:pt x="1769269" y="780002"/>
                  <a:pt x="1770221" y="787813"/>
                  <a:pt x="1771079" y="795719"/>
                </a:cubicBezTo>
                <a:lnTo>
                  <a:pt x="1757458" y="797243"/>
                </a:lnTo>
                <a:close/>
                <a:moveTo>
                  <a:pt x="33433" y="778478"/>
                </a:moveTo>
                <a:lnTo>
                  <a:pt x="20288" y="774668"/>
                </a:lnTo>
                <a:cubicBezTo>
                  <a:pt x="22479" y="767048"/>
                  <a:pt x="24860" y="759524"/>
                  <a:pt x="27432" y="751999"/>
                </a:cubicBezTo>
                <a:lnTo>
                  <a:pt x="40386" y="756476"/>
                </a:lnTo>
                <a:cubicBezTo>
                  <a:pt x="37910" y="763810"/>
                  <a:pt x="35528" y="771144"/>
                  <a:pt x="33433" y="778574"/>
                </a:cubicBezTo>
                <a:close/>
                <a:moveTo>
                  <a:pt x="1751076" y="751046"/>
                </a:moveTo>
                <a:cubicBezTo>
                  <a:pt x="1749742" y="743426"/>
                  <a:pt x="1748314" y="735711"/>
                  <a:pt x="1746885" y="728186"/>
                </a:cubicBezTo>
                <a:lnTo>
                  <a:pt x="1760316" y="725519"/>
                </a:lnTo>
                <a:cubicBezTo>
                  <a:pt x="1761839" y="733234"/>
                  <a:pt x="1763268" y="741045"/>
                  <a:pt x="1764601" y="748760"/>
                </a:cubicBezTo>
                <a:lnTo>
                  <a:pt x="1751076" y="751046"/>
                </a:lnTo>
                <a:close/>
                <a:moveTo>
                  <a:pt x="48387" y="734568"/>
                </a:moveTo>
                <a:lnTo>
                  <a:pt x="35623" y="729520"/>
                </a:lnTo>
                <a:cubicBezTo>
                  <a:pt x="38576" y="722186"/>
                  <a:pt x="41624" y="714851"/>
                  <a:pt x="44863" y="707612"/>
                </a:cubicBezTo>
                <a:lnTo>
                  <a:pt x="57340" y="713232"/>
                </a:lnTo>
                <a:cubicBezTo>
                  <a:pt x="54198" y="720281"/>
                  <a:pt x="51149" y="727424"/>
                  <a:pt x="48387" y="734568"/>
                </a:cubicBezTo>
                <a:close/>
                <a:moveTo>
                  <a:pt x="1741932" y="705422"/>
                </a:moveTo>
                <a:cubicBezTo>
                  <a:pt x="1740217" y="697802"/>
                  <a:pt x="1738408" y="690277"/>
                  <a:pt x="1736408" y="682752"/>
                </a:cubicBezTo>
                <a:lnTo>
                  <a:pt x="1749648" y="679323"/>
                </a:lnTo>
                <a:cubicBezTo>
                  <a:pt x="1751648" y="686943"/>
                  <a:pt x="1753457" y="694658"/>
                  <a:pt x="1755267" y="702374"/>
                </a:cubicBezTo>
                <a:lnTo>
                  <a:pt x="1741932" y="705422"/>
                </a:lnTo>
                <a:close/>
                <a:moveTo>
                  <a:pt x="67342" y="692277"/>
                </a:moveTo>
                <a:lnTo>
                  <a:pt x="55054" y="686086"/>
                </a:lnTo>
                <a:cubicBezTo>
                  <a:pt x="58579" y="679037"/>
                  <a:pt x="62389" y="671989"/>
                  <a:pt x="66199" y="665036"/>
                </a:cubicBezTo>
                <a:lnTo>
                  <a:pt x="78105" y="671703"/>
                </a:lnTo>
                <a:cubicBezTo>
                  <a:pt x="74295" y="678466"/>
                  <a:pt x="70676" y="685229"/>
                  <a:pt x="67247" y="692182"/>
                </a:cubicBezTo>
                <a:close/>
                <a:moveTo>
                  <a:pt x="1730407" y="660273"/>
                </a:moveTo>
                <a:cubicBezTo>
                  <a:pt x="1728311" y="652748"/>
                  <a:pt x="1726025" y="645319"/>
                  <a:pt x="1723739" y="637984"/>
                </a:cubicBezTo>
                <a:lnTo>
                  <a:pt x="1736789" y="633889"/>
                </a:lnTo>
                <a:cubicBezTo>
                  <a:pt x="1739170" y="641413"/>
                  <a:pt x="1741456" y="648938"/>
                  <a:pt x="1743551" y="656558"/>
                </a:cubicBezTo>
                <a:lnTo>
                  <a:pt x="1730407" y="660273"/>
                </a:lnTo>
                <a:close/>
                <a:moveTo>
                  <a:pt x="90011" y="651986"/>
                </a:moveTo>
                <a:lnTo>
                  <a:pt x="78391" y="644747"/>
                </a:lnTo>
                <a:cubicBezTo>
                  <a:pt x="82582" y="637984"/>
                  <a:pt x="86963" y="631412"/>
                  <a:pt x="91440" y="624840"/>
                </a:cubicBezTo>
                <a:lnTo>
                  <a:pt x="102679" y="632651"/>
                </a:lnTo>
                <a:cubicBezTo>
                  <a:pt x="98298" y="639032"/>
                  <a:pt x="94012" y="645414"/>
                  <a:pt x="89916" y="651986"/>
                </a:cubicBezTo>
                <a:close/>
                <a:moveTo>
                  <a:pt x="1716405" y="615791"/>
                </a:moveTo>
                <a:cubicBezTo>
                  <a:pt x="1713834" y="608457"/>
                  <a:pt x="1711262" y="601123"/>
                  <a:pt x="1708594" y="593884"/>
                </a:cubicBezTo>
                <a:lnTo>
                  <a:pt x="1721453" y="589121"/>
                </a:lnTo>
                <a:cubicBezTo>
                  <a:pt x="1724215" y="596456"/>
                  <a:pt x="1726883" y="603885"/>
                  <a:pt x="1729454" y="611410"/>
                </a:cubicBezTo>
                <a:lnTo>
                  <a:pt x="1716500" y="615886"/>
                </a:lnTo>
                <a:close/>
                <a:moveTo>
                  <a:pt x="116396" y="613886"/>
                </a:moveTo>
                <a:lnTo>
                  <a:pt x="105537" y="605600"/>
                </a:lnTo>
                <a:cubicBezTo>
                  <a:pt x="110395" y="599313"/>
                  <a:pt x="115348" y="593122"/>
                  <a:pt x="120396" y="587026"/>
                </a:cubicBezTo>
                <a:lnTo>
                  <a:pt x="130874" y="595884"/>
                </a:lnTo>
                <a:cubicBezTo>
                  <a:pt x="125921" y="601790"/>
                  <a:pt x="121063" y="607790"/>
                  <a:pt x="116396" y="613982"/>
                </a:cubicBezTo>
                <a:close/>
                <a:moveTo>
                  <a:pt x="146209" y="578453"/>
                </a:moveTo>
                <a:lnTo>
                  <a:pt x="136208" y="569119"/>
                </a:lnTo>
                <a:cubicBezTo>
                  <a:pt x="141637" y="563309"/>
                  <a:pt x="147161" y="557594"/>
                  <a:pt x="152876" y="552069"/>
                </a:cubicBezTo>
                <a:lnTo>
                  <a:pt x="162401" y="561880"/>
                </a:lnTo>
                <a:cubicBezTo>
                  <a:pt x="156877" y="567214"/>
                  <a:pt x="151447" y="572738"/>
                  <a:pt x="146209" y="578453"/>
                </a:cubicBezTo>
                <a:close/>
                <a:moveTo>
                  <a:pt x="1700308" y="571976"/>
                </a:moveTo>
                <a:cubicBezTo>
                  <a:pt x="1697546" y="564737"/>
                  <a:pt x="1694688" y="557403"/>
                  <a:pt x="1691831" y="550164"/>
                </a:cubicBezTo>
                <a:lnTo>
                  <a:pt x="1704594" y="545116"/>
                </a:lnTo>
                <a:cubicBezTo>
                  <a:pt x="1707451" y="552450"/>
                  <a:pt x="1710309" y="559784"/>
                  <a:pt x="1713071" y="567023"/>
                </a:cubicBezTo>
                <a:lnTo>
                  <a:pt x="1700308" y="571881"/>
                </a:lnTo>
                <a:close/>
                <a:moveTo>
                  <a:pt x="179260" y="546163"/>
                </a:moveTo>
                <a:lnTo>
                  <a:pt x="170212" y="535877"/>
                </a:lnTo>
                <a:cubicBezTo>
                  <a:pt x="176213" y="530638"/>
                  <a:pt x="182308" y="525494"/>
                  <a:pt x="188500" y="520636"/>
                </a:cubicBezTo>
                <a:lnTo>
                  <a:pt x="196977" y="531400"/>
                </a:lnTo>
                <a:cubicBezTo>
                  <a:pt x="190976" y="536162"/>
                  <a:pt x="184976" y="541115"/>
                  <a:pt x="179260" y="546259"/>
                </a:cubicBezTo>
                <a:close/>
                <a:moveTo>
                  <a:pt x="1683163" y="528352"/>
                </a:moveTo>
                <a:cubicBezTo>
                  <a:pt x="1680210" y="521113"/>
                  <a:pt x="1677257" y="513874"/>
                  <a:pt x="1674305" y="506730"/>
                </a:cubicBezTo>
                <a:lnTo>
                  <a:pt x="1686973" y="501491"/>
                </a:lnTo>
                <a:cubicBezTo>
                  <a:pt x="1690021" y="508730"/>
                  <a:pt x="1692974" y="515969"/>
                  <a:pt x="1695926" y="523304"/>
                </a:cubicBezTo>
                <a:lnTo>
                  <a:pt x="1683258" y="528447"/>
                </a:lnTo>
                <a:close/>
                <a:moveTo>
                  <a:pt x="215551" y="517493"/>
                </a:moveTo>
                <a:lnTo>
                  <a:pt x="207645" y="506349"/>
                </a:lnTo>
                <a:cubicBezTo>
                  <a:pt x="214122" y="501777"/>
                  <a:pt x="220790" y="497300"/>
                  <a:pt x="227457" y="493109"/>
                </a:cubicBezTo>
                <a:lnTo>
                  <a:pt x="234791" y="504730"/>
                </a:lnTo>
                <a:cubicBezTo>
                  <a:pt x="228314" y="508825"/>
                  <a:pt x="221837" y="513112"/>
                  <a:pt x="215551" y="517588"/>
                </a:cubicBezTo>
                <a:close/>
                <a:moveTo>
                  <a:pt x="254699" y="492919"/>
                </a:moveTo>
                <a:lnTo>
                  <a:pt x="248031" y="480917"/>
                </a:lnTo>
                <a:cubicBezTo>
                  <a:pt x="254984" y="477012"/>
                  <a:pt x="262128" y="473392"/>
                  <a:pt x="269272" y="469963"/>
                </a:cubicBezTo>
                <a:lnTo>
                  <a:pt x="275177" y="482251"/>
                </a:lnTo>
                <a:cubicBezTo>
                  <a:pt x="268319" y="485584"/>
                  <a:pt x="261366" y="489109"/>
                  <a:pt x="254699" y="492919"/>
                </a:cubicBezTo>
                <a:close/>
                <a:moveTo>
                  <a:pt x="1665160" y="485204"/>
                </a:moveTo>
                <a:cubicBezTo>
                  <a:pt x="1662113" y="478060"/>
                  <a:pt x="1658969" y="470916"/>
                  <a:pt x="1655826" y="463772"/>
                </a:cubicBezTo>
                <a:lnTo>
                  <a:pt x="1668304" y="458248"/>
                </a:lnTo>
                <a:cubicBezTo>
                  <a:pt x="1671447" y="465392"/>
                  <a:pt x="1674685" y="472631"/>
                  <a:pt x="1677733" y="479869"/>
                </a:cubicBezTo>
                <a:lnTo>
                  <a:pt x="1665160" y="485299"/>
                </a:lnTo>
                <a:close/>
                <a:moveTo>
                  <a:pt x="296228" y="472821"/>
                </a:moveTo>
                <a:lnTo>
                  <a:pt x="290989" y="460153"/>
                </a:lnTo>
                <a:cubicBezTo>
                  <a:pt x="298323" y="457105"/>
                  <a:pt x="305753" y="454247"/>
                  <a:pt x="313182" y="451580"/>
                </a:cubicBezTo>
                <a:lnTo>
                  <a:pt x="317754" y="464439"/>
                </a:lnTo>
                <a:cubicBezTo>
                  <a:pt x="310515" y="467011"/>
                  <a:pt x="303276" y="469773"/>
                  <a:pt x="296132" y="472726"/>
                </a:cubicBezTo>
                <a:close/>
                <a:moveTo>
                  <a:pt x="339852" y="457295"/>
                </a:moveTo>
                <a:lnTo>
                  <a:pt x="335851" y="444151"/>
                </a:lnTo>
                <a:cubicBezTo>
                  <a:pt x="343376" y="441865"/>
                  <a:pt x="350996" y="439674"/>
                  <a:pt x="358712" y="437674"/>
                </a:cubicBezTo>
                <a:lnTo>
                  <a:pt x="362236" y="450913"/>
                </a:lnTo>
                <a:cubicBezTo>
                  <a:pt x="354711" y="452914"/>
                  <a:pt x="347281" y="455009"/>
                  <a:pt x="339852" y="457295"/>
                </a:cubicBezTo>
                <a:close/>
                <a:moveTo>
                  <a:pt x="384810" y="445389"/>
                </a:moveTo>
                <a:lnTo>
                  <a:pt x="381762" y="432054"/>
                </a:lnTo>
                <a:cubicBezTo>
                  <a:pt x="389477" y="430244"/>
                  <a:pt x="397192" y="428625"/>
                  <a:pt x="404908" y="427101"/>
                </a:cubicBezTo>
                <a:lnTo>
                  <a:pt x="407575" y="440531"/>
                </a:lnTo>
                <a:cubicBezTo>
                  <a:pt x="399955" y="442055"/>
                  <a:pt x="392335" y="443675"/>
                  <a:pt x="384810" y="445389"/>
                </a:cubicBezTo>
                <a:close/>
                <a:moveTo>
                  <a:pt x="1646206" y="442436"/>
                </a:moveTo>
                <a:cubicBezTo>
                  <a:pt x="1642968" y="435388"/>
                  <a:pt x="1639633" y="428339"/>
                  <a:pt x="1636300" y="421291"/>
                </a:cubicBezTo>
                <a:lnTo>
                  <a:pt x="1648682" y="415385"/>
                </a:lnTo>
                <a:cubicBezTo>
                  <a:pt x="1652111" y="422434"/>
                  <a:pt x="1655445" y="429578"/>
                  <a:pt x="1658683" y="436721"/>
                </a:cubicBezTo>
                <a:lnTo>
                  <a:pt x="1646206" y="442436"/>
                </a:lnTo>
                <a:close/>
                <a:moveTo>
                  <a:pt x="430530" y="436150"/>
                </a:moveTo>
                <a:lnTo>
                  <a:pt x="428149" y="422624"/>
                </a:lnTo>
                <a:cubicBezTo>
                  <a:pt x="435864" y="421291"/>
                  <a:pt x="443674" y="419957"/>
                  <a:pt x="451390" y="418719"/>
                </a:cubicBezTo>
                <a:lnTo>
                  <a:pt x="453581" y="432244"/>
                </a:lnTo>
                <a:cubicBezTo>
                  <a:pt x="445866" y="433483"/>
                  <a:pt x="438150" y="434816"/>
                  <a:pt x="430530" y="436150"/>
                </a:cubicBezTo>
                <a:close/>
                <a:moveTo>
                  <a:pt x="476726" y="428720"/>
                </a:moveTo>
                <a:lnTo>
                  <a:pt x="474726" y="415195"/>
                </a:lnTo>
                <a:cubicBezTo>
                  <a:pt x="482441" y="414052"/>
                  <a:pt x="490252" y="412909"/>
                  <a:pt x="498062" y="411861"/>
                </a:cubicBezTo>
                <a:lnTo>
                  <a:pt x="499967" y="425386"/>
                </a:lnTo>
                <a:cubicBezTo>
                  <a:pt x="492252" y="426530"/>
                  <a:pt x="484537" y="427577"/>
                  <a:pt x="476726" y="428720"/>
                </a:cubicBezTo>
                <a:close/>
                <a:moveTo>
                  <a:pt x="523208" y="422053"/>
                </a:moveTo>
                <a:lnTo>
                  <a:pt x="521303" y="408527"/>
                </a:lnTo>
                <a:lnTo>
                  <a:pt x="544544" y="405194"/>
                </a:lnTo>
                <a:lnTo>
                  <a:pt x="546544" y="418719"/>
                </a:lnTo>
                <a:lnTo>
                  <a:pt x="523304" y="422053"/>
                </a:lnTo>
                <a:close/>
                <a:moveTo>
                  <a:pt x="569785" y="415290"/>
                </a:moveTo>
                <a:lnTo>
                  <a:pt x="567690" y="401765"/>
                </a:lnTo>
                <a:cubicBezTo>
                  <a:pt x="575405" y="400621"/>
                  <a:pt x="583121" y="399383"/>
                  <a:pt x="590740" y="398050"/>
                </a:cubicBezTo>
                <a:lnTo>
                  <a:pt x="593026" y="411575"/>
                </a:lnTo>
                <a:cubicBezTo>
                  <a:pt x="585311" y="412909"/>
                  <a:pt x="577501" y="414147"/>
                  <a:pt x="569785" y="415290"/>
                </a:cubicBezTo>
                <a:close/>
                <a:moveTo>
                  <a:pt x="616267" y="407480"/>
                </a:moveTo>
                <a:lnTo>
                  <a:pt x="613696" y="394049"/>
                </a:lnTo>
                <a:cubicBezTo>
                  <a:pt x="621316" y="392621"/>
                  <a:pt x="628936" y="391096"/>
                  <a:pt x="636556" y="389477"/>
                </a:cubicBezTo>
                <a:lnTo>
                  <a:pt x="639413" y="402908"/>
                </a:lnTo>
                <a:cubicBezTo>
                  <a:pt x="631698" y="404527"/>
                  <a:pt x="623983" y="406146"/>
                  <a:pt x="616267" y="407575"/>
                </a:cubicBezTo>
                <a:close/>
                <a:moveTo>
                  <a:pt x="1625917" y="400240"/>
                </a:moveTo>
                <a:cubicBezTo>
                  <a:pt x="1622393" y="393287"/>
                  <a:pt x="1618869" y="386334"/>
                  <a:pt x="1615249" y="379381"/>
                </a:cubicBezTo>
                <a:lnTo>
                  <a:pt x="1627346" y="372999"/>
                </a:lnTo>
                <a:cubicBezTo>
                  <a:pt x="1630966" y="379952"/>
                  <a:pt x="1634585" y="387001"/>
                  <a:pt x="1638110" y="394049"/>
                </a:cubicBezTo>
                <a:lnTo>
                  <a:pt x="1625823" y="400145"/>
                </a:lnTo>
                <a:close/>
                <a:moveTo>
                  <a:pt x="662464" y="397383"/>
                </a:moveTo>
                <a:lnTo>
                  <a:pt x="659130" y="384048"/>
                </a:lnTo>
                <a:cubicBezTo>
                  <a:pt x="666655" y="382143"/>
                  <a:pt x="674084" y="380143"/>
                  <a:pt x="681514" y="378047"/>
                </a:cubicBezTo>
                <a:lnTo>
                  <a:pt x="685324" y="391192"/>
                </a:lnTo>
                <a:cubicBezTo>
                  <a:pt x="677799" y="393383"/>
                  <a:pt x="670084" y="395478"/>
                  <a:pt x="662464" y="397383"/>
                </a:cubicBezTo>
                <a:close/>
                <a:moveTo>
                  <a:pt x="708088" y="384143"/>
                </a:moveTo>
                <a:lnTo>
                  <a:pt x="703707" y="371189"/>
                </a:lnTo>
                <a:cubicBezTo>
                  <a:pt x="711041" y="368713"/>
                  <a:pt x="718280" y="366046"/>
                  <a:pt x="725424" y="363284"/>
                </a:cubicBezTo>
                <a:lnTo>
                  <a:pt x="730473" y="376047"/>
                </a:lnTo>
                <a:cubicBezTo>
                  <a:pt x="723138" y="379000"/>
                  <a:pt x="715613" y="381667"/>
                  <a:pt x="708088" y="384238"/>
                </a:cubicBezTo>
                <a:close/>
                <a:moveTo>
                  <a:pt x="752380" y="366522"/>
                </a:moveTo>
                <a:lnTo>
                  <a:pt x="746569" y="354140"/>
                </a:lnTo>
                <a:cubicBezTo>
                  <a:pt x="753618" y="350806"/>
                  <a:pt x="760571" y="347377"/>
                  <a:pt x="767144" y="343757"/>
                </a:cubicBezTo>
                <a:lnTo>
                  <a:pt x="773716" y="355759"/>
                </a:lnTo>
                <a:cubicBezTo>
                  <a:pt x="766858" y="359473"/>
                  <a:pt x="759714" y="363093"/>
                  <a:pt x="752380" y="366522"/>
                </a:cubicBezTo>
                <a:close/>
                <a:moveTo>
                  <a:pt x="1604296" y="358807"/>
                </a:moveTo>
                <a:cubicBezTo>
                  <a:pt x="1600581" y="351949"/>
                  <a:pt x="1596771" y="345186"/>
                  <a:pt x="1592866" y="338423"/>
                </a:cubicBezTo>
                <a:lnTo>
                  <a:pt x="1604772" y="331565"/>
                </a:lnTo>
                <a:cubicBezTo>
                  <a:pt x="1608677" y="338423"/>
                  <a:pt x="1612583" y="345281"/>
                  <a:pt x="1616298" y="352234"/>
                </a:cubicBezTo>
                <a:lnTo>
                  <a:pt x="1604296" y="358807"/>
                </a:lnTo>
                <a:close/>
                <a:moveTo>
                  <a:pt x="794385" y="343757"/>
                </a:moveTo>
                <a:lnTo>
                  <a:pt x="787051" y="332137"/>
                </a:lnTo>
                <a:cubicBezTo>
                  <a:pt x="792385" y="328708"/>
                  <a:pt x="797719" y="325184"/>
                  <a:pt x="802958" y="321373"/>
                </a:cubicBezTo>
                <a:lnTo>
                  <a:pt x="806006" y="319183"/>
                </a:lnTo>
                <a:lnTo>
                  <a:pt x="814102" y="330232"/>
                </a:lnTo>
                <a:lnTo>
                  <a:pt x="810863" y="332518"/>
                </a:lnTo>
                <a:cubicBezTo>
                  <a:pt x="805434" y="336423"/>
                  <a:pt x="799910" y="340138"/>
                  <a:pt x="794290" y="343662"/>
                </a:cubicBezTo>
                <a:close/>
                <a:moveTo>
                  <a:pt x="1580960" y="318325"/>
                </a:moveTo>
                <a:cubicBezTo>
                  <a:pt x="1576959" y="311658"/>
                  <a:pt x="1572863" y="305086"/>
                  <a:pt x="1568673" y="298513"/>
                </a:cubicBezTo>
                <a:lnTo>
                  <a:pt x="1580198" y="291179"/>
                </a:lnTo>
                <a:cubicBezTo>
                  <a:pt x="1584389" y="297847"/>
                  <a:pt x="1588580" y="304514"/>
                  <a:pt x="1592675" y="311277"/>
                </a:cubicBezTo>
                <a:lnTo>
                  <a:pt x="1580960" y="318325"/>
                </a:lnTo>
                <a:close/>
                <a:moveTo>
                  <a:pt x="832866" y="315373"/>
                </a:moveTo>
                <a:lnTo>
                  <a:pt x="824008" y="304895"/>
                </a:lnTo>
                <a:cubicBezTo>
                  <a:pt x="829723" y="300038"/>
                  <a:pt x="835533" y="294894"/>
                  <a:pt x="841153" y="289465"/>
                </a:cubicBezTo>
                <a:lnTo>
                  <a:pt x="850583" y="299371"/>
                </a:lnTo>
                <a:cubicBezTo>
                  <a:pt x="844677" y="304990"/>
                  <a:pt x="838676" y="310325"/>
                  <a:pt x="832771" y="315373"/>
                </a:cubicBezTo>
                <a:close/>
                <a:moveTo>
                  <a:pt x="867442" y="282607"/>
                </a:moveTo>
                <a:lnTo>
                  <a:pt x="857536" y="273177"/>
                </a:lnTo>
                <a:cubicBezTo>
                  <a:pt x="862870" y="267557"/>
                  <a:pt x="868108" y="261842"/>
                  <a:pt x="873252" y="256032"/>
                </a:cubicBezTo>
                <a:lnTo>
                  <a:pt x="883539" y="265081"/>
                </a:lnTo>
                <a:cubicBezTo>
                  <a:pt x="878300" y="270986"/>
                  <a:pt x="872966" y="276892"/>
                  <a:pt x="867442" y="282607"/>
                </a:cubicBezTo>
                <a:close/>
                <a:moveTo>
                  <a:pt x="1555909" y="278987"/>
                </a:moveTo>
                <a:cubicBezTo>
                  <a:pt x="1551527" y="272510"/>
                  <a:pt x="1547146" y="266129"/>
                  <a:pt x="1542574" y="259842"/>
                </a:cubicBezTo>
                <a:lnTo>
                  <a:pt x="1553718" y="251936"/>
                </a:lnTo>
                <a:cubicBezTo>
                  <a:pt x="1558290" y="258318"/>
                  <a:pt x="1562767" y="264890"/>
                  <a:pt x="1567244" y="271367"/>
                </a:cubicBezTo>
                <a:lnTo>
                  <a:pt x="1555909" y="278987"/>
                </a:lnTo>
                <a:close/>
                <a:moveTo>
                  <a:pt x="898969" y="247078"/>
                </a:moveTo>
                <a:lnTo>
                  <a:pt x="888492" y="238316"/>
                </a:lnTo>
                <a:cubicBezTo>
                  <a:pt x="893445" y="232315"/>
                  <a:pt x="898398" y="226314"/>
                  <a:pt x="903256" y="220218"/>
                </a:cubicBezTo>
                <a:lnTo>
                  <a:pt x="913924" y="228791"/>
                </a:lnTo>
                <a:cubicBezTo>
                  <a:pt x="908971" y="234982"/>
                  <a:pt x="904018" y="241078"/>
                  <a:pt x="898969" y="247078"/>
                </a:cubicBezTo>
                <a:close/>
                <a:moveTo>
                  <a:pt x="1528763" y="240983"/>
                </a:moveTo>
                <a:cubicBezTo>
                  <a:pt x="1524095" y="234791"/>
                  <a:pt x="1519238" y="228695"/>
                  <a:pt x="1514380" y="222599"/>
                </a:cubicBezTo>
                <a:lnTo>
                  <a:pt x="1525048" y="214027"/>
                </a:lnTo>
                <a:cubicBezTo>
                  <a:pt x="1530001" y="220218"/>
                  <a:pt x="1534858" y="226409"/>
                  <a:pt x="1539621" y="232696"/>
                </a:cubicBezTo>
                <a:lnTo>
                  <a:pt x="1528668" y="240983"/>
                </a:lnTo>
                <a:close/>
                <a:moveTo>
                  <a:pt x="928592" y="210407"/>
                </a:moveTo>
                <a:lnTo>
                  <a:pt x="917829" y="201930"/>
                </a:lnTo>
                <a:lnTo>
                  <a:pt x="932307" y="183451"/>
                </a:lnTo>
                <a:lnTo>
                  <a:pt x="943070" y="191929"/>
                </a:lnTo>
                <a:lnTo>
                  <a:pt x="928592" y="210407"/>
                </a:lnTo>
                <a:close/>
                <a:moveTo>
                  <a:pt x="1499521" y="204788"/>
                </a:moveTo>
                <a:cubicBezTo>
                  <a:pt x="1494473" y="198882"/>
                  <a:pt x="1489329" y="193072"/>
                  <a:pt x="1484091" y="187452"/>
                </a:cubicBezTo>
                <a:lnTo>
                  <a:pt x="1494187" y="178213"/>
                </a:lnTo>
                <a:cubicBezTo>
                  <a:pt x="1499521" y="184023"/>
                  <a:pt x="1504760" y="189928"/>
                  <a:pt x="1509998" y="195929"/>
                </a:cubicBezTo>
                <a:lnTo>
                  <a:pt x="1499616" y="204883"/>
                </a:lnTo>
                <a:close/>
                <a:moveTo>
                  <a:pt x="957644" y="173546"/>
                </a:moveTo>
                <a:lnTo>
                  <a:pt x="946976" y="164973"/>
                </a:lnTo>
                <a:cubicBezTo>
                  <a:pt x="951929" y="158877"/>
                  <a:pt x="956881" y="152686"/>
                  <a:pt x="961930" y="146685"/>
                </a:cubicBezTo>
                <a:lnTo>
                  <a:pt x="972503" y="155448"/>
                </a:lnTo>
                <a:cubicBezTo>
                  <a:pt x="967549" y="161449"/>
                  <a:pt x="962597" y="167449"/>
                  <a:pt x="957739" y="173546"/>
                </a:cubicBezTo>
                <a:close/>
                <a:moveTo>
                  <a:pt x="1467993" y="170593"/>
                </a:moveTo>
                <a:cubicBezTo>
                  <a:pt x="1462564" y="165068"/>
                  <a:pt x="1457039" y="159734"/>
                  <a:pt x="1451325" y="154400"/>
                </a:cubicBezTo>
                <a:lnTo>
                  <a:pt x="1460659" y="144399"/>
                </a:lnTo>
                <a:cubicBezTo>
                  <a:pt x="1466469" y="149828"/>
                  <a:pt x="1472089" y="155353"/>
                  <a:pt x="1477708" y="160972"/>
                </a:cubicBezTo>
                <a:lnTo>
                  <a:pt x="1467993" y="170593"/>
                </a:lnTo>
                <a:close/>
                <a:moveTo>
                  <a:pt x="1434179" y="138874"/>
                </a:moveTo>
                <a:cubicBezTo>
                  <a:pt x="1428369" y="133826"/>
                  <a:pt x="1422368" y="128873"/>
                  <a:pt x="1416367" y="124016"/>
                </a:cubicBezTo>
                <a:lnTo>
                  <a:pt x="1424940" y="113347"/>
                </a:lnTo>
                <a:cubicBezTo>
                  <a:pt x="1431132" y="118300"/>
                  <a:pt x="1437227" y="123349"/>
                  <a:pt x="1443133" y="128492"/>
                </a:cubicBezTo>
                <a:lnTo>
                  <a:pt x="1434179" y="138874"/>
                </a:lnTo>
                <a:close/>
                <a:moveTo>
                  <a:pt x="987552" y="137731"/>
                </a:moveTo>
                <a:lnTo>
                  <a:pt x="977265" y="128683"/>
                </a:lnTo>
                <a:lnTo>
                  <a:pt x="979456" y="126206"/>
                </a:lnTo>
                <a:cubicBezTo>
                  <a:pt x="983742" y="121348"/>
                  <a:pt x="988600" y="116396"/>
                  <a:pt x="993838" y="111347"/>
                </a:cubicBezTo>
                <a:lnTo>
                  <a:pt x="1003363" y="121158"/>
                </a:lnTo>
                <a:cubicBezTo>
                  <a:pt x="998410" y="126016"/>
                  <a:pt x="993838" y="130778"/>
                  <a:pt x="989743" y="135255"/>
                </a:cubicBezTo>
                <a:lnTo>
                  <a:pt x="987552" y="137731"/>
                </a:lnTo>
                <a:close/>
                <a:moveTo>
                  <a:pt x="1397984" y="109919"/>
                </a:moveTo>
                <a:cubicBezTo>
                  <a:pt x="1391793" y="105346"/>
                  <a:pt x="1385506" y="100965"/>
                  <a:pt x="1379030" y="96583"/>
                </a:cubicBezTo>
                <a:lnTo>
                  <a:pt x="1386649" y="85153"/>
                </a:lnTo>
                <a:cubicBezTo>
                  <a:pt x="1393222" y="89535"/>
                  <a:pt x="1399699" y="94107"/>
                  <a:pt x="1406081" y="98774"/>
                </a:cubicBezTo>
                <a:lnTo>
                  <a:pt x="1397984" y="109823"/>
                </a:lnTo>
                <a:close/>
                <a:moveTo>
                  <a:pt x="1020508" y="105632"/>
                </a:moveTo>
                <a:lnTo>
                  <a:pt x="1011650" y="95155"/>
                </a:lnTo>
                <a:cubicBezTo>
                  <a:pt x="1017556" y="90106"/>
                  <a:pt x="1023747" y="85153"/>
                  <a:pt x="1030224" y="80200"/>
                </a:cubicBezTo>
                <a:lnTo>
                  <a:pt x="1038511" y="91059"/>
                </a:lnTo>
                <a:cubicBezTo>
                  <a:pt x="1032225" y="95821"/>
                  <a:pt x="1026224" y="100679"/>
                  <a:pt x="1020508" y="105537"/>
                </a:cubicBezTo>
                <a:close/>
                <a:moveTo>
                  <a:pt x="1366743" y="88582"/>
                </a:moveTo>
                <a:lnTo>
                  <a:pt x="1346930" y="76009"/>
                </a:lnTo>
                <a:lnTo>
                  <a:pt x="1354265" y="64389"/>
                </a:lnTo>
                <a:lnTo>
                  <a:pt x="1374172" y="76962"/>
                </a:lnTo>
                <a:lnTo>
                  <a:pt x="1366838" y="88582"/>
                </a:lnTo>
                <a:close/>
                <a:moveTo>
                  <a:pt x="1057275" y="77533"/>
                </a:moveTo>
                <a:lnTo>
                  <a:pt x="1049465" y="66294"/>
                </a:lnTo>
                <a:cubicBezTo>
                  <a:pt x="1055942" y="61817"/>
                  <a:pt x="1062609" y="57436"/>
                  <a:pt x="1069372" y="53245"/>
                </a:cubicBezTo>
                <a:lnTo>
                  <a:pt x="1076611" y="64865"/>
                </a:lnTo>
                <a:cubicBezTo>
                  <a:pt x="1070039" y="68961"/>
                  <a:pt x="1063466" y="73247"/>
                  <a:pt x="1057180" y="77533"/>
                </a:cubicBezTo>
                <a:close/>
                <a:moveTo>
                  <a:pt x="1327023" y="63532"/>
                </a:moveTo>
                <a:lnTo>
                  <a:pt x="1307211" y="50959"/>
                </a:lnTo>
                <a:lnTo>
                  <a:pt x="1314545" y="39338"/>
                </a:lnTo>
                <a:lnTo>
                  <a:pt x="1334357" y="51911"/>
                </a:lnTo>
                <a:lnTo>
                  <a:pt x="1327023" y="63532"/>
                </a:lnTo>
                <a:close/>
                <a:moveTo>
                  <a:pt x="1096613" y="53054"/>
                </a:moveTo>
                <a:lnTo>
                  <a:pt x="1089946" y="41053"/>
                </a:lnTo>
                <a:cubicBezTo>
                  <a:pt x="1096899" y="37147"/>
                  <a:pt x="1103948" y="33433"/>
                  <a:pt x="1111091" y="30004"/>
                </a:cubicBezTo>
                <a:lnTo>
                  <a:pt x="1117092" y="42291"/>
                </a:lnTo>
                <a:cubicBezTo>
                  <a:pt x="1110234" y="45625"/>
                  <a:pt x="1103376" y="49244"/>
                  <a:pt x="1096613" y="53054"/>
                </a:cubicBezTo>
                <a:close/>
                <a:moveTo>
                  <a:pt x="1287304" y="38481"/>
                </a:moveTo>
                <a:lnTo>
                  <a:pt x="1267397" y="25908"/>
                </a:lnTo>
                <a:lnTo>
                  <a:pt x="1274731" y="14288"/>
                </a:lnTo>
                <a:lnTo>
                  <a:pt x="1294543" y="26860"/>
                </a:lnTo>
                <a:lnTo>
                  <a:pt x="1287208" y="38481"/>
                </a:lnTo>
                <a:close/>
                <a:moveTo>
                  <a:pt x="1138047" y="32861"/>
                </a:moveTo>
                <a:lnTo>
                  <a:pt x="1132809" y="20193"/>
                </a:lnTo>
                <a:cubicBezTo>
                  <a:pt x="1140428" y="17050"/>
                  <a:pt x="1147953" y="14192"/>
                  <a:pt x="1155287" y="11716"/>
                </a:cubicBezTo>
                <a:lnTo>
                  <a:pt x="1159669" y="24670"/>
                </a:lnTo>
                <a:cubicBezTo>
                  <a:pt x="1152715" y="27051"/>
                  <a:pt x="1145382" y="29718"/>
                  <a:pt x="1138143" y="32766"/>
                </a:cubicBezTo>
                <a:close/>
                <a:moveTo>
                  <a:pt x="1181576" y="18478"/>
                </a:moveTo>
                <a:lnTo>
                  <a:pt x="1178433" y="5144"/>
                </a:lnTo>
                <a:cubicBezTo>
                  <a:pt x="1186624" y="3239"/>
                  <a:pt x="1194721" y="1810"/>
                  <a:pt x="1202341" y="952"/>
                </a:cubicBezTo>
                <a:lnTo>
                  <a:pt x="1203865" y="14573"/>
                </a:lnTo>
                <a:cubicBezTo>
                  <a:pt x="1196721" y="15335"/>
                  <a:pt x="1189292" y="16669"/>
                  <a:pt x="1181576" y="18574"/>
                </a:cubicBezTo>
                <a:close/>
                <a:moveTo>
                  <a:pt x="1247870" y="17145"/>
                </a:moveTo>
                <a:cubicBezTo>
                  <a:pt x="1241203" y="15240"/>
                  <a:pt x="1233964" y="14097"/>
                  <a:pt x="1226249" y="13716"/>
                </a:cubicBezTo>
                <a:lnTo>
                  <a:pt x="1226916" y="0"/>
                </a:lnTo>
                <a:cubicBezTo>
                  <a:pt x="1235678" y="476"/>
                  <a:pt x="1243965" y="1810"/>
                  <a:pt x="1251585" y="4000"/>
                </a:cubicBezTo>
                <a:lnTo>
                  <a:pt x="1247775" y="17145"/>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3" name="Google Shape;308;p41"/>
          <p:cNvSpPr/>
          <p:nvPr/>
        </p:nvSpPr>
        <p:spPr>
          <a:xfrm rot="3612600">
            <a:off x="8486603" y="1268556"/>
            <a:ext cx="3224880" cy="5294880"/>
          </a:xfrm>
          <a:custGeom>
            <a:avLst/>
            <a:gdLst>
              <a:gd name="textAreaLeft" fmla="*/ 0 w 3224880"/>
              <a:gd name="textAreaRight" fmla="*/ 3225240 w 3224880"/>
              <a:gd name="textAreaTop" fmla="*/ 0 h 5294880"/>
              <a:gd name="textAreaBottom" fmla="*/ 5295240 h 5294880"/>
            </a:gdLst>
            <a:ahLst/>
            <a:cxnLst/>
            <a:rect l="textAreaLeft" t="textAreaTop" r="textAreaRight" b="textAreaBottom"/>
            <a:pathLst>
              <a:path w="886486" h="1382285">
                <a:moveTo>
                  <a:pt x="690045" y="38454"/>
                </a:moveTo>
                <a:cubicBezTo>
                  <a:pt x="532787" y="-42413"/>
                  <a:pt x="326761" y="11403"/>
                  <a:pt x="200936" y="133323"/>
                </a:cubicBezTo>
                <a:cubicBezTo>
                  <a:pt x="75110" y="255148"/>
                  <a:pt x="18818" y="430503"/>
                  <a:pt x="4054" y="602048"/>
                </a:cubicBezTo>
                <a:cubicBezTo>
                  <a:pt x="-10900" y="775689"/>
                  <a:pt x="13960" y="956759"/>
                  <a:pt x="104733" y="1107254"/>
                </a:cubicBezTo>
                <a:cubicBezTo>
                  <a:pt x="195506" y="1257749"/>
                  <a:pt x="358860" y="1372907"/>
                  <a:pt x="538883" y="1381765"/>
                </a:cubicBezTo>
                <a:cubicBezTo>
                  <a:pt x="639372" y="1386718"/>
                  <a:pt x="744718" y="1356428"/>
                  <a:pt x="814346" y="1286134"/>
                </a:cubicBezTo>
                <a:cubicBezTo>
                  <a:pt x="883974" y="1215839"/>
                  <a:pt x="909691" y="1102968"/>
                  <a:pt x="862447" y="1017053"/>
                </a:cubicBezTo>
                <a:cubicBezTo>
                  <a:pt x="823109" y="945710"/>
                  <a:pt x="743480" y="903229"/>
                  <a:pt x="696426" y="836363"/>
                </a:cubicBezTo>
                <a:cubicBezTo>
                  <a:pt x="642229" y="759306"/>
                  <a:pt x="639372" y="651483"/>
                  <a:pt x="689378" y="571759"/>
                </a:cubicBezTo>
                <a:cubicBezTo>
                  <a:pt x="713952" y="532611"/>
                  <a:pt x="749290" y="500893"/>
                  <a:pt x="776246" y="463174"/>
                </a:cubicBezTo>
                <a:cubicBezTo>
                  <a:pt x="869400" y="332777"/>
                  <a:pt x="845493" y="118083"/>
                  <a:pt x="690045" y="38264"/>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4" name="Google Shape;309;p41"/>
          <p:cNvSpPr/>
          <p:nvPr/>
        </p:nvSpPr>
        <p:spPr>
          <a:xfrm rot="7168200">
            <a:off x="630000" y="3826080"/>
            <a:ext cx="694440" cy="1544040"/>
          </a:xfrm>
          <a:custGeom>
            <a:avLst/>
            <a:gdLst>
              <a:gd name="textAreaLeft" fmla="*/ 0 w 694440"/>
              <a:gd name="textAreaRight" fmla="*/ 694800 w 694440"/>
              <a:gd name="textAreaTop" fmla="*/ 0 h 1544040"/>
              <a:gd name="textAreaBottom" fmla="*/ 1544400 h 1544040"/>
            </a:gdLst>
            <a:ahLst/>
            <a:cxnLst/>
            <a:rect l="textAreaLeft" t="textAreaTop" r="textAreaRight" b="textAreaBottom"/>
            <a:pathLst>
              <a:path w="303148" h="673968">
                <a:moveTo>
                  <a:pt x="6276" y="41516"/>
                </a:moveTo>
                <a:cubicBezTo>
                  <a:pt x="-13726" y="87903"/>
                  <a:pt x="18278" y="138576"/>
                  <a:pt x="43519" y="182296"/>
                </a:cubicBezTo>
                <a:cubicBezTo>
                  <a:pt x="93620" y="269164"/>
                  <a:pt x="120957" y="368890"/>
                  <a:pt x="122290" y="469093"/>
                </a:cubicBezTo>
                <a:cubicBezTo>
                  <a:pt x="122862" y="513861"/>
                  <a:pt x="118576" y="560057"/>
                  <a:pt x="133530" y="602348"/>
                </a:cubicBezTo>
                <a:cubicBezTo>
                  <a:pt x="148484" y="644544"/>
                  <a:pt x="190775" y="681787"/>
                  <a:pt x="234590" y="672547"/>
                </a:cubicBezTo>
                <a:cubicBezTo>
                  <a:pt x="266213" y="665880"/>
                  <a:pt x="289264" y="636829"/>
                  <a:pt x="297836" y="605682"/>
                </a:cubicBezTo>
                <a:cubicBezTo>
                  <a:pt x="306409" y="574535"/>
                  <a:pt x="303075" y="541483"/>
                  <a:pt x="298503" y="509479"/>
                </a:cubicBezTo>
                <a:cubicBezTo>
                  <a:pt x="279358" y="373462"/>
                  <a:pt x="237067" y="247923"/>
                  <a:pt x="187346" y="120669"/>
                </a:cubicBezTo>
                <a:cubicBezTo>
                  <a:pt x="173630" y="85522"/>
                  <a:pt x="166201" y="50470"/>
                  <a:pt x="136387" y="25228"/>
                </a:cubicBezTo>
                <a:cubicBezTo>
                  <a:pt x="96859" y="-8300"/>
                  <a:pt x="29993" y="-13634"/>
                  <a:pt x="6181" y="4161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PlaceHolder 1"/>
          <p:cNvSpPr>
            <a:spLocks noGrp="1"/>
          </p:cNvSpPr>
          <p:nvPr>
            <p:ph type="title"/>
          </p:nvPr>
        </p:nvSpPr>
        <p:spPr>
          <a:xfrm>
            <a:off x="986470" y="136001"/>
            <a:ext cx="6821761" cy="145692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 sz="6000" spc="-1" dirty="0">
                <a:solidFill>
                  <a:schemeClr val="accent1"/>
                </a:solidFill>
                <a:latin typeface="Caveat Brush"/>
              </a:rPr>
              <a:t>Why do student plagiarize?</a:t>
            </a:r>
            <a:endParaRPr lang="fr-FR" sz="6000" b="0" strike="noStrike" spc="-1" dirty="0">
              <a:solidFill>
                <a:schemeClr val="dk1"/>
              </a:solidFill>
              <a:latin typeface="Arial"/>
            </a:endParaRPr>
          </a:p>
        </p:txBody>
      </p:sp>
      <p:sp>
        <p:nvSpPr>
          <p:cNvPr id="3" name="Subtitle 2">
            <a:extLst>
              <a:ext uri="{FF2B5EF4-FFF2-40B4-BE49-F238E27FC236}">
                <a16:creationId xmlns:a16="http://schemas.microsoft.com/office/drawing/2014/main" id="{14424A4C-4425-28DD-FF3B-D32A2F9A1B9A}"/>
              </a:ext>
            </a:extLst>
          </p:cNvPr>
          <p:cNvSpPr>
            <a:spLocks noGrp="1" noChangeArrowheads="1"/>
          </p:cNvSpPr>
          <p:nvPr>
            <p:ph type="subTitle"/>
          </p:nvPr>
        </p:nvSpPr>
        <p:spPr bwMode="auto">
          <a:xfrm>
            <a:off x="75329" y="1592921"/>
            <a:ext cx="6232113"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none" strike="noStrike" cap="none" normalizeH="0" baseline="0" dirty="0">
                <a:ln>
                  <a:noFill/>
                </a:ln>
                <a:solidFill>
                  <a:schemeClr val="accent2"/>
                </a:solidFill>
                <a:effectLst/>
                <a:latin typeface="Albert Sans"/>
              </a:rPr>
              <a:t>Time Pressure:</a:t>
            </a:r>
            <a:r>
              <a:rPr kumimoji="0" lang="en-US" altLang="en-US" sz="1600" b="0" i="0" u="none" strike="noStrike" cap="none" normalizeH="0" baseline="0" dirty="0">
                <a:ln>
                  <a:noFill/>
                </a:ln>
                <a:solidFill>
                  <a:schemeClr val="accent2"/>
                </a:solidFill>
                <a:effectLst/>
                <a:latin typeface="Albert Sans"/>
              </a:rPr>
              <a:t> “It’s due in 2 hours!”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600" b="0" i="0" u="none" strike="noStrike" cap="none" normalizeH="0" baseline="0" dirty="0">
              <a:ln>
                <a:noFill/>
              </a:ln>
              <a:solidFill>
                <a:schemeClr val="accent2"/>
              </a:solidFill>
              <a:effectLst/>
              <a:latin typeface="Albert Sans"/>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600" b="0" i="0" u="none" strike="noStrike" cap="none" normalizeH="0" baseline="0" dirty="0">
              <a:ln>
                <a:noFill/>
              </a:ln>
              <a:solidFill>
                <a:schemeClr val="accent2"/>
              </a:solidFill>
              <a:effectLst/>
              <a:latin typeface="Albert Sans"/>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none" strike="noStrike" cap="none" normalizeH="0" baseline="0" dirty="0">
                <a:ln>
                  <a:noFill/>
                </a:ln>
                <a:solidFill>
                  <a:schemeClr val="accent2"/>
                </a:solidFill>
                <a:effectLst/>
                <a:latin typeface="Albert Sans"/>
              </a:rPr>
              <a:t>Fear of Low Grades:</a:t>
            </a:r>
            <a:r>
              <a:rPr kumimoji="0" lang="en-US" altLang="en-US" sz="1600" b="0" i="0" u="none" strike="noStrike" cap="none" normalizeH="0" baseline="0" dirty="0">
                <a:ln>
                  <a:noFill/>
                </a:ln>
                <a:solidFill>
                  <a:schemeClr val="accent2"/>
                </a:solidFill>
                <a:effectLst/>
                <a:latin typeface="Albert Sans"/>
              </a:rPr>
              <a:t> “I need an A.”</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600" b="0" i="0" u="none" strike="noStrike" cap="none" normalizeH="0" baseline="0" dirty="0">
              <a:ln>
                <a:noFill/>
              </a:ln>
              <a:solidFill>
                <a:schemeClr val="accent2"/>
              </a:solidFill>
              <a:effectLst/>
              <a:latin typeface="Albert Sans"/>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600" b="0" i="0" u="none" strike="noStrike" cap="none" normalizeH="0" baseline="0" dirty="0">
              <a:ln>
                <a:noFill/>
              </a:ln>
              <a:solidFill>
                <a:schemeClr val="accent2"/>
              </a:solidFill>
              <a:effectLst/>
              <a:latin typeface="Albert Sans"/>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0" i="0" u="none" strike="noStrike" cap="none" normalizeH="0" baseline="0" dirty="0">
                <a:ln>
                  <a:noFill/>
                </a:ln>
                <a:solidFill>
                  <a:schemeClr val="accent2"/>
                </a:solidFill>
                <a:effectLst/>
                <a:latin typeface="Albert Sans"/>
              </a:rPr>
              <a:t> </a:t>
            </a:r>
            <a:r>
              <a:rPr kumimoji="0" lang="en-US" altLang="en-US" sz="1600" b="1" i="0" u="none" strike="noStrike" cap="none" normalizeH="0" baseline="0" dirty="0">
                <a:ln>
                  <a:noFill/>
                </a:ln>
                <a:solidFill>
                  <a:schemeClr val="accent2"/>
                </a:solidFill>
                <a:effectLst/>
                <a:latin typeface="Albert Sans"/>
              </a:rPr>
              <a:t>Unclear Guidelines:</a:t>
            </a:r>
            <a:r>
              <a:rPr kumimoji="0" lang="en-US" altLang="en-US" sz="1600" b="0" i="0" u="none" strike="noStrike" cap="none" normalizeH="0" baseline="0" dirty="0">
                <a:ln>
                  <a:noFill/>
                </a:ln>
                <a:solidFill>
                  <a:schemeClr val="accent2"/>
                </a:solidFill>
                <a:effectLst/>
                <a:latin typeface="Albert Sans"/>
              </a:rPr>
              <a:t> “I didn’t know I had to cite that.”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lang="en-US" altLang="en-US" sz="1600" dirty="0">
              <a:solidFill>
                <a:schemeClr val="accent2"/>
              </a:solidFill>
              <a:latin typeface="Albert Sans"/>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600" b="0" i="0" u="none" strike="noStrike" cap="none" normalizeH="0" baseline="0" dirty="0">
              <a:ln>
                <a:noFill/>
              </a:ln>
              <a:solidFill>
                <a:schemeClr val="accent2"/>
              </a:solidFill>
              <a:effectLst/>
              <a:latin typeface="Albert Sans"/>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none" strike="noStrike" cap="none" normalizeH="0" baseline="0" dirty="0">
                <a:ln>
                  <a:noFill/>
                </a:ln>
                <a:solidFill>
                  <a:schemeClr val="accent2"/>
                </a:solidFill>
                <a:effectLst/>
                <a:latin typeface="Albert Sans"/>
              </a:rPr>
              <a:t>Lack of Understanding:</a:t>
            </a:r>
            <a:r>
              <a:rPr kumimoji="0" lang="en-US" altLang="en-US" sz="1600" b="0" i="0" u="none" strike="noStrike" cap="none" normalizeH="0" baseline="0" dirty="0">
                <a:ln>
                  <a:noFill/>
                </a:ln>
                <a:solidFill>
                  <a:schemeClr val="accent2"/>
                </a:solidFill>
                <a:effectLst/>
                <a:latin typeface="Albert Sans"/>
              </a:rPr>
              <a:t> “I changed some words — isn’t that enough?”</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600" b="0" i="0" u="none" strike="noStrike" cap="none" normalizeH="0" baseline="0" dirty="0">
              <a:ln>
                <a:noFill/>
              </a:ln>
              <a:solidFill>
                <a:schemeClr val="accent2"/>
              </a:solidFill>
              <a:effectLst/>
              <a:latin typeface="Albert Sans"/>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600" b="0" i="0" u="none" strike="noStrike" cap="none" normalizeH="0" baseline="0" dirty="0">
              <a:ln>
                <a:noFill/>
              </a:ln>
              <a:solidFill>
                <a:schemeClr val="accent2"/>
              </a:solidFill>
              <a:effectLst/>
              <a:latin typeface="Albert Sans"/>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none" strike="noStrike" cap="none" normalizeH="0" baseline="0" dirty="0">
                <a:ln>
                  <a:noFill/>
                </a:ln>
                <a:solidFill>
                  <a:schemeClr val="accent2"/>
                </a:solidFill>
                <a:effectLst/>
                <a:latin typeface="Albert Sans"/>
              </a:rPr>
              <a:t>Procrastination:</a:t>
            </a:r>
            <a:r>
              <a:rPr kumimoji="0" lang="en-US" altLang="en-US" sz="1600" b="0" i="0" u="none" strike="noStrike" cap="none" normalizeH="0" baseline="0" dirty="0">
                <a:ln>
                  <a:noFill/>
                </a:ln>
                <a:solidFill>
                  <a:schemeClr val="accent2"/>
                </a:solidFill>
                <a:effectLst/>
                <a:latin typeface="Albert Sans"/>
              </a:rPr>
              <a:t> “I’ll just copy something quickly… </a:t>
            </a:r>
          </a:p>
        </p:txBody>
      </p:sp>
      <p:pic>
        <p:nvPicPr>
          <p:cNvPr id="7" name="Picture 6">
            <a:extLst>
              <a:ext uri="{FF2B5EF4-FFF2-40B4-BE49-F238E27FC236}">
                <a16:creationId xmlns:a16="http://schemas.microsoft.com/office/drawing/2014/main" id="{1306E11C-E4D3-ACCF-A432-C6340BB9EA06}"/>
              </a:ext>
            </a:extLst>
          </p:cNvPr>
          <p:cNvPicPr>
            <a:picLocks noChangeAspect="1"/>
          </p:cNvPicPr>
          <p:nvPr/>
        </p:nvPicPr>
        <p:blipFill>
          <a:blip r:embed="rId2"/>
          <a:stretch>
            <a:fillRect/>
          </a:stretch>
        </p:blipFill>
        <p:spPr>
          <a:xfrm>
            <a:off x="7220398" y="1411728"/>
            <a:ext cx="1596910" cy="2048392"/>
          </a:xfrm>
          <a:prstGeom prst="rect">
            <a:avLst/>
          </a:prstGeom>
        </p:spPr>
      </p:pic>
      <p:pic>
        <p:nvPicPr>
          <p:cNvPr id="9" name="Picture 8">
            <a:extLst>
              <a:ext uri="{FF2B5EF4-FFF2-40B4-BE49-F238E27FC236}">
                <a16:creationId xmlns:a16="http://schemas.microsoft.com/office/drawing/2014/main" id="{5B03234F-CB0B-15A6-EDC0-A9D4C9CD567D}"/>
              </a:ext>
            </a:extLst>
          </p:cNvPr>
          <p:cNvPicPr>
            <a:picLocks noChangeAspect="1"/>
          </p:cNvPicPr>
          <p:nvPr/>
        </p:nvPicPr>
        <p:blipFill>
          <a:blip r:embed="rId3"/>
          <a:stretch>
            <a:fillRect/>
          </a:stretch>
        </p:blipFill>
        <p:spPr>
          <a:xfrm>
            <a:off x="5433295" y="1426166"/>
            <a:ext cx="1339072" cy="1929084"/>
          </a:xfrm>
          <a:prstGeom prst="rect">
            <a:avLst/>
          </a:prstGeom>
        </p:spPr>
      </p:pic>
      <p:pic>
        <p:nvPicPr>
          <p:cNvPr id="11" name="Picture 10">
            <a:extLst>
              <a:ext uri="{FF2B5EF4-FFF2-40B4-BE49-F238E27FC236}">
                <a16:creationId xmlns:a16="http://schemas.microsoft.com/office/drawing/2014/main" id="{E8445A69-3C6F-F941-1026-ED41E2FAE18A}"/>
              </a:ext>
            </a:extLst>
          </p:cNvPr>
          <p:cNvPicPr>
            <a:picLocks noChangeAspect="1"/>
          </p:cNvPicPr>
          <p:nvPr/>
        </p:nvPicPr>
        <p:blipFill>
          <a:blip r:embed="rId4"/>
          <a:stretch>
            <a:fillRect/>
          </a:stretch>
        </p:blipFill>
        <p:spPr>
          <a:xfrm>
            <a:off x="6201209" y="3543849"/>
            <a:ext cx="2312743" cy="1373191"/>
          </a:xfrm>
          <a:prstGeom prst="rect">
            <a:avLst/>
          </a:prstGeom>
        </p:spPr>
      </p:pic>
      <p:sp>
        <p:nvSpPr>
          <p:cNvPr id="12" name="Google Shape;303;p41">
            <a:extLst>
              <a:ext uri="{FF2B5EF4-FFF2-40B4-BE49-F238E27FC236}">
                <a16:creationId xmlns:a16="http://schemas.microsoft.com/office/drawing/2014/main" id="{9C2DA794-CE43-821D-35AF-1A6B7E87A302}"/>
              </a:ext>
            </a:extLst>
          </p:cNvPr>
          <p:cNvSpPr/>
          <p:nvPr/>
        </p:nvSpPr>
        <p:spPr>
          <a:xfrm rot="8381400">
            <a:off x="-1850826" y="-2415067"/>
            <a:ext cx="4253040" cy="3456000"/>
          </a:xfrm>
          <a:custGeom>
            <a:avLst/>
            <a:gdLst>
              <a:gd name="textAreaLeft" fmla="*/ 0 w 4253040"/>
              <a:gd name="textAreaRight" fmla="*/ 4253400 w 4253040"/>
              <a:gd name="textAreaTop" fmla="*/ 0 h 3456000"/>
              <a:gd name="textAreaBottom" fmla="*/ 3456360 h 3456000"/>
            </a:gdLst>
            <a:ahLst/>
            <a:cxnLst/>
            <a:rect l="textAreaLeft" t="textAreaTop" r="textAreaRight" b="textAreaBottom"/>
            <a:pathLst>
              <a:path w="1930774" h="1568974">
                <a:moveTo>
                  <a:pt x="11419" y="1021325"/>
                </a:moveTo>
                <a:cubicBezTo>
                  <a:pt x="-43064" y="785677"/>
                  <a:pt x="102383" y="500975"/>
                  <a:pt x="341841" y="467542"/>
                </a:cubicBezTo>
                <a:cubicBezTo>
                  <a:pt x="471953" y="449445"/>
                  <a:pt x="607398" y="503166"/>
                  <a:pt x="733985" y="467923"/>
                </a:cubicBezTo>
                <a:cubicBezTo>
                  <a:pt x="949917" y="407820"/>
                  <a:pt x="1030689" y="127690"/>
                  <a:pt x="1233477" y="32154"/>
                </a:cubicBezTo>
                <a:cubicBezTo>
                  <a:pt x="1407689" y="-49951"/>
                  <a:pt x="1623621" y="34726"/>
                  <a:pt x="1752113" y="178268"/>
                </a:cubicBezTo>
                <a:cubicBezTo>
                  <a:pt x="1937755" y="385627"/>
                  <a:pt x="1978236" y="702714"/>
                  <a:pt x="1875843" y="961509"/>
                </a:cubicBezTo>
                <a:cubicBezTo>
                  <a:pt x="1773449" y="1220303"/>
                  <a:pt x="1541610" y="1417661"/>
                  <a:pt x="1277577" y="1505672"/>
                </a:cubicBezTo>
                <a:cubicBezTo>
                  <a:pt x="832950" y="1653786"/>
                  <a:pt x="136482" y="1561298"/>
                  <a:pt x="11514" y="102123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08;p41">
            <a:extLst>
              <a:ext uri="{FF2B5EF4-FFF2-40B4-BE49-F238E27FC236}">
                <a16:creationId xmlns:a16="http://schemas.microsoft.com/office/drawing/2014/main" id="{DF4826D9-C6C4-E0B1-DA00-5F7A3DBED413}"/>
              </a:ext>
            </a:extLst>
          </p:cNvPr>
          <p:cNvSpPr/>
          <p:nvPr/>
        </p:nvSpPr>
        <p:spPr>
          <a:xfrm rot="3612600">
            <a:off x="9171567" y="1831173"/>
            <a:ext cx="3224880" cy="5294880"/>
          </a:xfrm>
          <a:custGeom>
            <a:avLst/>
            <a:gdLst>
              <a:gd name="textAreaLeft" fmla="*/ 0 w 3224880"/>
              <a:gd name="textAreaRight" fmla="*/ 3225240 w 3224880"/>
              <a:gd name="textAreaTop" fmla="*/ 0 h 5294880"/>
              <a:gd name="textAreaBottom" fmla="*/ 5295240 h 5294880"/>
            </a:gdLst>
            <a:ahLst/>
            <a:cxnLst/>
            <a:rect l="textAreaLeft" t="textAreaTop" r="textAreaRight" b="textAreaBottom"/>
            <a:pathLst>
              <a:path w="886486" h="1382285">
                <a:moveTo>
                  <a:pt x="690045" y="38454"/>
                </a:moveTo>
                <a:cubicBezTo>
                  <a:pt x="532787" y="-42413"/>
                  <a:pt x="326761" y="11403"/>
                  <a:pt x="200936" y="133323"/>
                </a:cubicBezTo>
                <a:cubicBezTo>
                  <a:pt x="75110" y="255148"/>
                  <a:pt x="18818" y="430503"/>
                  <a:pt x="4054" y="602048"/>
                </a:cubicBezTo>
                <a:cubicBezTo>
                  <a:pt x="-10900" y="775689"/>
                  <a:pt x="13960" y="956759"/>
                  <a:pt x="104733" y="1107254"/>
                </a:cubicBezTo>
                <a:cubicBezTo>
                  <a:pt x="195506" y="1257749"/>
                  <a:pt x="358860" y="1372907"/>
                  <a:pt x="538883" y="1381765"/>
                </a:cubicBezTo>
                <a:cubicBezTo>
                  <a:pt x="639372" y="1386718"/>
                  <a:pt x="744718" y="1356428"/>
                  <a:pt x="814346" y="1286134"/>
                </a:cubicBezTo>
                <a:cubicBezTo>
                  <a:pt x="883974" y="1215839"/>
                  <a:pt x="909691" y="1102968"/>
                  <a:pt x="862447" y="1017053"/>
                </a:cubicBezTo>
                <a:cubicBezTo>
                  <a:pt x="823109" y="945710"/>
                  <a:pt x="743480" y="903229"/>
                  <a:pt x="696426" y="836363"/>
                </a:cubicBezTo>
                <a:cubicBezTo>
                  <a:pt x="642229" y="759306"/>
                  <a:pt x="639372" y="651483"/>
                  <a:pt x="689378" y="571759"/>
                </a:cubicBezTo>
                <a:cubicBezTo>
                  <a:pt x="713952" y="532611"/>
                  <a:pt x="749290" y="500893"/>
                  <a:pt x="776246" y="463174"/>
                </a:cubicBezTo>
                <a:cubicBezTo>
                  <a:pt x="869400" y="332777"/>
                  <a:pt x="845493" y="118083"/>
                  <a:pt x="690045" y="38264"/>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Google Shape;707;p64"/>
          <p:cNvSpPr/>
          <p:nvPr/>
        </p:nvSpPr>
        <p:spPr>
          <a:xfrm>
            <a:off x="3835440" y="1399320"/>
            <a:ext cx="1472400" cy="1386000"/>
          </a:xfrm>
          <a:custGeom>
            <a:avLst/>
            <a:gdLst>
              <a:gd name="textAreaLeft" fmla="*/ 0 w 1472400"/>
              <a:gd name="textAreaRight" fmla="*/ 1472760 w 1472400"/>
              <a:gd name="textAreaTop" fmla="*/ 0 h 1386000"/>
              <a:gd name="textAreaBottom" fmla="*/ 1386360 h 1386000"/>
            </a:gdLst>
            <a:ahLst/>
            <a:cxnLst/>
            <a:rect l="textAreaLeft" t="textAreaTop" r="textAreaRight" b="textAreaBottom"/>
            <a:pathLst>
              <a:path w="578162" h="560680">
                <a:moveTo>
                  <a:pt x="157452" y="106520"/>
                </a:moveTo>
                <a:cubicBezTo>
                  <a:pt x="145736" y="116807"/>
                  <a:pt x="134497" y="126522"/>
                  <a:pt x="123829" y="135000"/>
                </a:cubicBezTo>
                <a:cubicBezTo>
                  <a:pt x="60868" y="184815"/>
                  <a:pt x="4099" y="252252"/>
                  <a:pt x="194" y="336358"/>
                </a:cubicBezTo>
                <a:cubicBezTo>
                  <a:pt x="-3521" y="417035"/>
                  <a:pt x="46486" y="495330"/>
                  <a:pt x="116494" y="532573"/>
                </a:cubicBezTo>
                <a:cubicBezTo>
                  <a:pt x="186503" y="569816"/>
                  <a:pt x="272800" y="568482"/>
                  <a:pt x="345856" y="537812"/>
                </a:cubicBezTo>
                <a:cubicBezTo>
                  <a:pt x="418913" y="507237"/>
                  <a:pt x="479206" y="449610"/>
                  <a:pt x="522926" y="382364"/>
                </a:cubicBezTo>
                <a:cubicBezTo>
                  <a:pt x="569694" y="310450"/>
                  <a:pt x="598364" y="215581"/>
                  <a:pt x="561026" y="138143"/>
                </a:cubicBezTo>
                <a:cubicBezTo>
                  <a:pt x="527308" y="68039"/>
                  <a:pt x="455584" y="13461"/>
                  <a:pt x="378527" y="2126"/>
                </a:cubicBezTo>
                <a:cubicBezTo>
                  <a:pt x="281944" y="-12066"/>
                  <a:pt x="224603" y="47274"/>
                  <a:pt x="157357" y="10661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66" name="PlaceHolder 1"/>
          <p:cNvSpPr>
            <a:spLocks noGrp="1"/>
          </p:cNvSpPr>
          <p:nvPr>
            <p:ph type="title"/>
          </p:nvPr>
        </p:nvSpPr>
        <p:spPr>
          <a:xfrm>
            <a:off x="2038320" y="3009960"/>
            <a:ext cx="5067000" cy="837720"/>
          </a:xfrm>
          <a:prstGeom prst="rect">
            <a:avLst/>
          </a:prstGeom>
          <a:noFill/>
          <a:ln w="0">
            <a:noFill/>
          </a:ln>
        </p:spPr>
        <p:txBody>
          <a:bodyPr lIns="91440" tIns="91440" rIns="91440" bIns="91440" anchor="b">
            <a:normAutofit fontScale="90000"/>
          </a:bodyPr>
          <a:lstStyle/>
          <a:p>
            <a:pPr indent="0" algn="ctr">
              <a:lnSpc>
                <a:spcPct val="100000"/>
              </a:lnSpc>
              <a:buNone/>
              <a:tabLst>
                <a:tab pos="0" algn="l"/>
              </a:tabLst>
            </a:pPr>
            <a:r>
              <a:rPr lang="en" sz="5000" b="0" strike="noStrike" spc="-1" dirty="0">
                <a:solidFill>
                  <a:schemeClr val="accent1"/>
                </a:solidFill>
                <a:latin typeface="Caveat Brush"/>
                <a:ea typeface="Caveat Brush"/>
              </a:rPr>
              <a:t>Types of Plagiarism</a:t>
            </a:r>
            <a:endParaRPr lang="fr-FR" sz="5000" b="0" strike="noStrike" spc="-1" dirty="0">
              <a:solidFill>
                <a:schemeClr val="dk1"/>
              </a:solidFill>
              <a:latin typeface="Arial"/>
            </a:endParaRPr>
          </a:p>
        </p:txBody>
      </p:sp>
      <p:sp>
        <p:nvSpPr>
          <p:cNvPr id="167" name="PlaceHolder 2"/>
          <p:cNvSpPr>
            <a:spLocks noGrp="1"/>
          </p:cNvSpPr>
          <p:nvPr>
            <p:ph type="title"/>
          </p:nvPr>
        </p:nvSpPr>
        <p:spPr>
          <a:xfrm>
            <a:off x="3990960" y="1562040"/>
            <a:ext cx="1152000" cy="101880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 sz="6000" b="0" strike="noStrike" spc="-1" dirty="0">
                <a:solidFill>
                  <a:schemeClr val="lt1"/>
                </a:solidFill>
                <a:latin typeface="Caveat Brush"/>
                <a:ea typeface="Caveat Brush"/>
              </a:rPr>
              <a:t>01</a:t>
            </a:r>
            <a:endParaRPr lang="fr-FR" sz="6000" b="0" strike="noStrike" spc="-1" dirty="0">
              <a:solidFill>
                <a:schemeClr val="dk1"/>
              </a:solidFill>
              <a:latin typeface="Arial"/>
            </a:endParaRPr>
          </a:p>
        </p:txBody>
      </p:sp>
      <p:sp>
        <p:nvSpPr>
          <p:cNvPr id="169" name="Google Shape;711;p64"/>
          <p:cNvSpPr/>
          <p:nvPr/>
        </p:nvSpPr>
        <p:spPr>
          <a:xfrm rot="9796800">
            <a:off x="5824080" y="-1027080"/>
            <a:ext cx="4247640" cy="4410720"/>
          </a:xfrm>
          <a:custGeom>
            <a:avLst/>
            <a:gdLst>
              <a:gd name="textAreaLeft" fmla="*/ 0 w 4247640"/>
              <a:gd name="textAreaRight" fmla="*/ 4248000 w 4247640"/>
              <a:gd name="textAreaTop" fmla="*/ 0 h 4410720"/>
              <a:gd name="textAreaBottom" fmla="*/ 4411080 h 4410720"/>
            </a:gdLst>
            <a:ahLst/>
            <a:cxnLst/>
            <a:rect l="textAreaLeft" t="textAreaTop" r="textAreaRight" b="textAreaBottom"/>
            <a:pathLst>
              <a:path w="276908" h="287550">
                <a:moveTo>
                  <a:pt x="130073" y="275114"/>
                </a:moveTo>
                <a:cubicBezTo>
                  <a:pt x="84543" y="257493"/>
                  <a:pt x="34823" y="235966"/>
                  <a:pt x="13868" y="191008"/>
                </a:cubicBezTo>
                <a:cubicBezTo>
                  <a:pt x="5581" y="173196"/>
                  <a:pt x="2723" y="153289"/>
                  <a:pt x="1104" y="133668"/>
                </a:cubicBezTo>
                <a:cubicBezTo>
                  <a:pt x="-1182" y="105854"/>
                  <a:pt x="-991" y="76327"/>
                  <a:pt x="12344" y="51943"/>
                </a:cubicBezTo>
                <a:cubicBezTo>
                  <a:pt x="29203" y="21177"/>
                  <a:pt x="64064" y="4699"/>
                  <a:pt x="98259" y="603"/>
                </a:cubicBezTo>
                <a:cubicBezTo>
                  <a:pt x="119690" y="-1969"/>
                  <a:pt x="146551" y="3270"/>
                  <a:pt x="153123" y="24321"/>
                </a:cubicBezTo>
                <a:cubicBezTo>
                  <a:pt x="159981" y="46514"/>
                  <a:pt x="138740" y="68707"/>
                  <a:pt x="141312" y="91853"/>
                </a:cubicBezTo>
                <a:cubicBezTo>
                  <a:pt x="143312" y="109665"/>
                  <a:pt x="159029" y="122714"/>
                  <a:pt x="175316" y="129191"/>
                </a:cubicBezTo>
                <a:cubicBezTo>
                  <a:pt x="191604" y="135668"/>
                  <a:pt x="209416" y="137573"/>
                  <a:pt x="225608" y="144431"/>
                </a:cubicBezTo>
                <a:cubicBezTo>
                  <a:pt x="250754" y="154908"/>
                  <a:pt x="271043" y="178149"/>
                  <a:pt x="275900" y="205486"/>
                </a:cubicBezTo>
                <a:cubicBezTo>
                  <a:pt x="280663" y="232823"/>
                  <a:pt x="268280" y="263208"/>
                  <a:pt x="244563" y="276543"/>
                </a:cubicBezTo>
                <a:cubicBezTo>
                  <a:pt x="228656" y="285496"/>
                  <a:pt x="209797" y="286544"/>
                  <a:pt x="191699" y="287401"/>
                </a:cubicBezTo>
                <a:cubicBezTo>
                  <a:pt x="174173" y="288258"/>
                  <a:pt x="156838" y="285591"/>
                  <a:pt x="130168" y="275304"/>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0" name="Google Shape;712;p64"/>
          <p:cNvSpPr/>
          <p:nvPr/>
        </p:nvSpPr>
        <p:spPr>
          <a:xfrm rot="21317400">
            <a:off x="7840080" y="2432880"/>
            <a:ext cx="1179000" cy="1365480"/>
          </a:xfrm>
          <a:custGeom>
            <a:avLst/>
            <a:gdLst>
              <a:gd name="textAreaLeft" fmla="*/ 0 w 1179000"/>
              <a:gd name="textAreaRight" fmla="*/ 1179360 w 1179000"/>
              <a:gd name="textAreaTop" fmla="*/ 0 h 1365480"/>
              <a:gd name="textAreaBottom" fmla="*/ 1365840 h 1365480"/>
            </a:gdLst>
            <a:ahLst/>
            <a:cxnLst/>
            <a:rect l="textAreaLeft" t="textAreaTop" r="textAreaRight" b="textAreaBottom"/>
            <a:pathLst>
              <a:path w="1075931" h="1245984">
                <a:moveTo>
                  <a:pt x="928294" y="352444"/>
                </a:moveTo>
                <a:cubicBezTo>
                  <a:pt x="982968" y="292056"/>
                  <a:pt x="1032403" y="226714"/>
                  <a:pt x="1075932" y="157563"/>
                </a:cubicBezTo>
                <a:cubicBezTo>
                  <a:pt x="986587" y="92888"/>
                  <a:pt x="880193" y="58122"/>
                  <a:pt x="773894" y="31262"/>
                </a:cubicBezTo>
                <a:cubicBezTo>
                  <a:pt x="694170" y="11164"/>
                  <a:pt x="612255" y="-5029"/>
                  <a:pt x="530435" y="1448"/>
                </a:cubicBezTo>
                <a:cubicBezTo>
                  <a:pt x="390322" y="12592"/>
                  <a:pt x="260211" y="91079"/>
                  <a:pt x="167152" y="198901"/>
                </a:cubicBezTo>
                <a:cubicBezTo>
                  <a:pt x="29325" y="358540"/>
                  <a:pt x="-31349" y="586759"/>
                  <a:pt x="15799" y="794309"/>
                </a:cubicBezTo>
                <a:cubicBezTo>
                  <a:pt x="62948" y="1001764"/>
                  <a:pt x="219444" y="1181405"/>
                  <a:pt x="417659" y="1245985"/>
                </a:cubicBezTo>
                <a:cubicBezTo>
                  <a:pt x="472523" y="1153592"/>
                  <a:pt x="527387" y="1061105"/>
                  <a:pt x="582251" y="968712"/>
                </a:cubicBezTo>
                <a:cubicBezTo>
                  <a:pt x="460807" y="931755"/>
                  <a:pt x="350794" y="844792"/>
                  <a:pt x="301930" y="725063"/>
                </a:cubicBezTo>
                <a:cubicBezTo>
                  <a:pt x="253067" y="605429"/>
                  <a:pt x="274594" y="454171"/>
                  <a:pt x="367367" y="365779"/>
                </a:cubicBezTo>
                <a:cubicBezTo>
                  <a:pt x="436900" y="299485"/>
                  <a:pt x="537007" y="274244"/>
                  <a:pt x="631876" y="280912"/>
                </a:cubicBezTo>
                <a:cubicBezTo>
                  <a:pt x="726650" y="287579"/>
                  <a:pt x="817328" y="323107"/>
                  <a:pt x="928199" y="35254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1" name="Google Shape;713;p64"/>
          <p:cNvSpPr/>
          <p:nvPr/>
        </p:nvSpPr>
        <p:spPr>
          <a:xfrm rot="2390400">
            <a:off x="1621440" y="1401120"/>
            <a:ext cx="842400" cy="743040"/>
          </a:xfrm>
          <a:custGeom>
            <a:avLst/>
            <a:gdLst>
              <a:gd name="textAreaLeft" fmla="*/ 0 w 842400"/>
              <a:gd name="textAreaRight" fmla="*/ 842760 w 842400"/>
              <a:gd name="textAreaTop" fmla="*/ 0 h 743040"/>
              <a:gd name="textAreaBottom" fmla="*/ 743400 h 743040"/>
            </a:gdLst>
            <a:ahLst/>
            <a:cxnLst/>
            <a:rect l="textAreaLeft" t="textAreaTop" r="textAreaRight" b="textAreaBottom"/>
            <a:pathLst>
              <a:path w="579097" h="510716">
                <a:moveTo>
                  <a:pt x="210945" y="39399"/>
                </a:moveTo>
                <a:cubicBezTo>
                  <a:pt x="111789" y="86929"/>
                  <a:pt x="35780" y="180083"/>
                  <a:pt x="9110" y="286668"/>
                </a:cubicBezTo>
                <a:cubicBezTo>
                  <a:pt x="-1749" y="330102"/>
                  <a:pt x="-4606" y="376870"/>
                  <a:pt x="10062" y="419161"/>
                </a:cubicBezTo>
                <a:cubicBezTo>
                  <a:pt x="24731" y="461452"/>
                  <a:pt x="59211" y="498504"/>
                  <a:pt x="102931" y="508124"/>
                </a:cubicBezTo>
                <a:cubicBezTo>
                  <a:pt x="170749" y="522983"/>
                  <a:pt x="234662" y="471453"/>
                  <a:pt x="278572" y="417827"/>
                </a:cubicBezTo>
                <a:cubicBezTo>
                  <a:pt x="322577" y="364106"/>
                  <a:pt x="363630" y="301051"/>
                  <a:pt x="429257" y="278476"/>
                </a:cubicBezTo>
                <a:cubicBezTo>
                  <a:pt x="453546" y="270094"/>
                  <a:pt x="479740" y="267999"/>
                  <a:pt x="503552" y="258188"/>
                </a:cubicBezTo>
                <a:cubicBezTo>
                  <a:pt x="589944" y="222469"/>
                  <a:pt x="606708" y="90548"/>
                  <a:pt x="530508" y="36541"/>
                </a:cubicBezTo>
                <a:cubicBezTo>
                  <a:pt x="446974" y="-22609"/>
                  <a:pt x="295907" y="-1273"/>
                  <a:pt x="211040" y="39399"/>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2" name="Google Shape;714;p64"/>
          <p:cNvSpPr/>
          <p:nvPr/>
        </p:nvSpPr>
        <p:spPr>
          <a:xfrm rot="11417400">
            <a:off x="126360" y="-244440"/>
            <a:ext cx="2883240" cy="2568960"/>
          </a:xfrm>
          <a:custGeom>
            <a:avLst/>
            <a:gdLst>
              <a:gd name="textAreaLeft" fmla="*/ 0 w 2883240"/>
              <a:gd name="textAreaRight" fmla="*/ 2883600 w 2883240"/>
              <a:gd name="textAreaTop" fmla="*/ 0 h 2568960"/>
              <a:gd name="textAreaBottom" fmla="*/ 2569320 h 2568960"/>
            </a:gdLst>
            <a:ahLst/>
            <a:cxnLst/>
            <a:rect l="textAreaLeft" t="textAreaTop" r="textAreaRight" b="textAreaBottom"/>
            <a:pathLst>
              <a:path w="1776031" h="1582483">
                <a:moveTo>
                  <a:pt x="804196" y="1582484"/>
                </a:moveTo>
                <a:lnTo>
                  <a:pt x="804196" y="1568768"/>
                </a:lnTo>
                <a:cubicBezTo>
                  <a:pt x="811911" y="1568768"/>
                  <a:pt x="819722" y="1568768"/>
                  <a:pt x="827532" y="1568482"/>
                </a:cubicBezTo>
                <a:lnTo>
                  <a:pt x="827818" y="1582198"/>
                </a:lnTo>
                <a:cubicBezTo>
                  <a:pt x="819912" y="1582388"/>
                  <a:pt x="812101" y="1582484"/>
                  <a:pt x="804196" y="1582484"/>
                </a:cubicBezTo>
                <a:close/>
                <a:moveTo>
                  <a:pt x="780574" y="1582293"/>
                </a:moveTo>
                <a:cubicBezTo>
                  <a:pt x="772668" y="1582103"/>
                  <a:pt x="764858" y="1581912"/>
                  <a:pt x="756952" y="1581531"/>
                </a:cubicBezTo>
                <a:lnTo>
                  <a:pt x="757523" y="1567815"/>
                </a:lnTo>
                <a:cubicBezTo>
                  <a:pt x="765334" y="1568101"/>
                  <a:pt x="773049" y="1568387"/>
                  <a:pt x="780860" y="1568577"/>
                </a:cubicBezTo>
                <a:lnTo>
                  <a:pt x="780574" y="1582293"/>
                </a:lnTo>
                <a:close/>
                <a:moveTo>
                  <a:pt x="851440" y="1581531"/>
                </a:moveTo>
                <a:lnTo>
                  <a:pt x="850868" y="1567815"/>
                </a:lnTo>
                <a:cubicBezTo>
                  <a:pt x="858679" y="1567529"/>
                  <a:pt x="866394" y="1567053"/>
                  <a:pt x="874205" y="1566577"/>
                </a:cubicBezTo>
                <a:lnTo>
                  <a:pt x="875062" y="1580293"/>
                </a:lnTo>
                <a:cubicBezTo>
                  <a:pt x="867156" y="1580769"/>
                  <a:pt x="859346" y="1581150"/>
                  <a:pt x="851440" y="1581531"/>
                </a:cubicBezTo>
                <a:close/>
                <a:moveTo>
                  <a:pt x="733330" y="1580293"/>
                </a:moveTo>
                <a:cubicBezTo>
                  <a:pt x="725424" y="1579817"/>
                  <a:pt x="717613" y="1579150"/>
                  <a:pt x="709708" y="1578483"/>
                </a:cubicBezTo>
                <a:lnTo>
                  <a:pt x="710851" y="1564862"/>
                </a:lnTo>
                <a:cubicBezTo>
                  <a:pt x="718566" y="1565529"/>
                  <a:pt x="726376" y="1566101"/>
                  <a:pt x="734092" y="1566577"/>
                </a:cubicBezTo>
                <a:lnTo>
                  <a:pt x="733235" y="1580293"/>
                </a:lnTo>
                <a:close/>
                <a:moveTo>
                  <a:pt x="898588" y="1578578"/>
                </a:moveTo>
                <a:lnTo>
                  <a:pt x="897446" y="1564958"/>
                </a:lnTo>
                <a:cubicBezTo>
                  <a:pt x="905161" y="1564291"/>
                  <a:pt x="912971" y="1563624"/>
                  <a:pt x="920687" y="1562862"/>
                </a:cubicBezTo>
                <a:lnTo>
                  <a:pt x="922020" y="1576483"/>
                </a:lnTo>
                <a:cubicBezTo>
                  <a:pt x="914210" y="1577245"/>
                  <a:pt x="906304" y="1578007"/>
                  <a:pt x="898493" y="1578578"/>
                </a:cubicBezTo>
                <a:close/>
                <a:moveTo>
                  <a:pt x="686276" y="1576197"/>
                </a:moveTo>
                <a:cubicBezTo>
                  <a:pt x="678466" y="1575340"/>
                  <a:pt x="670655" y="1574387"/>
                  <a:pt x="662749" y="1573339"/>
                </a:cubicBezTo>
                <a:lnTo>
                  <a:pt x="664559" y="1559719"/>
                </a:lnTo>
                <a:cubicBezTo>
                  <a:pt x="672274" y="1560767"/>
                  <a:pt x="679990" y="1561719"/>
                  <a:pt x="687705" y="1562576"/>
                </a:cubicBezTo>
                <a:lnTo>
                  <a:pt x="686181" y="1576197"/>
                </a:lnTo>
                <a:close/>
                <a:moveTo>
                  <a:pt x="945547" y="1573911"/>
                </a:moveTo>
                <a:lnTo>
                  <a:pt x="943928" y="1560290"/>
                </a:lnTo>
                <a:cubicBezTo>
                  <a:pt x="951643" y="1559338"/>
                  <a:pt x="959358" y="1558385"/>
                  <a:pt x="967073" y="1557338"/>
                </a:cubicBezTo>
                <a:lnTo>
                  <a:pt x="968978" y="1570958"/>
                </a:lnTo>
                <a:cubicBezTo>
                  <a:pt x="961168" y="1572006"/>
                  <a:pt x="953357" y="1573054"/>
                  <a:pt x="945547" y="1573911"/>
                </a:cubicBezTo>
                <a:close/>
                <a:moveTo>
                  <a:pt x="639318" y="1569815"/>
                </a:moveTo>
                <a:cubicBezTo>
                  <a:pt x="631508" y="1568577"/>
                  <a:pt x="623792" y="1567243"/>
                  <a:pt x="615982" y="1565815"/>
                </a:cubicBezTo>
                <a:lnTo>
                  <a:pt x="618459" y="1552385"/>
                </a:lnTo>
                <a:cubicBezTo>
                  <a:pt x="626078" y="1553813"/>
                  <a:pt x="633794" y="1555147"/>
                  <a:pt x="641413" y="1556385"/>
                </a:cubicBezTo>
                <a:lnTo>
                  <a:pt x="639223" y="1569910"/>
                </a:lnTo>
                <a:close/>
                <a:moveTo>
                  <a:pt x="992315" y="1567529"/>
                </a:moveTo>
                <a:lnTo>
                  <a:pt x="990219" y="1554004"/>
                </a:lnTo>
                <a:cubicBezTo>
                  <a:pt x="997934" y="1552861"/>
                  <a:pt x="1005649" y="1551527"/>
                  <a:pt x="1013269" y="1550289"/>
                </a:cubicBezTo>
                <a:lnTo>
                  <a:pt x="1015556" y="1563814"/>
                </a:lnTo>
                <a:cubicBezTo>
                  <a:pt x="1007841" y="1565148"/>
                  <a:pt x="1000030" y="1566386"/>
                  <a:pt x="992219" y="1567625"/>
                </a:cubicBezTo>
                <a:close/>
                <a:moveTo>
                  <a:pt x="592836" y="1561148"/>
                </a:moveTo>
                <a:cubicBezTo>
                  <a:pt x="585121" y="1559528"/>
                  <a:pt x="577406" y="1557814"/>
                  <a:pt x="569785" y="1555909"/>
                </a:cubicBezTo>
                <a:lnTo>
                  <a:pt x="572929" y="1542574"/>
                </a:lnTo>
                <a:cubicBezTo>
                  <a:pt x="580454" y="1544384"/>
                  <a:pt x="588074" y="1546098"/>
                  <a:pt x="595694" y="1547717"/>
                </a:cubicBezTo>
                <a:lnTo>
                  <a:pt x="592836" y="1561148"/>
                </a:lnTo>
                <a:close/>
                <a:moveTo>
                  <a:pt x="1038892" y="1559528"/>
                </a:moveTo>
                <a:lnTo>
                  <a:pt x="1036320" y="1546098"/>
                </a:lnTo>
                <a:cubicBezTo>
                  <a:pt x="1043940" y="1544669"/>
                  <a:pt x="1051655" y="1543145"/>
                  <a:pt x="1059275" y="1541621"/>
                </a:cubicBezTo>
                <a:lnTo>
                  <a:pt x="1062038" y="1555052"/>
                </a:lnTo>
                <a:cubicBezTo>
                  <a:pt x="1054323" y="1556671"/>
                  <a:pt x="1046607" y="1558195"/>
                  <a:pt x="1038892" y="1559624"/>
                </a:cubicBezTo>
                <a:close/>
                <a:moveTo>
                  <a:pt x="546830" y="1550194"/>
                </a:moveTo>
                <a:cubicBezTo>
                  <a:pt x="539210" y="1548193"/>
                  <a:pt x="531591" y="1546003"/>
                  <a:pt x="524065" y="1543812"/>
                </a:cubicBezTo>
                <a:lnTo>
                  <a:pt x="527971" y="1530668"/>
                </a:lnTo>
                <a:cubicBezTo>
                  <a:pt x="535400" y="1532858"/>
                  <a:pt x="542925" y="1534954"/>
                  <a:pt x="550450" y="1536954"/>
                </a:cubicBezTo>
                <a:lnTo>
                  <a:pt x="546926" y="1550194"/>
                </a:lnTo>
                <a:close/>
                <a:moveTo>
                  <a:pt x="1085088" y="1550099"/>
                </a:moveTo>
                <a:lnTo>
                  <a:pt x="1082135" y="1536764"/>
                </a:lnTo>
                <a:cubicBezTo>
                  <a:pt x="1089755" y="1535049"/>
                  <a:pt x="1097375" y="1533335"/>
                  <a:pt x="1104900" y="1531525"/>
                </a:cubicBezTo>
                <a:lnTo>
                  <a:pt x="1108043" y="1544860"/>
                </a:lnTo>
                <a:cubicBezTo>
                  <a:pt x="1100423" y="1546670"/>
                  <a:pt x="1092708" y="1548384"/>
                  <a:pt x="1085088" y="1550099"/>
                </a:cubicBezTo>
                <a:close/>
                <a:moveTo>
                  <a:pt x="1130999" y="1539240"/>
                </a:moveTo>
                <a:lnTo>
                  <a:pt x="1127665" y="1526000"/>
                </a:lnTo>
                <a:cubicBezTo>
                  <a:pt x="1135190" y="1524095"/>
                  <a:pt x="1142810" y="1522095"/>
                  <a:pt x="1150334" y="1520095"/>
                </a:cubicBezTo>
                <a:lnTo>
                  <a:pt x="1153858" y="1533335"/>
                </a:lnTo>
                <a:cubicBezTo>
                  <a:pt x="1146239" y="1535335"/>
                  <a:pt x="1138619" y="1537335"/>
                  <a:pt x="1130999" y="1539240"/>
                </a:cubicBezTo>
                <a:close/>
                <a:moveTo>
                  <a:pt x="501396" y="1536859"/>
                </a:moveTo>
                <a:cubicBezTo>
                  <a:pt x="493871" y="1534478"/>
                  <a:pt x="486442" y="1531906"/>
                  <a:pt x="478917" y="1529334"/>
                </a:cubicBezTo>
                <a:lnTo>
                  <a:pt x="483489" y="1516380"/>
                </a:lnTo>
                <a:cubicBezTo>
                  <a:pt x="490823" y="1518952"/>
                  <a:pt x="498158" y="1521428"/>
                  <a:pt x="505587" y="1523810"/>
                </a:cubicBezTo>
                <a:lnTo>
                  <a:pt x="501396" y="1536859"/>
                </a:lnTo>
                <a:close/>
                <a:moveTo>
                  <a:pt x="1176528" y="1527048"/>
                </a:moveTo>
                <a:lnTo>
                  <a:pt x="1172813" y="1513904"/>
                </a:lnTo>
                <a:cubicBezTo>
                  <a:pt x="1180338" y="1511808"/>
                  <a:pt x="1187767" y="1509617"/>
                  <a:pt x="1195293" y="1507331"/>
                </a:cubicBezTo>
                <a:lnTo>
                  <a:pt x="1199198" y="1520476"/>
                </a:lnTo>
                <a:cubicBezTo>
                  <a:pt x="1191673" y="1522762"/>
                  <a:pt x="1184148" y="1524953"/>
                  <a:pt x="1176528" y="1527048"/>
                </a:cubicBezTo>
                <a:close/>
                <a:moveTo>
                  <a:pt x="456724" y="1521143"/>
                </a:moveTo>
                <a:cubicBezTo>
                  <a:pt x="449390" y="1518285"/>
                  <a:pt x="442055" y="1515428"/>
                  <a:pt x="434721" y="1512380"/>
                </a:cubicBezTo>
                <a:lnTo>
                  <a:pt x="439960" y="1499711"/>
                </a:lnTo>
                <a:cubicBezTo>
                  <a:pt x="447104" y="1502664"/>
                  <a:pt x="454342" y="1505522"/>
                  <a:pt x="461581" y="1508284"/>
                </a:cubicBezTo>
                <a:lnTo>
                  <a:pt x="456724" y="1521047"/>
                </a:lnTo>
                <a:close/>
                <a:moveTo>
                  <a:pt x="1221772" y="1513523"/>
                </a:moveTo>
                <a:lnTo>
                  <a:pt x="1217676" y="1500473"/>
                </a:lnTo>
                <a:cubicBezTo>
                  <a:pt x="1225106" y="1498187"/>
                  <a:pt x="1232535" y="1495806"/>
                  <a:pt x="1239965" y="1493330"/>
                </a:cubicBezTo>
                <a:lnTo>
                  <a:pt x="1244251" y="1506379"/>
                </a:lnTo>
                <a:cubicBezTo>
                  <a:pt x="1236726" y="1508855"/>
                  <a:pt x="1229297" y="1511237"/>
                  <a:pt x="1221772" y="1513618"/>
                </a:cubicBezTo>
                <a:close/>
                <a:moveTo>
                  <a:pt x="413004" y="1503045"/>
                </a:moveTo>
                <a:cubicBezTo>
                  <a:pt x="405765" y="1499807"/>
                  <a:pt x="398621" y="1496473"/>
                  <a:pt x="391573" y="1493044"/>
                </a:cubicBezTo>
                <a:lnTo>
                  <a:pt x="397478" y="1480661"/>
                </a:lnTo>
                <a:cubicBezTo>
                  <a:pt x="404431" y="1483995"/>
                  <a:pt x="411480" y="1487329"/>
                  <a:pt x="418624" y="1490472"/>
                </a:cubicBezTo>
                <a:lnTo>
                  <a:pt x="413004" y="1502950"/>
                </a:lnTo>
                <a:close/>
                <a:moveTo>
                  <a:pt x="1266539" y="1498759"/>
                </a:moveTo>
                <a:lnTo>
                  <a:pt x="1262063" y="1485805"/>
                </a:lnTo>
                <a:cubicBezTo>
                  <a:pt x="1269397" y="1483233"/>
                  <a:pt x="1276731" y="1480661"/>
                  <a:pt x="1284066" y="1477994"/>
                </a:cubicBezTo>
                <a:lnTo>
                  <a:pt x="1288733" y="1490853"/>
                </a:lnTo>
                <a:cubicBezTo>
                  <a:pt x="1281303" y="1493520"/>
                  <a:pt x="1273969" y="1496187"/>
                  <a:pt x="1266539" y="1498759"/>
                </a:cubicBezTo>
                <a:close/>
                <a:moveTo>
                  <a:pt x="1310831" y="1482566"/>
                </a:moveTo>
                <a:lnTo>
                  <a:pt x="1305878" y="1469803"/>
                </a:lnTo>
                <a:cubicBezTo>
                  <a:pt x="1313117" y="1467041"/>
                  <a:pt x="1320356" y="1464088"/>
                  <a:pt x="1327594" y="1461135"/>
                </a:cubicBezTo>
                <a:lnTo>
                  <a:pt x="1332738" y="1473803"/>
                </a:lnTo>
                <a:cubicBezTo>
                  <a:pt x="1325404" y="1476756"/>
                  <a:pt x="1318165" y="1479709"/>
                  <a:pt x="1310831" y="1482566"/>
                </a:cubicBezTo>
                <a:close/>
                <a:moveTo>
                  <a:pt x="370332" y="1482471"/>
                </a:moveTo>
                <a:cubicBezTo>
                  <a:pt x="363283" y="1478852"/>
                  <a:pt x="356330" y="1475137"/>
                  <a:pt x="349473" y="1471232"/>
                </a:cubicBezTo>
                <a:lnTo>
                  <a:pt x="356140" y="1459230"/>
                </a:lnTo>
                <a:cubicBezTo>
                  <a:pt x="362903" y="1463040"/>
                  <a:pt x="369760" y="1466660"/>
                  <a:pt x="376619" y="1470279"/>
                </a:cubicBezTo>
                <a:lnTo>
                  <a:pt x="370332" y="1482471"/>
                </a:lnTo>
                <a:close/>
                <a:moveTo>
                  <a:pt x="1354550" y="1464659"/>
                </a:moveTo>
                <a:lnTo>
                  <a:pt x="1349121" y="1452086"/>
                </a:lnTo>
                <a:cubicBezTo>
                  <a:pt x="1356265" y="1449038"/>
                  <a:pt x="1363408" y="1445800"/>
                  <a:pt x="1370457" y="1442561"/>
                </a:cubicBezTo>
                <a:lnTo>
                  <a:pt x="1376172" y="1455039"/>
                </a:lnTo>
                <a:cubicBezTo>
                  <a:pt x="1369028" y="1458278"/>
                  <a:pt x="1361789" y="1461516"/>
                  <a:pt x="1354550" y="1464659"/>
                </a:cubicBezTo>
                <a:close/>
                <a:moveTo>
                  <a:pt x="328994" y="1459516"/>
                </a:moveTo>
                <a:cubicBezTo>
                  <a:pt x="322231" y="1455515"/>
                  <a:pt x="315468" y="1451324"/>
                  <a:pt x="308801" y="1447038"/>
                </a:cubicBezTo>
                <a:lnTo>
                  <a:pt x="316135" y="1435513"/>
                </a:lnTo>
                <a:cubicBezTo>
                  <a:pt x="322707" y="1439704"/>
                  <a:pt x="329279" y="1443800"/>
                  <a:pt x="335947" y="1447705"/>
                </a:cubicBezTo>
                <a:lnTo>
                  <a:pt x="328898" y="1459516"/>
                </a:lnTo>
                <a:close/>
                <a:moveTo>
                  <a:pt x="1397603" y="1445038"/>
                </a:moveTo>
                <a:lnTo>
                  <a:pt x="1391603" y="1432751"/>
                </a:lnTo>
                <a:cubicBezTo>
                  <a:pt x="1398651" y="1429322"/>
                  <a:pt x="1405604" y="1425893"/>
                  <a:pt x="1412462" y="1422368"/>
                </a:cubicBezTo>
                <a:lnTo>
                  <a:pt x="1418749" y="1434560"/>
                </a:lnTo>
                <a:cubicBezTo>
                  <a:pt x="1411700" y="1438180"/>
                  <a:pt x="1404652" y="1441704"/>
                  <a:pt x="1397603" y="1445133"/>
                </a:cubicBezTo>
                <a:close/>
                <a:moveTo>
                  <a:pt x="289084" y="1433989"/>
                </a:moveTo>
                <a:cubicBezTo>
                  <a:pt x="282607" y="1429512"/>
                  <a:pt x="276130" y="1424940"/>
                  <a:pt x="269748" y="1420273"/>
                </a:cubicBezTo>
                <a:lnTo>
                  <a:pt x="277844" y="1409224"/>
                </a:lnTo>
                <a:cubicBezTo>
                  <a:pt x="284131" y="1413796"/>
                  <a:pt x="290417" y="1418273"/>
                  <a:pt x="296799" y="1422654"/>
                </a:cubicBezTo>
                <a:lnTo>
                  <a:pt x="289084" y="1433989"/>
                </a:lnTo>
                <a:close/>
                <a:moveTo>
                  <a:pt x="1439704" y="1423416"/>
                </a:moveTo>
                <a:lnTo>
                  <a:pt x="1433131" y="1411414"/>
                </a:lnTo>
                <a:cubicBezTo>
                  <a:pt x="1439990" y="1407700"/>
                  <a:pt x="1446752" y="1403890"/>
                  <a:pt x="1453515" y="1399985"/>
                </a:cubicBezTo>
                <a:lnTo>
                  <a:pt x="1460373" y="1411891"/>
                </a:lnTo>
                <a:cubicBezTo>
                  <a:pt x="1453515" y="1415796"/>
                  <a:pt x="1446657" y="1419701"/>
                  <a:pt x="1439704" y="1423511"/>
                </a:cubicBezTo>
                <a:close/>
                <a:moveTo>
                  <a:pt x="250793" y="1405985"/>
                </a:moveTo>
                <a:cubicBezTo>
                  <a:pt x="244602" y="1401128"/>
                  <a:pt x="238411" y="1396175"/>
                  <a:pt x="232410" y="1391031"/>
                </a:cubicBezTo>
                <a:lnTo>
                  <a:pt x="241173" y="1380554"/>
                </a:lnTo>
                <a:cubicBezTo>
                  <a:pt x="247079" y="1385507"/>
                  <a:pt x="253174" y="1390460"/>
                  <a:pt x="259271" y="1395222"/>
                </a:cubicBezTo>
                <a:lnTo>
                  <a:pt x="250793" y="1405985"/>
                </a:lnTo>
                <a:close/>
                <a:moveTo>
                  <a:pt x="1480661" y="1399699"/>
                </a:moveTo>
                <a:lnTo>
                  <a:pt x="1473517" y="1388078"/>
                </a:lnTo>
                <a:cubicBezTo>
                  <a:pt x="1480185" y="1383983"/>
                  <a:pt x="1486757" y="1379792"/>
                  <a:pt x="1493234" y="1375601"/>
                </a:cubicBezTo>
                <a:lnTo>
                  <a:pt x="1500759" y="1387031"/>
                </a:lnTo>
                <a:cubicBezTo>
                  <a:pt x="1494187" y="1391317"/>
                  <a:pt x="1487519" y="1395603"/>
                  <a:pt x="1480756" y="1399699"/>
                </a:cubicBezTo>
                <a:close/>
                <a:moveTo>
                  <a:pt x="214408" y="1375505"/>
                </a:moveTo>
                <a:cubicBezTo>
                  <a:pt x="211455" y="1372838"/>
                  <a:pt x="208597" y="1370267"/>
                  <a:pt x="205740" y="1367600"/>
                </a:cubicBezTo>
                <a:cubicBezTo>
                  <a:pt x="202787" y="1364933"/>
                  <a:pt x="199930" y="1362170"/>
                  <a:pt x="197073" y="1359408"/>
                </a:cubicBezTo>
                <a:lnTo>
                  <a:pt x="206598" y="1349502"/>
                </a:lnTo>
                <a:cubicBezTo>
                  <a:pt x="209360" y="1352169"/>
                  <a:pt x="212217" y="1354836"/>
                  <a:pt x="215074" y="1357503"/>
                </a:cubicBezTo>
                <a:cubicBezTo>
                  <a:pt x="217932" y="1360170"/>
                  <a:pt x="220790" y="1362742"/>
                  <a:pt x="223647" y="1365314"/>
                </a:cubicBezTo>
                <a:lnTo>
                  <a:pt x="214503" y="1375505"/>
                </a:lnTo>
                <a:close/>
                <a:moveTo>
                  <a:pt x="1520285" y="1373696"/>
                </a:moveTo>
                <a:lnTo>
                  <a:pt x="1512475" y="1362456"/>
                </a:lnTo>
                <a:cubicBezTo>
                  <a:pt x="1518856" y="1357979"/>
                  <a:pt x="1525143" y="1353503"/>
                  <a:pt x="1531334" y="1348835"/>
                </a:cubicBezTo>
                <a:lnTo>
                  <a:pt x="1539526" y="1359789"/>
                </a:lnTo>
                <a:cubicBezTo>
                  <a:pt x="1533239" y="1364552"/>
                  <a:pt x="1526762" y="1369124"/>
                  <a:pt x="1520285" y="1373696"/>
                </a:cubicBezTo>
                <a:close/>
                <a:moveTo>
                  <a:pt x="1558290" y="1345311"/>
                </a:moveTo>
                <a:lnTo>
                  <a:pt x="1549717" y="1334643"/>
                </a:lnTo>
                <a:cubicBezTo>
                  <a:pt x="1555814" y="1329785"/>
                  <a:pt x="1561719" y="1324832"/>
                  <a:pt x="1567624" y="1319784"/>
                </a:cubicBezTo>
                <a:lnTo>
                  <a:pt x="1576578" y="1330166"/>
                </a:lnTo>
                <a:cubicBezTo>
                  <a:pt x="1570577" y="1335310"/>
                  <a:pt x="1564482" y="1340358"/>
                  <a:pt x="1558290" y="1345311"/>
                </a:cubicBezTo>
                <a:close/>
                <a:moveTo>
                  <a:pt x="180213" y="1342549"/>
                </a:moveTo>
                <a:cubicBezTo>
                  <a:pt x="174688" y="1336834"/>
                  <a:pt x="169354" y="1331119"/>
                  <a:pt x="164021" y="1325213"/>
                </a:cubicBezTo>
                <a:lnTo>
                  <a:pt x="174212" y="1316069"/>
                </a:lnTo>
                <a:cubicBezTo>
                  <a:pt x="179356" y="1321784"/>
                  <a:pt x="184690" y="1327499"/>
                  <a:pt x="190024" y="1333024"/>
                </a:cubicBezTo>
                <a:lnTo>
                  <a:pt x="180213" y="1342549"/>
                </a:lnTo>
                <a:close/>
                <a:moveTo>
                  <a:pt x="1594294" y="1314355"/>
                </a:moveTo>
                <a:lnTo>
                  <a:pt x="1584960" y="1304258"/>
                </a:lnTo>
                <a:cubicBezTo>
                  <a:pt x="1590675" y="1299020"/>
                  <a:pt x="1596199" y="1293590"/>
                  <a:pt x="1601724" y="1288161"/>
                </a:cubicBezTo>
                <a:lnTo>
                  <a:pt x="1611440" y="1297877"/>
                </a:lnTo>
                <a:cubicBezTo>
                  <a:pt x="1605820" y="1303496"/>
                  <a:pt x="1600105" y="1308926"/>
                  <a:pt x="1594294" y="1314355"/>
                </a:cubicBezTo>
                <a:close/>
                <a:moveTo>
                  <a:pt x="148495" y="1307306"/>
                </a:moveTo>
                <a:cubicBezTo>
                  <a:pt x="143447" y="1301210"/>
                  <a:pt x="138398" y="1295114"/>
                  <a:pt x="133540" y="1288828"/>
                </a:cubicBezTo>
                <a:lnTo>
                  <a:pt x="144304" y="1280446"/>
                </a:lnTo>
                <a:cubicBezTo>
                  <a:pt x="149066" y="1286542"/>
                  <a:pt x="153924" y="1292543"/>
                  <a:pt x="158877" y="1298543"/>
                </a:cubicBezTo>
                <a:lnTo>
                  <a:pt x="148399" y="1307306"/>
                </a:lnTo>
                <a:close/>
                <a:moveTo>
                  <a:pt x="1627918" y="1280827"/>
                </a:moveTo>
                <a:lnTo>
                  <a:pt x="1617821" y="1271492"/>
                </a:lnTo>
                <a:cubicBezTo>
                  <a:pt x="1623060" y="1265777"/>
                  <a:pt x="1628204" y="1260062"/>
                  <a:pt x="1633252" y="1254157"/>
                </a:cubicBezTo>
                <a:lnTo>
                  <a:pt x="1643634" y="1263015"/>
                </a:lnTo>
                <a:cubicBezTo>
                  <a:pt x="1638490" y="1269016"/>
                  <a:pt x="1633252" y="1274921"/>
                  <a:pt x="1627823" y="1280732"/>
                </a:cubicBezTo>
                <a:close/>
                <a:moveTo>
                  <a:pt x="119348" y="1269873"/>
                </a:moveTo>
                <a:cubicBezTo>
                  <a:pt x="114681" y="1263491"/>
                  <a:pt x="110204" y="1257014"/>
                  <a:pt x="105823" y="1250442"/>
                </a:cubicBezTo>
                <a:lnTo>
                  <a:pt x="117158" y="1242822"/>
                </a:lnTo>
                <a:cubicBezTo>
                  <a:pt x="121444" y="1249299"/>
                  <a:pt x="125921" y="1255585"/>
                  <a:pt x="130398" y="1261872"/>
                </a:cubicBezTo>
                <a:lnTo>
                  <a:pt x="119253" y="1269873"/>
                </a:lnTo>
                <a:close/>
                <a:moveTo>
                  <a:pt x="1658683" y="1244632"/>
                </a:moveTo>
                <a:lnTo>
                  <a:pt x="1647920" y="1236155"/>
                </a:lnTo>
                <a:cubicBezTo>
                  <a:pt x="1652683" y="1230059"/>
                  <a:pt x="1657255" y="1223867"/>
                  <a:pt x="1661827" y="1217581"/>
                </a:cubicBezTo>
                <a:lnTo>
                  <a:pt x="1672971" y="1225487"/>
                </a:lnTo>
                <a:cubicBezTo>
                  <a:pt x="1668399" y="1231964"/>
                  <a:pt x="1663637" y="1238250"/>
                  <a:pt x="1658779" y="1244537"/>
                </a:cubicBezTo>
                <a:close/>
                <a:moveTo>
                  <a:pt x="92964" y="1230439"/>
                </a:moveTo>
                <a:cubicBezTo>
                  <a:pt x="88773" y="1223677"/>
                  <a:pt x="84772" y="1216914"/>
                  <a:pt x="80867" y="1210056"/>
                </a:cubicBezTo>
                <a:lnTo>
                  <a:pt x="92774" y="1203293"/>
                </a:lnTo>
                <a:cubicBezTo>
                  <a:pt x="96583" y="1210056"/>
                  <a:pt x="100584" y="1216724"/>
                  <a:pt x="104680" y="1223296"/>
                </a:cubicBezTo>
                <a:lnTo>
                  <a:pt x="93059" y="1230535"/>
                </a:lnTo>
                <a:close/>
                <a:moveTo>
                  <a:pt x="1686306" y="1205960"/>
                </a:moveTo>
                <a:lnTo>
                  <a:pt x="1674781" y="1198531"/>
                </a:lnTo>
                <a:cubicBezTo>
                  <a:pt x="1677257" y="1194721"/>
                  <a:pt x="1679639" y="1190911"/>
                  <a:pt x="1682020" y="1187006"/>
                </a:cubicBezTo>
                <a:cubicBezTo>
                  <a:pt x="1683734" y="1184243"/>
                  <a:pt x="1685354" y="1181481"/>
                  <a:pt x="1686973" y="1178814"/>
                </a:cubicBezTo>
                <a:lnTo>
                  <a:pt x="1698784" y="1185767"/>
                </a:lnTo>
                <a:cubicBezTo>
                  <a:pt x="1697165" y="1188625"/>
                  <a:pt x="1695450" y="1191387"/>
                  <a:pt x="1693735" y="1194245"/>
                </a:cubicBezTo>
                <a:cubicBezTo>
                  <a:pt x="1691354" y="1198245"/>
                  <a:pt x="1688783" y="1202150"/>
                  <a:pt x="1686306" y="1206056"/>
                </a:cubicBezTo>
                <a:close/>
                <a:moveTo>
                  <a:pt x="69437" y="1189196"/>
                </a:moveTo>
                <a:cubicBezTo>
                  <a:pt x="65722" y="1182148"/>
                  <a:pt x="62198" y="1175099"/>
                  <a:pt x="58865" y="1167956"/>
                </a:cubicBezTo>
                <a:lnTo>
                  <a:pt x="71247" y="1162050"/>
                </a:lnTo>
                <a:cubicBezTo>
                  <a:pt x="74581" y="1169003"/>
                  <a:pt x="78010" y="1175957"/>
                  <a:pt x="81629" y="1182814"/>
                </a:cubicBezTo>
                <a:lnTo>
                  <a:pt x="69533" y="1189196"/>
                </a:lnTo>
                <a:close/>
                <a:moveTo>
                  <a:pt x="1710404" y="1164908"/>
                </a:moveTo>
                <a:lnTo>
                  <a:pt x="1698308" y="1158526"/>
                </a:lnTo>
                <a:cubicBezTo>
                  <a:pt x="1701927" y="1151668"/>
                  <a:pt x="1705356" y="1144714"/>
                  <a:pt x="1708594" y="1137761"/>
                </a:cubicBezTo>
                <a:lnTo>
                  <a:pt x="1720977" y="1143572"/>
                </a:lnTo>
                <a:cubicBezTo>
                  <a:pt x="1717643" y="1150715"/>
                  <a:pt x="1714119" y="1157859"/>
                  <a:pt x="1710404" y="1164908"/>
                </a:cubicBezTo>
                <a:close/>
                <a:moveTo>
                  <a:pt x="48958" y="1146429"/>
                </a:moveTo>
                <a:cubicBezTo>
                  <a:pt x="45816" y="1139190"/>
                  <a:pt x="42767" y="1131856"/>
                  <a:pt x="39910" y="1124426"/>
                </a:cubicBezTo>
                <a:lnTo>
                  <a:pt x="52673" y="1119473"/>
                </a:lnTo>
                <a:cubicBezTo>
                  <a:pt x="55435" y="1126712"/>
                  <a:pt x="58388" y="1133856"/>
                  <a:pt x="61436" y="1141000"/>
                </a:cubicBezTo>
                <a:lnTo>
                  <a:pt x="48863" y="1146429"/>
                </a:lnTo>
                <a:close/>
                <a:moveTo>
                  <a:pt x="1730598" y="1121855"/>
                </a:moveTo>
                <a:lnTo>
                  <a:pt x="1717929" y="1116616"/>
                </a:lnTo>
                <a:cubicBezTo>
                  <a:pt x="1720882" y="1109472"/>
                  <a:pt x="1723739" y="1102233"/>
                  <a:pt x="1726407" y="1094994"/>
                </a:cubicBezTo>
                <a:lnTo>
                  <a:pt x="1739265" y="1099757"/>
                </a:lnTo>
                <a:cubicBezTo>
                  <a:pt x="1736503" y="1107186"/>
                  <a:pt x="1733645" y="1114616"/>
                  <a:pt x="1730598" y="1121950"/>
                </a:cubicBezTo>
                <a:close/>
                <a:moveTo>
                  <a:pt x="31813" y="1102138"/>
                </a:moveTo>
                <a:cubicBezTo>
                  <a:pt x="29242" y="1094613"/>
                  <a:pt x="26765" y="1087088"/>
                  <a:pt x="24479" y="1079564"/>
                </a:cubicBezTo>
                <a:lnTo>
                  <a:pt x="37624" y="1075563"/>
                </a:lnTo>
                <a:cubicBezTo>
                  <a:pt x="39814" y="1082993"/>
                  <a:pt x="42196" y="1090327"/>
                  <a:pt x="44767" y="1097661"/>
                </a:cubicBezTo>
                <a:lnTo>
                  <a:pt x="31813" y="1102138"/>
                </a:lnTo>
                <a:close/>
                <a:moveTo>
                  <a:pt x="1746980" y="1077278"/>
                </a:moveTo>
                <a:lnTo>
                  <a:pt x="1733931" y="1073087"/>
                </a:lnTo>
                <a:cubicBezTo>
                  <a:pt x="1736312" y="1065752"/>
                  <a:pt x="1738503" y="1058323"/>
                  <a:pt x="1740503" y="1050893"/>
                </a:cubicBezTo>
                <a:lnTo>
                  <a:pt x="1753743" y="1054513"/>
                </a:lnTo>
                <a:cubicBezTo>
                  <a:pt x="1751648" y="1062133"/>
                  <a:pt x="1749362" y="1069753"/>
                  <a:pt x="1746980" y="1077278"/>
                </a:cubicBezTo>
                <a:close/>
                <a:moveTo>
                  <a:pt x="18097" y="1056608"/>
                </a:moveTo>
                <a:cubicBezTo>
                  <a:pt x="16097" y="1048893"/>
                  <a:pt x="14288" y="1041273"/>
                  <a:pt x="12573" y="1033463"/>
                </a:cubicBezTo>
                <a:lnTo>
                  <a:pt x="26003" y="1030605"/>
                </a:lnTo>
                <a:cubicBezTo>
                  <a:pt x="27622" y="1038130"/>
                  <a:pt x="29432" y="1045655"/>
                  <a:pt x="31337" y="1053179"/>
                </a:cubicBezTo>
                <a:lnTo>
                  <a:pt x="18097" y="1056608"/>
                </a:lnTo>
                <a:close/>
                <a:moveTo>
                  <a:pt x="1759553" y="1031462"/>
                </a:moveTo>
                <a:lnTo>
                  <a:pt x="1746218" y="1028319"/>
                </a:lnTo>
                <a:cubicBezTo>
                  <a:pt x="1747933" y="1020794"/>
                  <a:pt x="1749552" y="1013174"/>
                  <a:pt x="1750981" y="1005650"/>
                </a:cubicBezTo>
                <a:lnTo>
                  <a:pt x="1764411" y="1008221"/>
                </a:lnTo>
                <a:cubicBezTo>
                  <a:pt x="1762887" y="1016032"/>
                  <a:pt x="1761268" y="1023747"/>
                  <a:pt x="1759458" y="1031462"/>
                </a:cubicBezTo>
                <a:close/>
                <a:moveTo>
                  <a:pt x="8096" y="1010222"/>
                </a:moveTo>
                <a:cubicBezTo>
                  <a:pt x="6763" y="1002411"/>
                  <a:pt x="5525" y="994601"/>
                  <a:pt x="4572" y="986695"/>
                </a:cubicBezTo>
                <a:lnTo>
                  <a:pt x="18193" y="984885"/>
                </a:lnTo>
                <a:cubicBezTo>
                  <a:pt x="19145" y="992600"/>
                  <a:pt x="20384" y="1000220"/>
                  <a:pt x="21622" y="1007840"/>
                </a:cubicBezTo>
                <a:lnTo>
                  <a:pt x="8096" y="1010126"/>
                </a:lnTo>
                <a:close/>
                <a:moveTo>
                  <a:pt x="1768412" y="984790"/>
                </a:moveTo>
                <a:lnTo>
                  <a:pt x="1754886" y="982694"/>
                </a:lnTo>
                <a:cubicBezTo>
                  <a:pt x="1756029" y="975074"/>
                  <a:pt x="1757077" y="967359"/>
                  <a:pt x="1757934" y="959644"/>
                </a:cubicBezTo>
                <a:lnTo>
                  <a:pt x="1771555" y="961263"/>
                </a:lnTo>
                <a:cubicBezTo>
                  <a:pt x="1770602" y="969169"/>
                  <a:pt x="1769555" y="976979"/>
                  <a:pt x="1768412" y="984790"/>
                </a:cubicBezTo>
                <a:close/>
                <a:moveTo>
                  <a:pt x="2000" y="963073"/>
                </a:moveTo>
                <a:cubicBezTo>
                  <a:pt x="1334" y="955167"/>
                  <a:pt x="762" y="947261"/>
                  <a:pt x="476" y="939355"/>
                </a:cubicBezTo>
                <a:lnTo>
                  <a:pt x="14192" y="938784"/>
                </a:lnTo>
                <a:cubicBezTo>
                  <a:pt x="14478" y="946499"/>
                  <a:pt x="15050" y="954214"/>
                  <a:pt x="15716" y="961930"/>
                </a:cubicBezTo>
                <a:lnTo>
                  <a:pt x="2096" y="963073"/>
                </a:lnTo>
                <a:close/>
                <a:moveTo>
                  <a:pt x="1773936" y="937641"/>
                </a:moveTo>
                <a:lnTo>
                  <a:pt x="1760316" y="936593"/>
                </a:lnTo>
                <a:cubicBezTo>
                  <a:pt x="1760887" y="928878"/>
                  <a:pt x="1761363" y="921163"/>
                  <a:pt x="1761744" y="913352"/>
                </a:cubicBezTo>
                <a:lnTo>
                  <a:pt x="1775460" y="914019"/>
                </a:lnTo>
                <a:cubicBezTo>
                  <a:pt x="1775079" y="921925"/>
                  <a:pt x="1774603" y="929830"/>
                  <a:pt x="1774032" y="937641"/>
                </a:cubicBezTo>
                <a:close/>
                <a:moveTo>
                  <a:pt x="13716" y="915543"/>
                </a:moveTo>
                <a:lnTo>
                  <a:pt x="0" y="915543"/>
                </a:lnTo>
                <a:cubicBezTo>
                  <a:pt x="0" y="907637"/>
                  <a:pt x="190" y="899636"/>
                  <a:pt x="571" y="891730"/>
                </a:cubicBezTo>
                <a:lnTo>
                  <a:pt x="14288" y="892397"/>
                </a:lnTo>
                <a:cubicBezTo>
                  <a:pt x="13906" y="900113"/>
                  <a:pt x="13716" y="907828"/>
                  <a:pt x="13716" y="915543"/>
                </a:cubicBezTo>
                <a:close/>
                <a:moveTo>
                  <a:pt x="1776031" y="890302"/>
                </a:moveTo>
                <a:lnTo>
                  <a:pt x="1762315" y="890111"/>
                </a:lnTo>
                <a:cubicBezTo>
                  <a:pt x="1762315" y="887254"/>
                  <a:pt x="1762315" y="884396"/>
                  <a:pt x="1762315" y="881539"/>
                </a:cubicBezTo>
                <a:cubicBezTo>
                  <a:pt x="1762315" y="876586"/>
                  <a:pt x="1762315" y="871728"/>
                  <a:pt x="1762125" y="866775"/>
                </a:cubicBezTo>
                <a:lnTo>
                  <a:pt x="1775841" y="866489"/>
                </a:lnTo>
                <a:cubicBezTo>
                  <a:pt x="1775936" y="871538"/>
                  <a:pt x="1776031" y="876491"/>
                  <a:pt x="1776031" y="881539"/>
                </a:cubicBezTo>
                <a:cubicBezTo>
                  <a:pt x="1776031" y="884492"/>
                  <a:pt x="1776031" y="887349"/>
                  <a:pt x="1776031" y="890207"/>
                </a:cubicBezTo>
                <a:close/>
                <a:moveTo>
                  <a:pt x="15907" y="869347"/>
                </a:moveTo>
                <a:lnTo>
                  <a:pt x="2286" y="868013"/>
                </a:lnTo>
                <a:cubicBezTo>
                  <a:pt x="3048" y="860108"/>
                  <a:pt x="4001" y="852202"/>
                  <a:pt x="5144" y="844391"/>
                </a:cubicBezTo>
                <a:lnTo>
                  <a:pt x="18669" y="846392"/>
                </a:lnTo>
                <a:cubicBezTo>
                  <a:pt x="17526" y="854011"/>
                  <a:pt x="16669" y="861727"/>
                  <a:pt x="15907" y="869347"/>
                </a:cubicBezTo>
                <a:close/>
                <a:moveTo>
                  <a:pt x="1761363" y="843629"/>
                </a:moveTo>
                <a:cubicBezTo>
                  <a:pt x="1760982" y="835914"/>
                  <a:pt x="1760410" y="828104"/>
                  <a:pt x="1759839" y="820388"/>
                </a:cubicBezTo>
                <a:lnTo>
                  <a:pt x="1773460" y="819245"/>
                </a:lnTo>
                <a:cubicBezTo>
                  <a:pt x="1774126" y="827151"/>
                  <a:pt x="1774603" y="834961"/>
                  <a:pt x="1775079" y="842867"/>
                </a:cubicBezTo>
                <a:lnTo>
                  <a:pt x="1761363" y="843534"/>
                </a:lnTo>
                <a:close/>
                <a:moveTo>
                  <a:pt x="22479" y="823436"/>
                </a:moveTo>
                <a:lnTo>
                  <a:pt x="9049" y="820865"/>
                </a:lnTo>
                <a:cubicBezTo>
                  <a:pt x="10573" y="813054"/>
                  <a:pt x="12287" y="805339"/>
                  <a:pt x="14097" y="797624"/>
                </a:cubicBezTo>
                <a:lnTo>
                  <a:pt x="27432" y="800862"/>
                </a:lnTo>
                <a:cubicBezTo>
                  <a:pt x="25622" y="808387"/>
                  <a:pt x="24003" y="815911"/>
                  <a:pt x="22479" y="823532"/>
                </a:cubicBezTo>
                <a:close/>
                <a:moveTo>
                  <a:pt x="1757553" y="797243"/>
                </a:moveTo>
                <a:cubicBezTo>
                  <a:pt x="1756696" y="789527"/>
                  <a:pt x="1755743" y="781812"/>
                  <a:pt x="1754600" y="774097"/>
                </a:cubicBezTo>
                <a:lnTo>
                  <a:pt x="1768126" y="772192"/>
                </a:lnTo>
                <a:cubicBezTo>
                  <a:pt x="1769269" y="780002"/>
                  <a:pt x="1770221" y="787813"/>
                  <a:pt x="1771079" y="795719"/>
                </a:cubicBezTo>
                <a:lnTo>
                  <a:pt x="1757458" y="797243"/>
                </a:lnTo>
                <a:close/>
                <a:moveTo>
                  <a:pt x="33433" y="778478"/>
                </a:moveTo>
                <a:lnTo>
                  <a:pt x="20288" y="774668"/>
                </a:lnTo>
                <a:cubicBezTo>
                  <a:pt x="22479" y="767048"/>
                  <a:pt x="24860" y="759524"/>
                  <a:pt x="27432" y="751999"/>
                </a:cubicBezTo>
                <a:lnTo>
                  <a:pt x="40386" y="756476"/>
                </a:lnTo>
                <a:cubicBezTo>
                  <a:pt x="37910" y="763810"/>
                  <a:pt x="35528" y="771144"/>
                  <a:pt x="33433" y="778574"/>
                </a:cubicBezTo>
                <a:close/>
                <a:moveTo>
                  <a:pt x="1751076" y="751046"/>
                </a:moveTo>
                <a:cubicBezTo>
                  <a:pt x="1749742" y="743426"/>
                  <a:pt x="1748314" y="735711"/>
                  <a:pt x="1746885" y="728186"/>
                </a:cubicBezTo>
                <a:lnTo>
                  <a:pt x="1760316" y="725519"/>
                </a:lnTo>
                <a:cubicBezTo>
                  <a:pt x="1761839" y="733234"/>
                  <a:pt x="1763268" y="741045"/>
                  <a:pt x="1764601" y="748760"/>
                </a:cubicBezTo>
                <a:lnTo>
                  <a:pt x="1751076" y="751046"/>
                </a:lnTo>
                <a:close/>
                <a:moveTo>
                  <a:pt x="48387" y="734568"/>
                </a:moveTo>
                <a:lnTo>
                  <a:pt x="35623" y="729520"/>
                </a:lnTo>
                <a:cubicBezTo>
                  <a:pt x="38576" y="722186"/>
                  <a:pt x="41624" y="714851"/>
                  <a:pt x="44863" y="707612"/>
                </a:cubicBezTo>
                <a:lnTo>
                  <a:pt x="57340" y="713232"/>
                </a:lnTo>
                <a:cubicBezTo>
                  <a:pt x="54198" y="720281"/>
                  <a:pt x="51149" y="727424"/>
                  <a:pt x="48387" y="734568"/>
                </a:cubicBezTo>
                <a:close/>
                <a:moveTo>
                  <a:pt x="1741932" y="705422"/>
                </a:moveTo>
                <a:cubicBezTo>
                  <a:pt x="1740217" y="697802"/>
                  <a:pt x="1738408" y="690277"/>
                  <a:pt x="1736408" y="682752"/>
                </a:cubicBezTo>
                <a:lnTo>
                  <a:pt x="1749648" y="679323"/>
                </a:lnTo>
                <a:cubicBezTo>
                  <a:pt x="1751648" y="686943"/>
                  <a:pt x="1753457" y="694658"/>
                  <a:pt x="1755267" y="702374"/>
                </a:cubicBezTo>
                <a:lnTo>
                  <a:pt x="1741932" y="705422"/>
                </a:lnTo>
                <a:close/>
                <a:moveTo>
                  <a:pt x="67342" y="692277"/>
                </a:moveTo>
                <a:lnTo>
                  <a:pt x="55054" y="686086"/>
                </a:lnTo>
                <a:cubicBezTo>
                  <a:pt x="58579" y="679037"/>
                  <a:pt x="62389" y="671989"/>
                  <a:pt x="66199" y="665036"/>
                </a:cubicBezTo>
                <a:lnTo>
                  <a:pt x="78105" y="671703"/>
                </a:lnTo>
                <a:cubicBezTo>
                  <a:pt x="74295" y="678466"/>
                  <a:pt x="70676" y="685229"/>
                  <a:pt x="67247" y="692182"/>
                </a:cubicBezTo>
                <a:close/>
                <a:moveTo>
                  <a:pt x="1730407" y="660273"/>
                </a:moveTo>
                <a:cubicBezTo>
                  <a:pt x="1728311" y="652748"/>
                  <a:pt x="1726025" y="645319"/>
                  <a:pt x="1723739" y="637984"/>
                </a:cubicBezTo>
                <a:lnTo>
                  <a:pt x="1736789" y="633889"/>
                </a:lnTo>
                <a:cubicBezTo>
                  <a:pt x="1739170" y="641413"/>
                  <a:pt x="1741456" y="648938"/>
                  <a:pt x="1743551" y="656558"/>
                </a:cubicBezTo>
                <a:lnTo>
                  <a:pt x="1730407" y="660273"/>
                </a:lnTo>
                <a:close/>
                <a:moveTo>
                  <a:pt x="90011" y="651986"/>
                </a:moveTo>
                <a:lnTo>
                  <a:pt x="78391" y="644747"/>
                </a:lnTo>
                <a:cubicBezTo>
                  <a:pt x="82582" y="637984"/>
                  <a:pt x="86963" y="631412"/>
                  <a:pt x="91440" y="624840"/>
                </a:cubicBezTo>
                <a:lnTo>
                  <a:pt x="102679" y="632651"/>
                </a:lnTo>
                <a:cubicBezTo>
                  <a:pt x="98298" y="639032"/>
                  <a:pt x="94012" y="645414"/>
                  <a:pt x="89916" y="651986"/>
                </a:cubicBezTo>
                <a:close/>
                <a:moveTo>
                  <a:pt x="1716405" y="615791"/>
                </a:moveTo>
                <a:cubicBezTo>
                  <a:pt x="1713834" y="608457"/>
                  <a:pt x="1711262" y="601123"/>
                  <a:pt x="1708594" y="593884"/>
                </a:cubicBezTo>
                <a:lnTo>
                  <a:pt x="1721453" y="589121"/>
                </a:lnTo>
                <a:cubicBezTo>
                  <a:pt x="1724215" y="596456"/>
                  <a:pt x="1726883" y="603885"/>
                  <a:pt x="1729454" y="611410"/>
                </a:cubicBezTo>
                <a:lnTo>
                  <a:pt x="1716500" y="615886"/>
                </a:lnTo>
                <a:close/>
                <a:moveTo>
                  <a:pt x="116396" y="613886"/>
                </a:moveTo>
                <a:lnTo>
                  <a:pt x="105537" y="605600"/>
                </a:lnTo>
                <a:cubicBezTo>
                  <a:pt x="110395" y="599313"/>
                  <a:pt x="115348" y="593122"/>
                  <a:pt x="120396" y="587026"/>
                </a:cubicBezTo>
                <a:lnTo>
                  <a:pt x="130874" y="595884"/>
                </a:lnTo>
                <a:cubicBezTo>
                  <a:pt x="125921" y="601790"/>
                  <a:pt x="121063" y="607790"/>
                  <a:pt x="116396" y="613982"/>
                </a:cubicBezTo>
                <a:close/>
                <a:moveTo>
                  <a:pt x="146209" y="578453"/>
                </a:moveTo>
                <a:lnTo>
                  <a:pt x="136208" y="569119"/>
                </a:lnTo>
                <a:cubicBezTo>
                  <a:pt x="141637" y="563309"/>
                  <a:pt x="147161" y="557594"/>
                  <a:pt x="152876" y="552069"/>
                </a:cubicBezTo>
                <a:lnTo>
                  <a:pt x="162401" y="561880"/>
                </a:lnTo>
                <a:cubicBezTo>
                  <a:pt x="156877" y="567214"/>
                  <a:pt x="151447" y="572738"/>
                  <a:pt x="146209" y="578453"/>
                </a:cubicBezTo>
                <a:close/>
                <a:moveTo>
                  <a:pt x="1700308" y="571976"/>
                </a:moveTo>
                <a:cubicBezTo>
                  <a:pt x="1697546" y="564737"/>
                  <a:pt x="1694688" y="557403"/>
                  <a:pt x="1691831" y="550164"/>
                </a:cubicBezTo>
                <a:lnTo>
                  <a:pt x="1704594" y="545116"/>
                </a:lnTo>
                <a:cubicBezTo>
                  <a:pt x="1707451" y="552450"/>
                  <a:pt x="1710309" y="559784"/>
                  <a:pt x="1713071" y="567023"/>
                </a:cubicBezTo>
                <a:lnTo>
                  <a:pt x="1700308" y="571881"/>
                </a:lnTo>
                <a:close/>
                <a:moveTo>
                  <a:pt x="179260" y="546163"/>
                </a:moveTo>
                <a:lnTo>
                  <a:pt x="170212" y="535877"/>
                </a:lnTo>
                <a:cubicBezTo>
                  <a:pt x="176213" y="530638"/>
                  <a:pt x="182308" y="525494"/>
                  <a:pt x="188500" y="520636"/>
                </a:cubicBezTo>
                <a:lnTo>
                  <a:pt x="196977" y="531400"/>
                </a:lnTo>
                <a:cubicBezTo>
                  <a:pt x="190976" y="536162"/>
                  <a:pt x="184976" y="541115"/>
                  <a:pt x="179260" y="546259"/>
                </a:cubicBezTo>
                <a:close/>
                <a:moveTo>
                  <a:pt x="1683163" y="528352"/>
                </a:moveTo>
                <a:cubicBezTo>
                  <a:pt x="1680210" y="521113"/>
                  <a:pt x="1677257" y="513874"/>
                  <a:pt x="1674305" y="506730"/>
                </a:cubicBezTo>
                <a:lnTo>
                  <a:pt x="1686973" y="501491"/>
                </a:lnTo>
                <a:cubicBezTo>
                  <a:pt x="1690021" y="508730"/>
                  <a:pt x="1692974" y="515969"/>
                  <a:pt x="1695926" y="523304"/>
                </a:cubicBezTo>
                <a:lnTo>
                  <a:pt x="1683258" y="528447"/>
                </a:lnTo>
                <a:close/>
                <a:moveTo>
                  <a:pt x="215551" y="517493"/>
                </a:moveTo>
                <a:lnTo>
                  <a:pt x="207645" y="506349"/>
                </a:lnTo>
                <a:cubicBezTo>
                  <a:pt x="214122" y="501777"/>
                  <a:pt x="220790" y="497300"/>
                  <a:pt x="227457" y="493109"/>
                </a:cubicBezTo>
                <a:lnTo>
                  <a:pt x="234791" y="504730"/>
                </a:lnTo>
                <a:cubicBezTo>
                  <a:pt x="228314" y="508825"/>
                  <a:pt x="221837" y="513112"/>
                  <a:pt x="215551" y="517588"/>
                </a:cubicBezTo>
                <a:close/>
                <a:moveTo>
                  <a:pt x="254699" y="492919"/>
                </a:moveTo>
                <a:lnTo>
                  <a:pt x="248031" y="480917"/>
                </a:lnTo>
                <a:cubicBezTo>
                  <a:pt x="254984" y="477012"/>
                  <a:pt x="262128" y="473392"/>
                  <a:pt x="269272" y="469963"/>
                </a:cubicBezTo>
                <a:lnTo>
                  <a:pt x="275177" y="482251"/>
                </a:lnTo>
                <a:cubicBezTo>
                  <a:pt x="268319" y="485584"/>
                  <a:pt x="261366" y="489109"/>
                  <a:pt x="254699" y="492919"/>
                </a:cubicBezTo>
                <a:close/>
                <a:moveTo>
                  <a:pt x="1665160" y="485204"/>
                </a:moveTo>
                <a:cubicBezTo>
                  <a:pt x="1662113" y="478060"/>
                  <a:pt x="1658969" y="470916"/>
                  <a:pt x="1655826" y="463772"/>
                </a:cubicBezTo>
                <a:lnTo>
                  <a:pt x="1668304" y="458248"/>
                </a:lnTo>
                <a:cubicBezTo>
                  <a:pt x="1671447" y="465392"/>
                  <a:pt x="1674685" y="472631"/>
                  <a:pt x="1677733" y="479869"/>
                </a:cubicBezTo>
                <a:lnTo>
                  <a:pt x="1665160" y="485299"/>
                </a:lnTo>
                <a:close/>
                <a:moveTo>
                  <a:pt x="296228" y="472821"/>
                </a:moveTo>
                <a:lnTo>
                  <a:pt x="290989" y="460153"/>
                </a:lnTo>
                <a:cubicBezTo>
                  <a:pt x="298323" y="457105"/>
                  <a:pt x="305753" y="454247"/>
                  <a:pt x="313182" y="451580"/>
                </a:cubicBezTo>
                <a:lnTo>
                  <a:pt x="317754" y="464439"/>
                </a:lnTo>
                <a:cubicBezTo>
                  <a:pt x="310515" y="467011"/>
                  <a:pt x="303276" y="469773"/>
                  <a:pt x="296132" y="472726"/>
                </a:cubicBezTo>
                <a:close/>
                <a:moveTo>
                  <a:pt x="339852" y="457295"/>
                </a:moveTo>
                <a:lnTo>
                  <a:pt x="335851" y="444151"/>
                </a:lnTo>
                <a:cubicBezTo>
                  <a:pt x="343376" y="441865"/>
                  <a:pt x="350996" y="439674"/>
                  <a:pt x="358712" y="437674"/>
                </a:cubicBezTo>
                <a:lnTo>
                  <a:pt x="362236" y="450913"/>
                </a:lnTo>
                <a:cubicBezTo>
                  <a:pt x="354711" y="452914"/>
                  <a:pt x="347281" y="455009"/>
                  <a:pt x="339852" y="457295"/>
                </a:cubicBezTo>
                <a:close/>
                <a:moveTo>
                  <a:pt x="384810" y="445389"/>
                </a:moveTo>
                <a:lnTo>
                  <a:pt x="381762" y="432054"/>
                </a:lnTo>
                <a:cubicBezTo>
                  <a:pt x="389477" y="430244"/>
                  <a:pt x="397192" y="428625"/>
                  <a:pt x="404908" y="427101"/>
                </a:cubicBezTo>
                <a:lnTo>
                  <a:pt x="407575" y="440531"/>
                </a:lnTo>
                <a:cubicBezTo>
                  <a:pt x="399955" y="442055"/>
                  <a:pt x="392335" y="443675"/>
                  <a:pt x="384810" y="445389"/>
                </a:cubicBezTo>
                <a:close/>
                <a:moveTo>
                  <a:pt x="1646206" y="442436"/>
                </a:moveTo>
                <a:cubicBezTo>
                  <a:pt x="1642968" y="435388"/>
                  <a:pt x="1639633" y="428339"/>
                  <a:pt x="1636300" y="421291"/>
                </a:cubicBezTo>
                <a:lnTo>
                  <a:pt x="1648682" y="415385"/>
                </a:lnTo>
                <a:cubicBezTo>
                  <a:pt x="1652111" y="422434"/>
                  <a:pt x="1655445" y="429578"/>
                  <a:pt x="1658683" y="436721"/>
                </a:cubicBezTo>
                <a:lnTo>
                  <a:pt x="1646206" y="442436"/>
                </a:lnTo>
                <a:close/>
                <a:moveTo>
                  <a:pt x="430530" y="436150"/>
                </a:moveTo>
                <a:lnTo>
                  <a:pt x="428149" y="422624"/>
                </a:lnTo>
                <a:cubicBezTo>
                  <a:pt x="435864" y="421291"/>
                  <a:pt x="443674" y="419957"/>
                  <a:pt x="451390" y="418719"/>
                </a:cubicBezTo>
                <a:lnTo>
                  <a:pt x="453581" y="432244"/>
                </a:lnTo>
                <a:cubicBezTo>
                  <a:pt x="445866" y="433483"/>
                  <a:pt x="438150" y="434816"/>
                  <a:pt x="430530" y="436150"/>
                </a:cubicBezTo>
                <a:close/>
                <a:moveTo>
                  <a:pt x="476726" y="428720"/>
                </a:moveTo>
                <a:lnTo>
                  <a:pt x="474726" y="415195"/>
                </a:lnTo>
                <a:cubicBezTo>
                  <a:pt x="482441" y="414052"/>
                  <a:pt x="490252" y="412909"/>
                  <a:pt x="498062" y="411861"/>
                </a:cubicBezTo>
                <a:lnTo>
                  <a:pt x="499967" y="425386"/>
                </a:lnTo>
                <a:cubicBezTo>
                  <a:pt x="492252" y="426530"/>
                  <a:pt x="484537" y="427577"/>
                  <a:pt x="476726" y="428720"/>
                </a:cubicBezTo>
                <a:close/>
                <a:moveTo>
                  <a:pt x="523208" y="422053"/>
                </a:moveTo>
                <a:lnTo>
                  <a:pt x="521303" y="408527"/>
                </a:lnTo>
                <a:lnTo>
                  <a:pt x="544544" y="405194"/>
                </a:lnTo>
                <a:lnTo>
                  <a:pt x="546544" y="418719"/>
                </a:lnTo>
                <a:lnTo>
                  <a:pt x="523304" y="422053"/>
                </a:lnTo>
                <a:close/>
                <a:moveTo>
                  <a:pt x="569785" y="415290"/>
                </a:moveTo>
                <a:lnTo>
                  <a:pt x="567690" y="401765"/>
                </a:lnTo>
                <a:cubicBezTo>
                  <a:pt x="575405" y="400621"/>
                  <a:pt x="583121" y="399383"/>
                  <a:pt x="590740" y="398050"/>
                </a:cubicBezTo>
                <a:lnTo>
                  <a:pt x="593026" y="411575"/>
                </a:lnTo>
                <a:cubicBezTo>
                  <a:pt x="585311" y="412909"/>
                  <a:pt x="577501" y="414147"/>
                  <a:pt x="569785" y="415290"/>
                </a:cubicBezTo>
                <a:close/>
                <a:moveTo>
                  <a:pt x="616267" y="407480"/>
                </a:moveTo>
                <a:lnTo>
                  <a:pt x="613696" y="394049"/>
                </a:lnTo>
                <a:cubicBezTo>
                  <a:pt x="621316" y="392621"/>
                  <a:pt x="628936" y="391096"/>
                  <a:pt x="636556" y="389477"/>
                </a:cubicBezTo>
                <a:lnTo>
                  <a:pt x="639413" y="402908"/>
                </a:lnTo>
                <a:cubicBezTo>
                  <a:pt x="631698" y="404527"/>
                  <a:pt x="623983" y="406146"/>
                  <a:pt x="616267" y="407575"/>
                </a:cubicBezTo>
                <a:close/>
                <a:moveTo>
                  <a:pt x="1625917" y="400240"/>
                </a:moveTo>
                <a:cubicBezTo>
                  <a:pt x="1622393" y="393287"/>
                  <a:pt x="1618869" y="386334"/>
                  <a:pt x="1615249" y="379381"/>
                </a:cubicBezTo>
                <a:lnTo>
                  <a:pt x="1627346" y="372999"/>
                </a:lnTo>
                <a:cubicBezTo>
                  <a:pt x="1630966" y="379952"/>
                  <a:pt x="1634585" y="387001"/>
                  <a:pt x="1638110" y="394049"/>
                </a:cubicBezTo>
                <a:lnTo>
                  <a:pt x="1625823" y="400145"/>
                </a:lnTo>
                <a:close/>
                <a:moveTo>
                  <a:pt x="662464" y="397383"/>
                </a:moveTo>
                <a:lnTo>
                  <a:pt x="659130" y="384048"/>
                </a:lnTo>
                <a:cubicBezTo>
                  <a:pt x="666655" y="382143"/>
                  <a:pt x="674084" y="380143"/>
                  <a:pt x="681514" y="378047"/>
                </a:cubicBezTo>
                <a:lnTo>
                  <a:pt x="685324" y="391192"/>
                </a:lnTo>
                <a:cubicBezTo>
                  <a:pt x="677799" y="393383"/>
                  <a:pt x="670084" y="395478"/>
                  <a:pt x="662464" y="397383"/>
                </a:cubicBezTo>
                <a:close/>
                <a:moveTo>
                  <a:pt x="708088" y="384143"/>
                </a:moveTo>
                <a:lnTo>
                  <a:pt x="703707" y="371189"/>
                </a:lnTo>
                <a:cubicBezTo>
                  <a:pt x="711041" y="368713"/>
                  <a:pt x="718280" y="366046"/>
                  <a:pt x="725424" y="363284"/>
                </a:cubicBezTo>
                <a:lnTo>
                  <a:pt x="730473" y="376047"/>
                </a:lnTo>
                <a:cubicBezTo>
                  <a:pt x="723138" y="379000"/>
                  <a:pt x="715613" y="381667"/>
                  <a:pt x="708088" y="384238"/>
                </a:cubicBezTo>
                <a:close/>
                <a:moveTo>
                  <a:pt x="752380" y="366522"/>
                </a:moveTo>
                <a:lnTo>
                  <a:pt x="746569" y="354140"/>
                </a:lnTo>
                <a:cubicBezTo>
                  <a:pt x="753618" y="350806"/>
                  <a:pt x="760571" y="347377"/>
                  <a:pt x="767144" y="343757"/>
                </a:cubicBezTo>
                <a:lnTo>
                  <a:pt x="773716" y="355759"/>
                </a:lnTo>
                <a:cubicBezTo>
                  <a:pt x="766858" y="359473"/>
                  <a:pt x="759714" y="363093"/>
                  <a:pt x="752380" y="366522"/>
                </a:cubicBezTo>
                <a:close/>
                <a:moveTo>
                  <a:pt x="1604296" y="358807"/>
                </a:moveTo>
                <a:cubicBezTo>
                  <a:pt x="1600581" y="351949"/>
                  <a:pt x="1596771" y="345186"/>
                  <a:pt x="1592866" y="338423"/>
                </a:cubicBezTo>
                <a:lnTo>
                  <a:pt x="1604772" y="331565"/>
                </a:lnTo>
                <a:cubicBezTo>
                  <a:pt x="1608677" y="338423"/>
                  <a:pt x="1612583" y="345281"/>
                  <a:pt x="1616298" y="352234"/>
                </a:cubicBezTo>
                <a:lnTo>
                  <a:pt x="1604296" y="358807"/>
                </a:lnTo>
                <a:close/>
                <a:moveTo>
                  <a:pt x="794385" y="343757"/>
                </a:moveTo>
                <a:lnTo>
                  <a:pt x="787051" y="332137"/>
                </a:lnTo>
                <a:cubicBezTo>
                  <a:pt x="792385" y="328708"/>
                  <a:pt x="797719" y="325184"/>
                  <a:pt x="802958" y="321373"/>
                </a:cubicBezTo>
                <a:lnTo>
                  <a:pt x="806006" y="319183"/>
                </a:lnTo>
                <a:lnTo>
                  <a:pt x="814102" y="330232"/>
                </a:lnTo>
                <a:lnTo>
                  <a:pt x="810863" y="332518"/>
                </a:lnTo>
                <a:cubicBezTo>
                  <a:pt x="805434" y="336423"/>
                  <a:pt x="799910" y="340138"/>
                  <a:pt x="794290" y="343662"/>
                </a:cubicBezTo>
                <a:close/>
                <a:moveTo>
                  <a:pt x="1580960" y="318325"/>
                </a:moveTo>
                <a:cubicBezTo>
                  <a:pt x="1576959" y="311658"/>
                  <a:pt x="1572863" y="305086"/>
                  <a:pt x="1568673" y="298513"/>
                </a:cubicBezTo>
                <a:lnTo>
                  <a:pt x="1580198" y="291179"/>
                </a:lnTo>
                <a:cubicBezTo>
                  <a:pt x="1584389" y="297847"/>
                  <a:pt x="1588580" y="304514"/>
                  <a:pt x="1592675" y="311277"/>
                </a:cubicBezTo>
                <a:lnTo>
                  <a:pt x="1580960" y="318325"/>
                </a:lnTo>
                <a:close/>
                <a:moveTo>
                  <a:pt x="832866" y="315373"/>
                </a:moveTo>
                <a:lnTo>
                  <a:pt x="824008" y="304895"/>
                </a:lnTo>
                <a:cubicBezTo>
                  <a:pt x="829723" y="300038"/>
                  <a:pt x="835533" y="294894"/>
                  <a:pt x="841153" y="289465"/>
                </a:cubicBezTo>
                <a:lnTo>
                  <a:pt x="850583" y="299371"/>
                </a:lnTo>
                <a:cubicBezTo>
                  <a:pt x="844677" y="304990"/>
                  <a:pt x="838676" y="310325"/>
                  <a:pt x="832771" y="315373"/>
                </a:cubicBezTo>
                <a:close/>
                <a:moveTo>
                  <a:pt x="867442" y="282607"/>
                </a:moveTo>
                <a:lnTo>
                  <a:pt x="857536" y="273177"/>
                </a:lnTo>
                <a:cubicBezTo>
                  <a:pt x="862870" y="267557"/>
                  <a:pt x="868108" y="261842"/>
                  <a:pt x="873252" y="256032"/>
                </a:cubicBezTo>
                <a:lnTo>
                  <a:pt x="883539" y="265081"/>
                </a:lnTo>
                <a:cubicBezTo>
                  <a:pt x="878300" y="270986"/>
                  <a:pt x="872966" y="276892"/>
                  <a:pt x="867442" y="282607"/>
                </a:cubicBezTo>
                <a:close/>
                <a:moveTo>
                  <a:pt x="1555909" y="278987"/>
                </a:moveTo>
                <a:cubicBezTo>
                  <a:pt x="1551527" y="272510"/>
                  <a:pt x="1547146" y="266129"/>
                  <a:pt x="1542574" y="259842"/>
                </a:cubicBezTo>
                <a:lnTo>
                  <a:pt x="1553718" y="251936"/>
                </a:lnTo>
                <a:cubicBezTo>
                  <a:pt x="1558290" y="258318"/>
                  <a:pt x="1562767" y="264890"/>
                  <a:pt x="1567244" y="271367"/>
                </a:cubicBezTo>
                <a:lnTo>
                  <a:pt x="1555909" y="278987"/>
                </a:lnTo>
                <a:close/>
                <a:moveTo>
                  <a:pt x="898969" y="247078"/>
                </a:moveTo>
                <a:lnTo>
                  <a:pt x="888492" y="238316"/>
                </a:lnTo>
                <a:cubicBezTo>
                  <a:pt x="893445" y="232315"/>
                  <a:pt x="898398" y="226314"/>
                  <a:pt x="903256" y="220218"/>
                </a:cubicBezTo>
                <a:lnTo>
                  <a:pt x="913924" y="228791"/>
                </a:lnTo>
                <a:cubicBezTo>
                  <a:pt x="908971" y="234982"/>
                  <a:pt x="904018" y="241078"/>
                  <a:pt x="898969" y="247078"/>
                </a:cubicBezTo>
                <a:close/>
                <a:moveTo>
                  <a:pt x="1528763" y="240983"/>
                </a:moveTo>
                <a:cubicBezTo>
                  <a:pt x="1524095" y="234791"/>
                  <a:pt x="1519238" y="228695"/>
                  <a:pt x="1514380" y="222599"/>
                </a:cubicBezTo>
                <a:lnTo>
                  <a:pt x="1525048" y="214027"/>
                </a:lnTo>
                <a:cubicBezTo>
                  <a:pt x="1530001" y="220218"/>
                  <a:pt x="1534858" y="226409"/>
                  <a:pt x="1539621" y="232696"/>
                </a:cubicBezTo>
                <a:lnTo>
                  <a:pt x="1528668" y="240983"/>
                </a:lnTo>
                <a:close/>
                <a:moveTo>
                  <a:pt x="928592" y="210407"/>
                </a:moveTo>
                <a:lnTo>
                  <a:pt x="917829" y="201930"/>
                </a:lnTo>
                <a:lnTo>
                  <a:pt x="932307" y="183451"/>
                </a:lnTo>
                <a:lnTo>
                  <a:pt x="943070" y="191929"/>
                </a:lnTo>
                <a:lnTo>
                  <a:pt x="928592" y="210407"/>
                </a:lnTo>
                <a:close/>
                <a:moveTo>
                  <a:pt x="1499521" y="204788"/>
                </a:moveTo>
                <a:cubicBezTo>
                  <a:pt x="1494473" y="198882"/>
                  <a:pt x="1489329" y="193072"/>
                  <a:pt x="1484091" y="187452"/>
                </a:cubicBezTo>
                <a:lnTo>
                  <a:pt x="1494187" y="178213"/>
                </a:lnTo>
                <a:cubicBezTo>
                  <a:pt x="1499521" y="184023"/>
                  <a:pt x="1504760" y="189928"/>
                  <a:pt x="1509998" y="195929"/>
                </a:cubicBezTo>
                <a:lnTo>
                  <a:pt x="1499616" y="204883"/>
                </a:lnTo>
                <a:close/>
                <a:moveTo>
                  <a:pt x="957644" y="173546"/>
                </a:moveTo>
                <a:lnTo>
                  <a:pt x="946976" y="164973"/>
                </a:lnTo>
                <a:cubicBezTo>
                  <a:pt x="951929" y="158877"/>
                  <a:pt x="956881" y="152686"/>
                  <a:pt x="961930" y="146685"/>
                </a:cubicBezTo>
                <a:lnTo>
                  <a:pt x="972503" y="155448"/>
                </a:lnTo>
                <a:cubicBezTo>
                  <a:pt x="967549" y="161449"/>
                  <a:pt x="962597" y="167449"/>
                  <a:pt x="957739" y="173546"/>
                </a:cubicBezTo>
                <a:close/>
                <a:moveTo>
                  <a:pt x="1467993" y="170593"/>
                </a:moveTo>
                <a:cubicBezTo>
                  <a:pt x="1462564" y="165068"/>
                  <a:pt x="1457039" y="159734"/>
                  <a:pt x="1451325" y="154400"/>
                </a:cubicBezTo>
                <a:lnTo>
                  <a:pt x="1460659" y="144399"/>
                </a:lnTo>
                <a:cubicBezTo>
                  <a:pt x="1466469" y="149828"/>
                  <a:pt x="1472089" y="155353"/>
                  <a:pt x="1477708" y="160972"/>
                </a:cubicBezTo>
                <a:lnTo>
                  <a:pt x="1467993" y="170593"/>
                </a:lnTo>
                <a:close/>
                <a:moveTo>
                  <a:pt x="1434179" y="138874"/>
                </a:moveTo>
                <a:cubicBezTo>
                  <a:pt x="1428369" y="133826"/>
                  <a:pt x="1422368" y="128873"/>
                  <a:pt x="1416367" y="124016"/>
                </a:cubicBezTo>
                <a:lnTo>
                  <a:pt x="1424940" y="113347"/>
                </a:lnTo>
                <a:cubicBezTo>
                  <a:pt x="1431132" y="118300"/>
                  <a:pt x="1437227" y="123349"/>
                  <a:pt x="1443133" y="128492"/>
                </a:cubicBezTo>
                <a:lnTo>
                  <a:pt x="1434179" y="138874"/>
                </a:lnTo>
                <a:close/>
                <a:moveTo>
                  <a:pt x="987552" y="137731"/>
                </a:moveTo>
                <a:lnTo>
                  <a:pt x="977265" y="128683"/>
                </a:lnTo>
                <a:lnTo>
                  <a:pt x="979456" y="126206"/>
                </a:lnTo>
                <a:cubicBezTo>
                  <a:pt x="983742" y="121348"/>
                  <a:pt x="988600" y="116396"/>
                  <a:pt x="993838" y="111347"/>
                </a:cubicBezTo>
                <a:lnTo>
                  <a:pt x="1003363" y="121158"/>
                </a:lnTo>
                <a:cubicBezTo>
                  <a:pt x="998410" y="126016"/>
                  <a:pt x="993838" y="130778"/>
                  <a:pt x="989743" y="135255"/>
                </a:cubicBezTo>
                <a:lnTo>
                  <a:pt x="987552" y="137731"/>
                </a:lnTo>
                <a:close/>
                <a:moveTo>
                  <a:pt x="1397984" y="109919"/>
                </a:moveTo>
                <a:cubicBezTo>
                  <a:pt x="1391793" y="105346"/>
                  <a:pt x="1385506" y="100965"/>
                  <a:pt x="1379030" y="96583"/>
                </a:cubicBezTo>
                <a:lnTo>
                  <a:pt x="1386649" y="85153"/>
                </a:lnTo>
                <a:cubicBezTo>
                  <a:pt x="1393222" y="89535"/>
                  <a:pt x="1399699" y="94107"/>
                  <a:pt x="1406081" y="98774"/>
                </a:cubicBezTo>
                <a:lnTo>
                  <a:pt x="1397984" y="109823"/>
                </a:lnTo>
                <a:close/>
                <a:moveTo>
                  <a:pt x="1020508" y="105632"/>
                </a:moveTo>
                <a:lnTo>
                  <a:pt x="1011650" y="95155"/>
                </a:lnTo>
                <a:cubicBezTo>
                  <a:pt x="1017556" y="90106"/>
                  <a:pt x="1023747" y="85153"/>
                  <a:pt x="1030224" y="80200"/>
                </a:cubicBezTo>
                <a:lnTo>
                  <a:pt x="1038511" y="91059"/>
                </a:lnTo>
                <a:cubicBezTo>
                  <a:pt x="1032225" y="95821"/>
                  <a:pt x="1026224" y="100679"/>
                  <a:pt x="1020508" y="105537"/>
                </a:cubicBezTo>
                <a:close/>
                <a:moveTo>
                  <a:pt x="1366743" y="88582"/>
                </a:moveTo>
                <a:lnTo>
                  <a:pt x="1346930" y="76009"/>
                </a:lnTo>
                <a:lnTo>
                  <a:pt x="1354265" y="64389"/>
                </a:lnTo>
                <a:lnTo>
                  <a:pt x="1374172" y="76962"/>
                </a:lnTo>
                <a:lnTo>
                  <a:pt x="1366838" y="88582"/>
                </a:lnTo>
                <a:close/>
                <a:moveTo>
                  <a:pt x="1057275" y="77533"/>
                </a:moveTo>
                <a:lnTo>
                  <a:pt x="1049465" y="66294"/>
                </a:lnTo>
                <a:cubicBezTo>
                  <a:pt x="1055942" y="61817"/>
                  <a:pt x="1062609" y="57436"/>
                  <a:pt x="1069372" y="53245"/>
                </a:cubicBezTo>
                <a:lnTo>
                  <a:pt x="1076611" y="64865"/>
                </a:lnTo>
                <a:cubicBezTo>
                  <a:pt x="1070039" y="68961"/>
                  <a:pt x="1063466" y="73247"/>
                  <a:pt x="1057180" y="77533"/>
                </a:cubicBezTo>
                <a:close/>
                <a:moveTo>
                  <a:pt x="1327023" y="63532"/>
                </a:moveTo>
                <a:lnTo>
                  <a:pt x="1307211" y="50959"/>
                </a:lnTo>
                <a:lnTo>
                  <a:pt x="1314545" y="39338"/>
                </a:lnTo>
                <a:lnTo>
                  <a:pt x="1334357" y="51911"/>
                </a:lnTo>
                <a:lnTo>
                  <a:pt x="1327023" y="63532"/>
                </a:lnTo>
                <a:close/>
                <a:moveTo>
                  <a:pt x="1096613" y="53054"/>
                </a:moveTo>
                <a:lnTo>
                  <a:pt x="1089946" y="41053"/>
                </a:lnTo>
                <a:cubicBezTo>
                  <a:pt x="1096899" y="37147"/>
                  <a:pt x="1103948" y="33433"/>
                  <a:pt x="1111091" y="30004"/>
                </a:cubicBezTo>
                <a:lnTo>
                  <a:pt x="1117092" y="42291"/>
                </a:lnTo>
                <a:cubicBezTo>
                  <a:pt x="1110234" y="45625"/>
                  <a:pt x="1103376" y="49244"/>
                  <a:pt x="1096613" y="53054"/>
                </a:cubicBezTo>
                <a:close/>
                <a:moveTo>
                  <a:pt x="1287304" y="38481"/>
                </a:moveTo>
                <a:lnTo>
                  <a:pt x="1267397" y="25908"/>
                </a:lnTo>
                <a:lnTo>
                  <a:pt x="1274731" y="14288"/>
                </a:lnTo>
                <a:lnTo>
                  <a:pt x="1294543" y="26860"/>
                </a:lnTo>
                <a:lnTo>
                  <a:pt x="1287208" y="38481"/>
                </a:lnTo>
                <a:close/>
                <a:moveTo>
                  <a:pt x="1138047" y="32861"/>
                </a:moveTo>
                <a:lnTo>
                  <a:pt x="1132809" y="20193"/>
                </a:lnTo>
                <a:cubicBezTo>
                  <a:pt x="1140428" y="17050"/>
                  <a:pt x="1147953" y="14192"/>
                  <a:pt x="1155287" y="11716"/>
                </a:cubicBezTo>
                <a:lnTo>
                  <a:pt x="1159669" y="24670"/>
                </a:lnTo>
                <a:cubicBezTo>
                  <a:pt x="1152715" y="27051"/>
                  <a:pt x="1145382" y="29718"/>
                  <a:pt x="1138143" y="32766"/>
                </a:cubicBezTo>
                <a:close/>
                <a:moveTo>
                  <a:pt x="1181576" y="18478"/>
                </a:moveTo>
                <a:lnTo>
                  <a:pt x="1178433" y="5144"/>
                </a:lnTo>
                <a:cubicBezTo>
                  <a:pt x="1186624" y="3239"/>
                  <a:pt x="1194721" y="1810"/>
                  <a:pt x="1202341" y="952"/>
                </a:cubicBezTo>
                <a:lnTo>
                  <a:pt x="1203865" y="14573"/>
                </a:lnTo>
                <a:cubicBezTo>
                  <a:pt x="1196721" y="15335"/>
                  <a:pt x="1189292" y="16669"/>
                  <a:pt x="1181576" y="18574"/>
                </a:cubicBezTo>
                <a:close/>
                <a:moveTo>
                  <a:pt x="1247870" y="17145"/>
                </a:moveTo>
                <a:cubicBezTo>
                  <a:pt x="1241203" y="15240"/>
                  <a:pt x="1233964" y="14097"/>
                  <a:pt x="1226249" y="13716"/>
                </a:cubicBezTo>
                <a:lnTo>
                  <a:pt x="1226916" y="0"/>
                </a:lnTo>
                <a:cubicBezTo>
                  <a:pt x="1235678" y="476"/>
                  <a:pt x="1243965" y="1810"/>
                  <a:pt x="1251585" y="4000"/>
                </a:cubicBezTo>
                <a:lnTo>
                  <a:pt x="1247775" y="17145"/>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Google Shape;303;p41"/>
          <p:cNvSpPr/>
          <p:nvPr/>
        </p:nvSpPr>
        <p:spPr>
          <a:xfrm rot="8381400">
            <a:off x="-1546560" y="-739440"/>
            <a:ext cx="4253040" cy="3456000"/>
          </a:xfrm>
          <a:custGeom>
            <a:avLst/>
            <a:gdLst>
              <a:gd name="textAreaLeft" fmla="*/ 0 w 4253040"/>
              <a:gd name="textAreaRight" fmla="*/ 4253400 w 4253040"/>
              <a:gd name="textAreaTop" fmla="*/ 0 h 3456000"/>
              <a:gd name="textAreaBottom" fmla="*/ 3456360 h 3456000"/>
            </a:gdLst>
            <a:ahLst/>
            <a:cxnLst/>
            <a:rect l="textAreaLeft" t="textAreaTop" r="textAreaRight" b="textAreaBottom"/>
            <a:pathLst>
              <a:path w="1930774" h="1568974">
                <a:moveTo>
                  <a:pt x="11419" y="1021325"/>
                </a:moveTo>
                <a:cubicBezTo>
                  <a:pt x="-43064" y="785677"/>
                  <a:pt x="102383" y="500975"/>
                  <a:pt x="341841" y="467542"/>
                </a:cubicBezTo>
                <a:cubicBezTo>
                  <a:pt x="471953" y="449445"/>
                  <a:pt x="607398" y="503166"/>
                  <a:pt x="733985" y="467923"/>
                </a:cubicBezTo>
                <a:cubicBezTo>
                  <a:pt x="949917" y="407820"/>
                  <a:pt x="1030689" y="127690"/>
                  <a:pt x="1233477" y="32154"/>
                </a:cubicBezTo>
                <a:cubicBezTo>
                  <a:pt x="1407689" y="-49951"/>
                  <a:pt x="1623621" y="34726"/>
                  <a:pt x="1752113" y="178268"/>
                </a:cubicBezTo>
                <a:cubicBezTo>
                  <a:pt x="1937755" y="385627"/>
                  <a:pt x="1978236" y="702714"/>
                  <a:pt x="1875843" y="961509"/>
                </a:cubicBezTo>
                <a:cubicBezTo>
                  <a:pt x="1773449" y="1220303"/>
                  <a:pt x="1541610" y="1417661"/>
                  <a:pt x="1277577" y="1505672"/>
                </a:cubicBezTo>
                <a:cubicBezTo>
                  <a:pt x="832950" y="1653786"/>
                  <a:pt x="136482" y="1561298"/>
                  <a:pt x="11514" y="102123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4" name="PlaceHolder 1"/>
          <p:cNvSpPr>
            <a:spLocks noGrp="1"/>
          </p:cNvSpPr>
          <p:nvPr>
            <p:ph type="title"/>
          </p:nvPr>
        </p:nvSpPr>
        <p:spPr>
          <a:xfrm>
            <a:off x="1526781" y="444450"/>
            <a:ext cx="6105240" cy="1456920"/>
          </a:xfrm>
          <a:prstGeom prst="rect">
            <a:avLst/>
          </a:prstGeom>
          <a:noFill/>
          <a:ln w="0">
            <a:noFill/>
          </a:ln>
        </p:spPr>
        <p:txBody>
          <a:bodyPr lIns="91440" tIns="91440" rIns="91440" bIns="91440" anchor="ctr">
            <a:normAutofit/>
          </a:bodyPr>
          <a:lstStyle/>
          <a:p>
            <a:pPr indent="0" algn="ctr">
              <a:lnSpc>
                <a:spcPct val="100000"/>
              </a:lnSpc>
              <a:buNone/>
              <a:tabLst>
                <a:tab pos="0" algn="l"/>
              </a:tabLst>
            </a:pPr>
            <a:r>
              <a:rPr lang="en" sz="6000" spc="-1" dirty="0">
                <a:solidFill>
                  <a:schemeClr val="accent1"/>
                </a:solidFill>
                <a:latin typeface="Caveat Brush"/>
                <a:ea typeface="Caveat Brush"/>
              </a:rPr>
              <a:t>Global</a:t>
            </a:r>
            <a:r>
              <a:rPr lang="en" sz="6000" b="0" strike="noStrike" spc="-1" dirty="0">
                <a:solidFill>
                  <a:schemeClr val="accent1"/>
                </a:solidFill>
                <a:latin typeface="Caveat Brush"/>
                <a:ea typeface="Caveat Brush"/>
              </a:rPr>
              <a:t> Plagiarism</a:t>
            </a:r>
            <a:endParaRPr lang="fr-FR" sz="6000" b="0" strike="noStrike" spc="-1" dirty="0">
              <a:solidFill>
                <a:schemeClr val="dk1"/>
              </a:solidFill>
              <a:latin typeface="Arial"/>
            </a:endParaRPr>
          </a:p>
        </p:txBody>
      </p:sp>
      <p:sp>
        <p:nvSpPr>
          <p:cNvPr id="176" name="Google Shape;306;p41"/>
          <p:cNvSpPr/>
          <p:nvPr/>
        </p:nvSpPr>
        <p:spPr>
          <a:xfrm rot="2532600">
            <a:off x="3381480" y="163080"/>
            <a:ext cx="736560" cy="649440"/>
          </a:xfrm>
          <a:custGeom>
            <a:avLst/>
            <a:gdLst>
              <a:gd name="textAreaLeft" fmla="*/ 0 w 736560"/>
              <a:gd name="textAreaRight" fmla="*/ 736920 w 736560"/>
              <a:gd name="textAreaTop" fmla="*/ 0 h 649440"/>
              <a:gd name="textAreaBottom" fmla="*/ 649800 h 649440"/>
            </a:gdLst>
            <a:ahLst/>
            <a:cxnLst/>
            <a:rect l="textAreaLeft" t="textAreaTop" r="textAreaRight" b="textAreaBottom"/>
            <a:pathLst>
              <a:path w="579097" h="510716">
                <a:moveTo>
                  <a:pt x="210945" y="39399"/>
                </a:moveTo>
                <a:cubicBezTo>
                  <a:pt x="111789" y="86929"/>
                  <a:pt x="35780" y="180083"/>
                  <a:pt x="9110" y="286668"/>
                </a:cubicBezTo>
                <a:cubicBezTo>
                  <a:pt x="-1749" y="330102"/>
                  <a:pt x="-4606" y="376870"/>
                  <a:pt x="10062" y="419161"/>
                </a:cubicBezTo>
                <a:cubicBezTo>
                  <a:pt x="24731" y="461452"/>
                  <a:pt x="59211" y="498504"/>
                  <a:pt x="102931" y="508124"/>
                </a:cubicBezTo>
                <a:cubicBezTo>
                  <a:pt x="170749" y="522983"/>
                  <a:pt x="234662" y="471453"/>
                  <a:pt x="278572" y="417827"/>
                </a:cubicBezTo>
                <a:cubicBezTo>
                  <a:pt x="322577" y="364106"/>
                  <a:pt x="363630" y="301051"/>
                  <a:pt x="429257" y="278476"/>
                </a:cubicBezTo>
                <a:cubicBezTo>
                  <a:pt x="453546" y="270094"/>
                  <a:pt x="479740" y="267999"/>
                  <a:pt x="503552" y="258188"/>
                </a:cubicBezTo>
                <a:cubicBezTo>
                  <a:pt x="589944" y="222469"/>
                  <a:pt x="606708" y="90548"/>
                  <a:pt x="530508" y="36541"/>
                </a:cubicBezTo>
                <a:cubicBezTo>
                  <a:pt x="446974" y="-22609"/>
                  <a:pt x="295907" y="-1273"/>
                  <a:pt x="211040" y="39399"/>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7" name="Google Shape;307;p41"/>
          <p:cNvSpPr/>
          <p:nvPr/>
        </p:nvSpPr>
        <p:spPr>
          <a:xfrm rot="9907200">
            <a:off x="-89280" y="-581760"/>
            <a:ext cx="2714760" cy="2418840"/>
          </a:xfrm>
          <a:custGeom>
            <a:avLst/>
            <a:gdLst>
              <a:gd name="textAreaLeft" fmla="*/ 0 w 2714760"/>
              <a:gd name="textAreaRight" fmla="*/ 2715120 w 2714760"/>
              <a:gd name="textAreaTop" fmla="*/ 0 h 2418840"/>
              <a:gd name="textAreaBottom" fmla="*/ 2419200 h 2418840"/>
            </a:gdLst>
            <a:ahLst/>
            <a:cxnLst/>
            <a:rect l="textAreaLeft" t="textAreaTop" r="textAreaRight" b="textAreaBottom"/>
            <a:pathLst>
              <a:path w="1776031" h="1582483">
                <a:moveTo>
                  <a:pt x="804196" y="1582484"/>
                </a:moveTo>
                <a:lnTo>
                  <a:pt x="804196" y="1568768"/>
                </a:lnTo>
                <a:cubicBezTo>
                  <a:pt x="811911" y="1568768"/>
                  <a:pt x="819722" y="1568768"/>
                  <a:pt x="827532" y="1568482"/>
                </a:cubicBezTo>
                <a:lnTo>
                  <a:pt x="827818" y="1582198"/>
                </a:lnTo>
                <a:cubicBezTo>
                  <a:pt x="819912" y="1582388"/>
                  <a:pt x="812101" y="1582484"/>
                  <a:pt x="804196" y="1582484"/>
                </a:cubicBezTo>
                <a:close/>
                <a:moveTo>
                  <a:pt x="780574" y="1582293"/>
                </a:moveTo>
                <a:cubicBezTo>
                  <a:pt x="772668" y="1582103"/>
                  <a:pt x="764858" y="1581912"/>
                  <a:pt x="756952" y="1581531"/>
                </a:cubicBezTo>
                <a:lnTo>
                  <a:pt x="757523" y="1567815"/>
                </a:lnTo>
                <a:cubicBezTo>
                  <a:pt x="765334" y="1568101"/>
                  <a:pt x="773049" y="1568387"/>
                  <a:pt x="780860" y="1568577"/>
                </a:cubicBezTo>
                <a:lnTo>
                  <a:pt x="780574" y="1582293"/>
                </a:lnTo>
                <a:close/>
                <a:moveTo>
                  <a:pt x="851440" y="1581531"/>
                </a:moveTo>
                <a:lnTo>
                  <a:pt x="850868" y="1567815"/>
                </a:lnTo>
                <a:cubicBezTo>
                  <a:pt x="858679" y="1567529"/>
                  <a:pt x="866394" y="1567053"/>
                  <a:pt x="874205" y="1566577"/>
                </a:cubicBezTo>
                <a:lnTo>
                  <a:pt x="875062" y="1580293"/>
                </a:lnTo>
                <a:cubicBezTo>
                  <a:pt x="867156" y="1580769"/>
                  <a:pt x="859346" y="1581150"/>
                  <a:pt x="851440" y="1581531"/>
                </a:cubicBezTo>
                <a:close/>
                <a:moveTo>
                  <a:pt x="733330" y="1580293"/>
                </a:moveTo>
                <a:cubicBezTo>
                  <a:pt x="725424" y="1579817"/>
                  <a:pt x="717613" y="1579150"/>
                  <a:pt x="709708" y="1578483"/>
                </a:cubicBezTo>
                <a:lnTo>
                  <a:pt x="710851" y="1564862"/>
                </a:lnTo>
                <a:cubicBezTo>
                  <a:pt x="718566" y="1565529"/>
                  <a:pt x="726376" y="1566101"/>
                  <a:pt x="734092" y="1566577"/>
                </a:cubicBezTo>
                <a:lnTo>
                  <a:pt x="733235" y="1580293"/>
                </a:lnTo>
                <a:close/>
                <a:moveTo>
                  <a:pt x="898588" y="1578578"/>
                </a:moveTo>
                <a:lnTo>
                  <a:pt x="897446" y="1564958"/>
                </a:lnTo>
                <a:cubicBezTo>
                  <a:pt x="905161" y="1564291"/>
                  <a:pt x="912971" y="1563624"/>
                  <a:pt x="920687" y="1562862"/>
                </a:cubicBezTo>
                <a:lnTo>
                  <a:pt x="922020" y="1576483"/>
                </a:lnTo>
                <a:cubicBezTo>
                  <a:pt x="914210" y="1577245"/>
                  <a:pt x="906304" y="1578007"/>
                  <a:pt x="898493" y="1578578"/>
                </a:cubicBezTo>
                <a:close/>
                <a:moveTo>
                  <a:pt x="686276" y="1576197"/>
                </a:moveTo>
                <a:cubicBezTo>
                  <a:pt x="678466" y="1575340"/>
                  <a:pt x="670655" y="1574387"/>
                  <a:pt x="662749" y="1573339"/>
                </a:cubicBezTo>
                <a:lnTo>
                  <a:pt x="664559" y="1559719"/>
                </a:lnTo>
                <a:cubicBezTo>
                  <a:pt x="672274" y="1560767"/>
                  <a:pt x="679990" y="1561719"/>
                  <a:pt x="687705" y="1562576"/>
                </a:cubicBezTo>
                <a:lnTo>
                  <a:pt x="686181" y="1576197"/>
                </a:lnTo>
                <a:close/>
                <a:moveTo>
                  <a:pt x="945547" y="1573911"/>
                </a:moveTo>
                <a:lnTo>
                  <a:pt x="943928" y="1560290"/>
                </a:lnTo>
                <a:cubicBezTo>
                  <a:pt x="951643" y="1559338"/>
                  <a:pt x="959358" y="1558385"/>
                  <a:pt x="967073" y="1557338"/>
                </a:cubicBezTo>
                <a:lnTo>
                  <a:pt x="968978" y="1570958"/>
                </a:lnTo>
                <a:cubicBezTo>
                  <a:pt x="961168" y="1572006"/>
                  <a:pt x="953357" y="1573054"/>
                  <a:pt x="945547" y="1573911"/>
                </a:cubicBezTo>
                <a:close/>
                <a:moveTo>
                  <a:pt x="639318" y="1569815"/>
                </a:moveTo>
                <a:cubicBezTo>
                  <a:pt x="631508" y="1568577"/>
                  <a:pt x="623792" y="1567243"/>
                  <a:pt x="615982" y="1565815"/>
                </a:cubicBezTo>
                <a:lnTo>
                  <a:pt x="618459" y="1552385"/>
                </a:lnTo>
                <a:cubicBezTo>
                  <a:pt x="626078" y="1553813"/>
                  <a:pt x="633794" y="1555147"/>
                  <a:pt x="641413" y="1556385"/>
                </a:cubicBezTo>
                <a:lnTo>
                  <a:pt x="639223" y="1569910"/>
                </a:lnTo>
                <a:close/>
                <a:moveTo>
                  <a:pt x="992315" y="1567529"/>
                </a:moveTo>
                <a:lnTo>
                  <a:pt x="990219" y="1554004"/>
                </a:lnTo>
                <a:cubicBezTo>
                  <a:pt x="997934" y="1552861"/>
                  <a:pt x="1005649" y="1551527"/>
                  <a:pt x="1013269" y="1550289"/>
                </a:cubicBezTo>
                <a:lnTo>
                  <a:pt x="1015556" y="1563814"/>
                </a:lnTo>
                <a:cubicBezTo>
                  <a:pt x="1007841" y="1565148"/>
                  <a:pt x="1000030" y="1566386"/>
                  <a:pt x="992219" y="1567625"/>
                </a:cubicBezTo>
                <a:close/>
                <a:moveTo>
                  <a:pt x="592836" y="1561148"/>
                </a:moveTo>
                <a:cubicBezTo>
                  <a:pt x="585121" y="1559528"/>
                  <a:pt x="577406" y="1557814"/>
                  <a:pt x="569785" y="1555909"/>
                </a:cubicBezTo>
                <a:lnTo>
                  <a:pt x="572929" y="1542574"/>
                </a:lnTo>
                <a:cubicBezTo>
                  <a:pt x="580454" y="1544384"/>
                  <a:pt x="588074" y="1546098"/>
                  <a:pt x="595694" y="1547717"/>
                </a:cubicBezTo>
                <a:lnTo>
                  <a:pt x="592836" y="1561148"/>
                </a:lnTo>
                <a:close/>
                <a:moveTo>
                  <a:pt x="1038892" y="1559528"/>
                </a:moveTo>
                <a:lnTo>
                  <a:pt x="1036320" y="1546098"/>
                </a:lnTo>
                <a:cubicBezTo>
                  <a:pt x="1043940" y="1544669"/>
                  <a:pt x="1051655" y="1543145"/>
                  <a:pt x="1059275" y="1541621"/>
                </a:cubicBezTo>
                <a:lnTo>
                  <a:pt x="1062038" y="1555052"/>
                </a:lnTo>
                <a:cubicBezTo>
                  <a:pt x="1054323" y="1556671"/>
                  <a:pt x="1046607" y="1558195"/>
                  <a:pt x="1038892" y="1559624"/>
                </a:cubicBezTo>
                <a:close/>
                <a:moveTo>
                  <a:pt x="546830" y="1550194"/>
                </a:moveTo>
                <a:cubicBezTo>
                  <a:pt x="539210" y="1548193"/>
                  <a:pt x="531591" y="1546003"/>
                  <a:pt x="524065" y="1543812"/>
                </a:cubicBezTo>
                <a:lnTo>
                  <a:pt x="527971" y="1530668"/>
                </a:lnTo>
                <a:cubicBezTo>
                  <a:pt x="535400" y="1532858"/>
                  <a:pt x="542925" y="1534954"/>
                  <a:pt x="550450" y="1536954"/>
                </a:cubicBezTo>
                <a:lnTo>
                  <a:pt x="546926" y="1550194"/>
                </a:lnTo>
                <a:close/>
                <a:moveTo>
                  <a:pt x="1085088" y="1550099"/>
                </a:moveTo>
                <a:lnTo>
                  <a:pt x="1082135" y="1536764"/>
                </a:lnTo>
                <a:cubicBezTo>
                  <a:pt x="1089755" y="1535049"/>
                  <a:pt x="1097375" y="1533335"/>
                  <a:pt x="1104900" y="1531525"/>
                </a:cubicBezTo>
                <a:lnTo>
                  <a:pt x="1108043" y="1544860"/>
                </a:lnTo>
                <a:cubicBezTo>
                  <a:pt x="1100423" y="1546670"/>
                  <a:pt x="1092708" y="1548384"/>
                  <a:pt x="1085088" y="1550099"/>
                </a:cubicBezTo>
                <a:close/>
                <a:moveTo>
                  <a:pt x="1130999" y="1539240"/>
                </a:moveTo>
                <a:lnTo>
                  <a:pt x="1127665" y="1526000"/>
                </a:lnTo>
                <a:cubicBezTo>
                  <a:pt x="1135190" y="1524095"/>
                  <a:pt x="1142810" y="1522095"/>
                  <a:pt x="1150334" y="1520095"/>
                </a:cubicBezTo>
                <a:lnTo>
                  <a:pt x="1153858" y="1533335"/>
                </a:lnTo>
                <a:cubicBezTo>
                  <a:pt x="1146239" y="1535335"/>
                  <a:pt x="1138619" y="1537335"/>
                  <a:pt x="1130999" y="1539240"/>
                </a:cubicBezTo>
                <a:close/>
                <a:moveTo>
                  <a:pt x="501396" y="1536859"/>
                </a:moveTo>
                <a:cubicBezTo>
                  <a:pt x="493871" y="1534478"/>
                  <a:pt x="486442" y="1531906"/>
                  <a:pt x="478917" y="1529334"/>
                </a:cubicBezTo>
                <a:lnTo>
                  <a:pt x="483489" y="1516380"/>
                </a:lnTo>
                <a:cubicBezTo>
                  <a:pt x="490823" y="1518952"/>
                  <a:pt x="498158" y="1521428"/>
                  <a:pt x="505587" y="1523810"/>
                </a:cubicBezTo>
                <a:lnTo>
                  <a:pt x="501396" y="1536859"/>
                </a:lnTo>
                <a:close/>
                <a:moveTo>
                  <a:pt x="1176528" y="1527048"/>
                </a:moveTo>
                <a:lnTo>
                  <a:pt x="1172813" y="1513904"/>
                </a:lnTo>
                <a:cubicBezTo>
                  <a:pt x="1180338" y="1511808"/>
                  <a:pt x="1187767" y="1509617"/>
                  <a:pt x="1195293" y="1507331"/>
                </a:cubicBezTo>
                <a:lnTo>
                  <a:pt x="1199198" y="1520476"/>
                </a:lnTo>
                <a:cubicBezTo>
                  <a:pt x="1191673" y="1522762"/>
                  <a:pt x="1184148" y="1524953"/>
                  <a:pt x="1176528" y="1527048"/>
                </a:cubicBezTo>
                <a:close/>
                <a:moveTo>
                  <a:pt x="456724" y="1521143"/>
                </a:moveTo>
                <a:cubicBezTo>
                  <a:pt x="449390" y="1518285"/>
                  <a:pt x="442055" y="1515428"/>
                  <a:pt x="434721" y="1512380"/>
                </a:cubicBezTo>
                <a:lnTo>
                  <a:pt x="439960" y="1499711"/>
                </a:lnTo>
                <a:cubicBezTo>
                  <a:pt x="447104" y="1502664"/>
                  <a:pt x="454342" y="1505522"/>
                  <a:pt x="461581" y="1508284"/>
                </a:cubicBezTo>
                <a:lnTo>
                  <a:pt x="456724" y="1521047"/>
                </a:lnTo>
                <a:close/>
                <a:moveTo>
                  <a:pt x="1221772" y="1513523"/>
                </a:moveTo>
                <a:lnTo>
                  <a:pt x="1217676" y="1500473"/>
                </a:lnTo>
                <a:cubicBezTo>
                  <a:pt x="1225106" y="1498187"/>
                  <a:pt x="1232535" y="1495806"/>
                  <a:pt x="1239965" y="1493330"/>
                </a:cubicBezTo>
                <a:lnTo>
                  <a:pt x="1244251" y="1506379"/>
                </a:lnTo>
                <a:cubicBezTo>
                  <a:pt x="1236726" y="1508855"/>
                  <a:pt x="1229297" y="1511237"/>
                  <a:pt x="1221772" y="1513618"/>
                </a:cubicBezTo>
                <a:close/>
                <a:moveTo>
                  <a:pt x="413004" y="1503045"/>
                </a:moveTo>
                <a:cubicBezTo>
                  <a:pt x="405765" y="1499807"/>
                  <a:pt x="398621" y="1496473"/>
                  <a:pt x="391573" y="1493044"/>
                </a:cubicBezTo>
                <a:lnTo>
                  <a:pt x="397478" y="1480661"/>
                </a:lnTo>
                <a:cubicBezTo>
                  <a:pt x="404431" y="1483995"/>
                  <a:pt x="411480" y="1487329"/>
                  <a:pt x="418624" y="1490472"/>
                </a:cubicBezTo>
                <a:lnTo>
                  <a:pt x="413004" y="1502950"/>
                </a:lnTo>
                <a:close/>
                <a:moveTo>
                  <a:pt x="1266539" y="1498759"/>
                </a:moveTo>
                <a:lnTo>
                  <a:pt x="1262063" y="1485805"/>
                </a:lnTo>
                <a:cubicBezTo>
                  <a:pt x="1269397" y="1483233"/>
                  <a:pt x="1276731" y="1480661"/>
                  <a:pt x="1284066" y="1477994"/>
                </a:cubicBezTo>
                <a:lnTo>
                  <a:pt x="1288733" y="1490853"/>
                </a:lnTo>
                <a:cubicBezTo>
                  <a:pt x="1281303" y="1493520"/>
                  <a:pt x="1273969" y="1496187"/>
                  <a:pt x="1266539" y="1498759"/>
                </a:cubicBezTo>
                <a:close/>
                <a:moveTo>
                  <a:pt x="1310831" y="1482566"/>
                </a:moveTo>
                <a:lnTo>
                  <a:pt x="1305878" y="1469803"/>
                </a:lnTo>
                <a:cubicBezTo>
                  <a:pt x="1313117" y="1467041"/>
                  <a:pt x="1320356" y="1464088"/>
                  <a:pt x="1327594" y="1461135"/>
                </a:cubicBezTo>
                <a:lnTo>
                  <a:pt x="1332738" y="1473803"/>
                </a:lnTo>
                <a:cubicBezTo>
                  <a:pt x="1325404" y="1476756"/>
                  <a:pt x="1318165" y="1479709"/>
                  <a:pt x="1310831" y="1482566"/>
                </a:cubicBezTo>
                <a:close/>
                <a:moveTo>
                  <a:pt x="370332" y="1482471"/>
                </a:moveTo>
                <a:cubicBezTo>
                  <a:pt x="363283" y="1478852"/>
                  <a:pt x="356330" y="1475137"/>
                  <a:pt x="349473" y="1471232"/>
                </a:cubicBezTo>
                <a:lnTo>
                  <a:pt x="356140" y="1459230"/>
                </a:lnTo>
                <a:cubicBezTo>
                  <a:pt x="362903" y="1463040"/>
                  <a:pt x="369760" y="1466660"/>
                  <a:pt x="376619" y="1470279"/>
                </a:cubicBezTo>
                <a:lnTo>
                  <a:pt x="370332" y="1482471"/>
                </a:lnTo>
                <a:close/>
                <a:moveTo>
                  <a:pt x="1354550" y="1464659"/>
                </a:moveTo>
                <a:lnTo>
                  <a:pt x="1349121" y="1452086"/>
                </a:lnTo>
                <a:cubicBezTo>
                  <a:pt x="1356265" y="1449038"/>
                  <a:pt x="1363408" y="1445800"/>
                  <a:pt x="1370457" y="1442561"/>
                </a:cubicBezTo>
                <a:lnTo>
                  <a:pt x="1376172" y="1455039"/>
                </a:lnTo>
                <a:cubicBezTo>
                  <a:pt x="1369028" y="1458278"/>
                  <a:pt x="1361789" y="1461516"/>
                  <a:pt x="1354550" y="1464659"/>
                </a:cubicBezTo>
                <a:close/>
                <a:moveTo>
                  <a:pt x="328994" y="1459516"/>
                </a:moveTo>
                <a:cubicBezTo>
                  <a:pt x="322231" y="1455515"/>
                  <a:pt x="315468" y="1451324"/>
                  <a:pt x="308801" y="1447038"/>
                </a:cubicBezTo>
                <a:lnTo>
                  <a:pt x="316135" y="1435513"/>
                </a:lnTo>
                <a:cubicBezTo>
                  <a:pt x="322707" y="1439704"/>
                  <a:pt x="329279" y="1443800"/>
                  <a:pt x="335947" y="1447705"/>
                </a:cubicBezTo>
                <a:lnTo>
                  <a:pt x="328898" y="1459516"/>
                </a:lnTo>
                <a:close/>
                <a:moveTo>
                  <a:pt x="1397603" y="1445038"/>
                </a:moveTo>
                <a:lnTo>
                  <a:pt x="1391603" y="1432751"/>
                </a:lnTo>
                <a:cubicBezTo>
                  <a:pt x="1398651" y="1429322"/>
                  <a:pt x="1405604" y="1425893"/>
                  <a:pt x="1412462" y="1422368"/>
                </a:cubicBezTo>
                <a:lnTo>
                  <a:pt x="1418749" y="1434560"/>
                </a:lnTo>
                <a:cubicBezTo>
                  <a:pt x="1411700" y="1438180"/>
                  <a:pt x="1404652" y="1441704"/>
                  <a:pt x="1397603" y="1445133"/>
                </a:cubicBezTo>
                <a:close/>
                <a:moveTo>
                  <a:pt x="289084" y="1433989"/>
                </a:moveTo>
                <a:cubicBezTo>
                  <a:pt x="282607" y="1429512"/>
                  <a:pt x="276130" y="1424940"/>
                  <a:pt x="269748" y="1420273"/>
                </a:cubicBezTo>
                <a:lnTo>
                  <a:pt x="277844" y="1409224"/>
                </a:lnTo>
                <a:cubicBezTo>
                  <a:pt x="284131" y="1413796"/>
                  <a:pt x="290417" y="1418273"/>
                  <a:pt x="296799" y="1422654"/>
                </a:cubicBezTo>
                <a:lnTo>
                  <a:pt x="289084" y="1433989"/>
                </a:lnTo>
                <a:close/>
                <a:moveTo>
                  <a:pt x="1439704" y="1423416"/>
                </a:moveTo>
                <a:lnTo>
                  <a:pt x="1433131" y="1411414"/>
                </a:lnTo>
                <a:cubicBezTo>
                  <a:pt x="1439990" y="1407700"/>
                  <a:pt x="1446752" y="1403890"/>
                  <a:pt x="1453515" y="1399985"/>
                </a:cubicBezTo>
                <a:lnTo>
                  <a:pt x="1460373" y="1411891"/>
                </a:lnTo>
                <a:cubicBezTo>
                  <a:pt x="1453515" y="1415796"/>
                  <a:pt x="1446657" y="1419701"/>
                  <a:pt x="1439704" y="1423511"/>
                </a:cubicBezTo>
                <a:close/>
                <a:moveTo>
                  <a:pt x="250793" y="1405985"/>
                </a:moveTo>
                <a:cubicBezTo>
                  <a:pt x="244602" y="1401128"/>
                  <a:pt x="238411" y="1396175"/>
                  <a:pt x="232410" y="1391031"/>
                </a:cubicBezTo>
                <a:lnTo>
                  <a:pt x="241173" y="1380554"/>
                </a:lnTo>
                <a:cubicBezTo>
                  <a:pt x="247079" y="1385507"/>
                  <a:pt x="253174" y="1390460"/>
                  <a:pt x="259271" y="1395222"/>
                </a:cubicBezTo>
                <a:lnTo>
                  <a:pt x="250793" y="1405985"/>
                </a:lnTo>
                <a:close/>
                <a:moveTo>
                  <a:pt x="1480661" y="1399699"/>
                </a:moveTo>
                <a:lnTo>
                  <a:pt x="1473517" y="1388078"/>
                </a:lnTo>
                <a:cubicBezTo>
                  <a:pt x="1480185" y="1383983"/>
                  <a:pt x="1486757" y="1379792"/>
                  <a:pt x="1493234" y="1375601"/>
                </a:cubicBezTo>
                <a:lnTo>
                  <a:pt x="1500759" y="1387031"/>
                </a:lnTo>
                <a:cubicBezTo>
                  <a:pt x="1494187" y="1391317"/>
                  <a:pt x="1487519" y="1395603"/>
                  <a:pt x="1480756" y="1399699"/>
                </a:cubicBezTo>
                <a:close/>
                <a:moveTo>
                  <a:pt x="214408" y="1375505"/>
                </a:moveTo>
                <a:cubicBezTo>
                  <a:pt x="211455" y="1372838"/>
                  <a:pt x="208597" y="1370267"/>
                  <a:pt x="205740" y="1367600"/>
                </a:cubicBezTo>
                <a:cubicBezTo>
                  <a:pt x="202787" y="1364933"/>
                  <a:pt x="199930" y="1362170"/>
                  <a:pt x="197073" y="1359408"/>
                </a:cubicBezTo>
                <a:lnTo>
                  <a:pt x="206598" y="1349502"/>
                </a:lnTo>
                <a:cubicBezTo>
                  <a:pt x="209360" y="1352169"/>
                  <a:pt x="212217" y="1354836"/>
                  <a:pt x="215074" y="1357503"/>
                </a:cubicBezTo>
                <a:cubicBezTo>
                  <a:pt x="217932" y="1360170"/>
                  <a:pt x="220790" y="1362742"/>
                  <a:pt x="223647" y="1365314"/>
                </a:cubicBezTo>
                <a:lnTo>
                  <a:pt x="214503" y="1375505"/>
                </a:lnTo>
                <a:close/>
                <a:moveTo>
                  <a:pt x="1520285" y="1373696"/>
                </a:moveTo>
                <a:lnTo>
                  <a:pt x="1512475" y="1362456"/>
                </a:lnTo>
                <a:cubicBezTo>
                  <a:pt x="1518856" y="1357979"/>
                  <a:pt x="1525143" y="1353503"/>
                  <a:pt x="1531334" y="1348835"/>
                </a:cubicBezTo>
                <a:lnTo>
                  <a:pt x="1539526" y="1359789"/>
                </a:lnTo>
                <a:cubicBezTo>
                  <a:pt x="1533239" y="1364552"/>
                  <a:pt x="1526762" y="1369124"/>
                  <a:pt x="1520285" y="1373696"/>
                </a:cubicBezTo>
                <a:close/>
                <a:moveTo>
                  <a:pt x="1558290" y="1345311"/>
                </a:moveTo>
                <a:lnTo>
                  <a:pt x="1549717" y="1334643"/>
                </a:lnTo>
                <a:cubicBezTo>
                  <a:pt x="1555814" y="1329785"/>
                  <a:pt x="1561719" y="1324832"/>
                  <a:pt x="1567624" y="1319784"/>
                </a:cubicBezTo>
                <a:lnTo>
                  <a:pt x="1576578" y="1330166"/>
                </a:lnTo>
                <a:cubicBezTo>
                  <a:pt x="1570577" y="1335310"/>
                  <a:pt x="1564482" y="1340358"/>
                  <a:pt x="1558290" y="1345311"/>
                </a:cubicBezTo>
                <a:close/>
                <a:moveTo>
                  <a:pt x="180213" y="1342549"/>
                </a:moveTo>
                <a:cubicBezTo>
                  <a:pt x="174688" y="1336834"/>
                  <a:pt x="169354" y="1331119"/>
                  <a:pt x="164021" y="1325213"/>
                </a:cubicBezTo>
                <a:lnTo>
                  <a:pt x="174212" y="1316069"/>
                </a:lnTo>
                <a:cubicBezTo>
                  <a:pt x="179356" y="1321784"/>
                  <a:pt x="184690" y="1327499"/>
                  <a:pt x="190024" y="1333024"/>
                </a:cubicBezTo>
                <a:lnTo>
                  <a:pt x="180213" y="1342549"/>
                </a:lnTo>
                <a:close/>
                <a:moveTo>
                  <a:pt x="1594294" y="1314355"/>
                </a:moveTo>
                <a:lnTo>
                  <a:pt x="1584960" y="1304258"/>
                </a:lnTo>
                <a:cubicBezTo>
                  <a:pt x="1590675" y="1299020"/>
                  <a:pt x="1596199" y="1293590"/>
                  <a:pt x="1601724" y="1288161"/>
                </a:cubicBezTo>
                <a:lnTo>
                  <a:pt x="1611440" y="1297877"/>
                </a:lnTo>
                <a:cubicBezTo>
                  <a:pt x="1605820" y="1303496"/>
                  <a:pt x="1600105" y="1308926"/>
                  <a:pt x="1594294" y="1314355"/>
                </a:cubicBezTo>
                <a:close/>
                <a:moveTo>
                  <a:pt x="148495" y="1307306"/>
                </a:moveTo>
                <a:cubicBezTo>
                  <a:pt x="143447" y="1301210"/>
                  <a:pt x="138398" y="1295114"/>
                  <a:pt x="133540" y="1288828"/>
                </a:cubicBezTo>
                <a:lnTo>
                  <a:pt x="144304" y="1280446"/>
                </a:lnTo>
                <a:cubicBezTo>
                  <a:pt x="149066" y="1286542"/>
                  <a:pt x="153924" y="1292543"/>
                  <a:pt x="158877" y="1298543"/>
                </a:cubicBezTo>
                <a:lnTo>
                  <a:pt x="148399" y="1307306"/>
                </a:lnTo>
                <a:close/>
                <a:moveTo>
                  <a:pt x="1627918" y="1280827"/>
                </a:moveTo>
                <a:lnTo>
                  <a:pt x="1617821" y="1271492"/>
                </a:lnTo>
                <a:cubicBezTo>
                  <a:pt x="1623060" y="1265777"/>
                  <a:pt x="1628204" y="1260062"/>
                  <a:pt x="1633252" y="1254157"/>
                </a:cubicBezTo>
                <a:lnTo>
                  <a:pt x="1643634" y="1263015"/>
                </a:lnTo>
                <a:cubicBezTo>
                  <a:pt x="1638490" y="1269016"/>
                  <a:pt x="1633252" y="1274921"/>
                  <a:pt x="1627823" y="1280732"/>
                </a:cubicBezTo>
                <a:close/>
                <a:moveTo>
                  <a:pt x="119348" y="1269873"/>
                </a:moveTo>
                <a:cubicBezTo>
                  <a:pt x="114681" y="1263491"/>
                  <a:pt x="110204" y="1257014"/>
                  <a:pt x="105823" y="1250442"/>
                </a:cubicBezTo>
                <a:lnTo>
                  <a:pt x="117158" y="1242822"/>
                </a:lnTo>
                <a:cubicBezTo>
                  <a:pt x="121444" y="1249299"/>
                  <a:pt x="125921" y="1255585"/>
                  <a:pt x="130398" y="1261872"/>
                </a:cubicBezTo>
                <a:lnTo>
                  <a:pt x="119253" y="1269873"/>
                </a:lnTo>
                <a:close/>
                <a:moveTo>
                  <a:pt x="1658683" y="1244632"/>
                </a:moveTo>
                <a:lnTo>
                  <a:pt x="1647920" y="1236155"/>
                </a:lnTo>
                <a:cubicBezTo>
                  <a:pt x="1652683" y="1230059"/>
                  <a:pt x="1657255" y="1223867"/>
                  <a:pt x="1661827" y="1217581"/>
                </a:cubicBezTo>
                <a:lnTo>
                  <a:pt x="1672971" y="1225487"/>
                </a:lnTo>
                <a:cubicBezTo>
                  <a:pt x="1668399" y="1231964"/>
                  <a:pt x="1663637" y="1238250"/>
                  <a:pt x="1658779" y="1244537"/>
                </a:cubicBezTo>
                <a:close/>
                <a:moveTo>
                  <a:pt x="92964" y="1230439"/>
                </a:moveTo>
                <a:cubicBezTo>
                  <a:pt x="88773" y="1223677"/>
                  <a:pt x="84772" y="1216914"/>
                  <a:pt x="80867" y="1210056"/>
                </a:cubicBezTo>
                <a:lnTo>
                  <a:pt x="92774" y="1203293"/>
                </a:lnTo>
                <a:cubicBezTo>
                  <a:pt x="96583" y="1210056"/>
                  <a:pt x="100584" y="1216724"/>
                  <a:pt x="104680" y="1223296"/>
                </a:cubicBezTo>
                <a:lnTo>
                  <a:pt x="93059" y="1230535"/>
                </a:lnTo>
                <a:close/>
                <a:moveTo>
                  <a:pt x="1686306" y="1205960"/>
                </a:moveTo>
                <a:lnTo>
                  <a:pt x="1674781" y="1198531"/>
                </a:lnTo>
                <a:cubicBezTo>
                  <a:pt x="1677257" y="1194721"/>
                  <a:pt x="1679639" y="1190911"/>
                  <a:pt x="1682020" y="1187006"/>
                </a:cubicBezTo>
                <a:cubicBezTo>
                  <a:pt x="1683734" y="1184243"/>
                  <a:pt x="1685354" y="1181481"/>
                  <a:pt x="1686973" y="1178814"/>
                </a:cubicBezTo>
                <a:lnTo>
                  <a:pt x="1698784" y="1185767"/>
                </a:lnTo>
                <a:cubicBezTo>
                  <a:pt x="1697165" y="1188625"/>
                  <a:pt x="1695450" y="1191387"/>
                  <a:pt x="1693735" y="1194245"/>
                </a:cubicBezTo>
                <a:cubicBezTo>
                  <a:pt x="1691354" y="1198245"/>
                  <a:pt x="1688783" y="1202150"/>
                  <a:pt x="1686306" y="1206056"/>
                </a:cubicBezTo>
                <a:close/>
                <a:moveTo>
                  <a:pt x="69437" y="1189196"/>
                </a:moveTo>
                <a:cubicBezTo>
                  <a:pt x="65722" y="1182148"/>
                  <a:pt x="62198" y="1175099"/>
                  <a:pt x="58865" y="1167956"/>
                </a:cubicBezTo>
                <a:lnTo>
                  <a:pt x="71247" y="1162050"/>
                </a:lnTo>
                <a:cubicBezTo>
                  <a:pt x="74581" y="1169003"/>
                  <a:pt x="78010" y="1175957"/>
                  <a:pt x="81629" y="1182814"/>
                </a:cubicBezTo>
                <a:lnTo>
                  <a:pt x="69533" y="1189196"/>
                </a:lnTo>
                <a:close/>
                <a:moveTo>
                  <a:pt x="1710404" y="1164908"/>
                </a:moveTo>
                <a:lnTo>
                  <a:pt x="1698308" y="1158526"/>
                </a:lnTo>
                <a:cubicBezTo>
                  <a:pt x="1701927" y="1151668"/>
                  <a:pt x="1705356" y="1144714"/>
                  <a:pt x="1708594" y="1137761"/>
                </a:cubicBezTo>
                <a:lnTo>
                  <a:pt x="1720977" y="1143572"/>
                </a:lnTo>
                <a:cubicBezTo>
                  <a:pt x="1717643" y="1150715"/>
                  <a:pt x="1714119" y="1157859"/>
                  <a:pt x="1710404" y="1164908"/>
                </a:cubicBezTo>
                <a:close/>
                <a:moveTo>
                  <a:pt x="48958" y="1146429"/>
                </a:moveTo>
                <a:cubicBezTo>
                  <a:pt x="45816" y="1139190"/>
                  <a:pt x="42767" y="1131856"/>
                  <a:pt x="39910" y="1124426"/>
                </a:cubicBezTo>
                <a:lnTo>
                  <a:pt x="52673" y="1119473"/>
                </a:lnTo>
                <a:cubicBezTo>
                  <a:pt x="55435" y="1126712"/>
                  <a:pt x="58388" y="1133856"/>
                  <a:pt x="61436" y="1141000"/>
                </a:cubicBezTo>
                <a:lnTo>
                  <a:pt x="48863" y="1146429"/>
                </a:lnTo>
                <a:close/>
                <a:moveTo>
                  <a:pt x="1730598" y="1121855"/>
                </a:moveTo>
                <a:lnTo>
                  <a:pt x="1717929" y="1116616"/>
                </a:lnTo>
                <a:cubicBezTo>
                  <a:pt x="1720882" y="1109472"/>
                  <a:pt x="1723739" y="1102233"/>
                  <a:pt x="1726407" y="1094994"/>
                </a:cubicBezTo>
                <a:lnTo>
                  <a:pt x="1739265" y="1099757"/>
                </a:lnTo>
                <a:cubicBezTo>
                  <a:pt x="1736503" y="1107186"/>
                  <a:pt x="1733645" y="1114616"/>
                  <a:pt x="1730598" y="1121950"/>
                </a:cubicBezTo>
                <a:close/>
                <a:moveTo>
                  <a:pt x="31813" y="1102138"/>
                </a:moveTo>
                <a:cubicBezTo>
                  <a:pt x="29242" y="1094613"/>
                  <a:pt x="26765" y="1087088"/>
                  <a:pt x="24479" y="1079564"/>
                </a:cubicBezTo>
                <a:lnTo>
                  <a:pt x="37624" y="1075563"/>
                </a:lnTo>
                <a:cubicBezTo>
                  <a:pt x="39814" y="1082993"/>
                  <a:pt x="42196" y="1090327"/>
                  <a:pt x="44767" y="1097661"/>
                </a:cubicBezTo>
                <a:lnTo>
                  <a:pt x="31813" y="1102138"/>
                </a:lnTo>
                <a:close/>
                <a:moveTo>
                  <a:pt x="1746980" y="1077278"/>
                </a:moveTo>
                <a:lnTo>
                  <a:pt x="1733931" y="1073087"/>
                </a:lnTo>
                <a:cubicBezTo>
                  <a:pt x="1736312" y="1065752"/>
                  <a:pt x="1738503" y="1058323"/>
                  <a:pt x="1740503" y="1050893"/>
                </a:cubicBezTo>
                <a:lnTo>
                  <a:pt x="1753743" y="1054513"/>
                </a:lnTo>
                <a:cubicBezTo>
                  <a:pt x="1751648" y="1062133"/>
                  <a:pt x="1749362" y="1069753"/>
                  <a:pt x="1746980" y="1077278"/>
                </a:cubicBezTo>
                <a:close/>
                <a:moveTo>
                  <a:pt x="18097" y="1056608"/>
                </a:moveTo>
                <a:cubicBezTo>
                  <a:pt x="16097" y="1048893"/>
                  <a:pt x="14288" y="1041273"/>
                  <a:pt x="12573" y="1033463"/>
                </a:cubicBezTo>
                <a:lnTo>
                  <a:pt x="26003" y="1030605"/>
                </a:lnTo>
                <a:cubicBezTo>
                  <a:pt x="27622" y="1038130"/>
                  <a:pt x="29432" y="1045655"/>
                  <a:pt x="31337" y="1053179"/>
                </a:cubicBezTo>
                <a:lnTo>
                  <a:pt x="18097" y="1056608"/>
                </a:lnTo>
                <a:close/>
                <a:moveTo>
                  <a:pt x="1759553" y="1031462"/>
                </a:moveTo>
                <a:lnTo>
                  <a:pt x="1746218" y="1028319"/>
                </a:lnTo>
                <a:cubicBezTo>
                  <a:pt x="1747933" y="1020794"/>
                  <a:pt x="1749552" y="1013174"/>
                  <a:pt x="1750981" y="1005650"/>
                </a:cubicBezTo>
                <a:lnTo>
                  <a:pt x="1764411" y="1008221"/>
                </a:lnTo>
                <a:cubicBezTo>
                  <a:pt x="1762887" y="1016032"/>
                  <a:pt x="1761268" y="1023747"/>
                  <a:pt x="1759458" y="1031462"/>
                </a:cubicBezTo>
                <a:close/>
                <a:moveTo>
                  <a:pt x="8096" y="1010222"/>
                </a:moveTo>
                <a:cubicBezTo>
                  <a:pt x="6763" y="1002411"/>
                  <a:pt x="5525" y="994601"/>
                  <a:pt x="4572" y="986695"/>
                </a:cubicBezTo>
                <a:lnTo>
                  <a:pt x="18193" y="984885"/>
                </a:lnTo>
                <a:cubicBezTo>
                  <a:pt x="19145" y="992600"/>
                  <a:pt x="20384" y="1000220"/>
                  <a:pt x="21622" y="1007840"/>
                </a:cubicBezTo>
                <a:lnTo>
                  <a:pt x="8096" y="1010126"/>
                </a:lnTo>
                <a:close/>
                <a:moveTo>
                  <a:pt x="1768412" y="984790"/>
                </a:moveTo>
                <a:lnTo>
                  <a:pt x="1754886" y="982694"/>
                </a:lnTo>
                <a:cubicBezTo>
                  <a:pt x="1756029" y="975074"/>
                  <a:pt x="1757077" y="967359"/>
                  <a:pt x="1757934" y="959644"/>
                </a:cubicBezTo>
                <a:lnTo>
                  <a:pt x="1771555" y="961263"/>
                </a:lnTo>
                <a:cubicBezTo>
                  <a:pt x="1770602" y="969169"/>
                  <a:pt x="1769555" y="976979"/>
                  <a:pt x="1768412" y="984790"/>
                </a:cubicBezTo>
                <a:close/>
                <a:moveTo>
                  <a:pt x="2000" y="963073"/>
                </a:moveTo>
                <a:cubicBezTo>
                  <a:pt x="1334" y="955167"/>
                  <a:pt x="762" y="947261"/>
                  <a:pt x="476" y="939355"/>
                </a:cubicBezTo>
                <a:lnTo>
                  <a:pt x="14192" y="938784"/>
                </a:lnTo>
                <a:cubicBezTo>
                  <a:pt x="14478" y="946499"/>
                  <a:pt x="15050" y="954214"/>
                  <a:pt x="15716" y="961930"/>
                </a:cubicBezTo>
                <a:lnTo>
                  <a:pt x="2096" y="963073"/>
                </a:lnTo>
                <a:close/>
                <a:moveTo>
                  <a:pt x="1773936" y="937641"/>
                </a:moveTo>
                <a:lnTo>
                  <a:pt x="1760316" y="936593"/>
                </a:lnTo>
                <a:cubicBezTo>
                  <a:pt x="1760887" y="928878"/>
                  <a:pt x="1761363" y="921163"/>
                  <a:pt x="1761744" y="913352"/>
                </a:cubicBezTo>
                <a:lnTo>
                  <a:pt x="1775460" y="914019"/>
                </a:lnTo>
                <a:cubicBezTo>
                  <a:pt x="1775079" y="921925"/>
                  <a:pt x="1774603" y="929830"/>
                  <a:pt x="1774032" y="937641"/>
                </a:cubicBezTo>
                <a:close/>
                <a:moveTo>
                  <a:pt x="13716" y="915543"/>
                </a:moveTo>
                <a:lnTo>
                  <a:pt x="0" y="915543"/>
                </a:lnTo>
                <a:cubicBezTo>
                  <a:pt x="0" y="907637"/>
                  <a:pt x="190" y="899636"/>
                  <a:pt x="571" y="891730"/>
                </a:cubicBezTo>
                <a:lnTo>
                  <a:pt x="14288" y="892397"/>
                </a:lnTo>
                <a:cubicBezTo>
                  <a:pt x="13906" y="900113"/>
                  <a:pt x="13716" y="907828"/>
                  <a:pt x="13716" y="915543"/>
                </a:cubicBezTo>
                <a:close/>
                <a:moveTo>
                  <a:pt x="1776031" y="890302"/>
                </a:moveTo>
                <a:lnTo>
                  <a:pt x="1762315" y="890111"/>
                </a:lnTo>
                <a:cubicBezTo>
                  <a:pt x="1762315" y="887254"/>
                  <a:pt x="1762315" y="884396"/>
                  <a:pt x="1762315" y="881539"/>
                </a:cubicBezTo>
                <a:cubicBezTo>
                  <a:pt x="1762315" y="876586"/>
                  <a:pt x="1762315" y="871728"/>
                  <a:pt x="1762125" y="866775"/>
                </a:cubicBezTo>
                <a:lnTo>
                  <a:pt x="1775841" y="866489"/>
                </a:lnTo>
                <a:cubicBezTo>
                  <a:pt x="1775936" y="871538"/>
                  <a:pt x="1776031" y="876491"/>
                  <a:pt x="1776031" y="881539"/>
                </a:cubicBezTo>
                <a:cubicBezTo>
                  <a:pt x="1776031" y="884492"/>
                  <a:pt x="1776031" y="887349"/>
                  <a:pt x="1776031" y="890207"/>
                </a:cubicBezTo>
                <a:close/>
                <a:moveTo>
                  <a:pt x="15907" y="869347"/>
                </a:moveTo>
                <a:lnTo>
                  <a:pt x="2286" y="868013"/>
                </a:lnTo>
                <a:cubicBezTo>
                  <a:pt x="3048" y="860108"/>
                  <a:pt x="4001" y="852202"/>
                  <a:pt x="5144" y="844391"/>
                </a:cubicBezTo>
                <a:lnTo>
                  <a:pt x="18669" y="846392"/>
                </a:lnTo>
                <a:cubicBezTo>
                  <a:pt x="17526" y="854011"/>
                  <a:pt x="16669" y="861727"/>
                  <a:pt x="15907" y="869347"/>
                </a:cubicBezTo>
                <a:close/>
                <a:moveTo>
                  <a:pt x="1761363" y="843629"/>
                </a:moveTo>
                <a:cubicBezTo>
                  <a:pt x="1760982" y="835914"/>
                  <a:pt x="1760410" y="828104"/>
                  <a:pt x="1759839" y="820388"/>
                </a:cubicBezTo>
                <a:lnTo>
                  <a:pt x="1773460" y="819245"/>
                </a:lnTo>
                <a:cubicBezTo>
                  <a:pt x="1774126" y="827151"/>
                  <a:pt x="1774603" y="834961"/>
                  <a:pt x="1775079" y="842867"/>
                </a:cubicBezTo>
                <a:lnTo>
                  <a:pt x="1761363" y="843534"/>
                </a:lnTo>
                <a:close/>
                <a:moveTo>
                  <a:pt x="22479" y="823436"/>
                </a:moveTo>
                <a:lnTo>
                  <a:pt x="9049" y="820865"/>
                </a:lnTo>
                <a:cubicBezTo>
                  <a:pt x="10573" y="813054"/>
                  <a:pt x="12287" y="805339"/>
                  <a:pt x="14097" y="797624"/>
                </a:cubicBezTo>
                <a:lnTo>
                  <a:pt x="27432" y="800862"/>
                </a:lnTo>
                <a:cubicBezTo>
                  <a:pt x="25622" y="808387"/>
                  <a:pt x="24003" y="815911"/>
                  <a:pt x="22479" y="823532"/>
                </a:cubicBezTo>
                <a:close/>
                <a:moveTo>
                  <a:pt x="1757553" y="797243"/>
                </a:moveTo>
                <a:cubicBezTo>
                  <a:pt x="1756696" y="789527"/>
                  <a:pt x="1755743" y="781812"/>
                  <a:pt x="1754600" y="774097"/>
                </a:cubicBezTo>
                <a:lnTo>
                  <a:pt x="1768126" y="772192"/>
                </a:lnTo>
                <a:cubicBezTo>
                  <a:pt x="1769269" y="780002"/>
                  <a:pt x="1770221" y="787813"/>
                  <a:pt x="1771079" y="795719"/>
                </a:cubicBezTo>
                <a:lnTo>
                  <a:pt x="1757458" y="797243"/>
                </a:lnTo>
                <a:close/>
                <a:moveTo>
                  <a:pt x="33433" y="778478"/>
                </a:moveTo>
                <a:lnTo>
                  <a:pt x="20288" y="774668"/>
                </a:lnTo>
                <a:cubicBezTo>
                  <a:pt x="22479" y="767048"/>
                  <a:pt x="24860" y="759524"/>
                  <a:pt x="27432" y="751999"/>
                </a:cubicBezTo>
                <a:lnTo>
                  <a:pt x="40386" y="756476"/>
                </a:lnTo>
                <a:cubicBezTo>
                  <a:pt x="37910" y="763810"/>
                  <a:pt x="35528" y="771144"/>
                  <a:pt x="33433" y="778574"/>
                </a:cubicBezTo>
                <a:close/>
                <a:moveTo>
                  <a:pt x="1751076" y="751046"/>
                </a:moveTo>
                <a:cubicBezTo>
                  <a:pt x="1749742" y="743426"/>
                  <a:pt x="1748314" y="735711"/>
                  <a:pt x="1746885" y="728186"/>
                </a:cubicBezTo>
                <a:lnTo>
                  <a:pt x="1760316" y="725519"/>
                </a:lnTo>
                <a:cubicBezTo>
                  <a:pt x="1761839" y="733234"/>
                  <a:pt x="1763268" y="741045"/>
                  <a:pt x="1764601" y="748760"/>
                </a:cubicBezTo>
                <a:lnTo>
                  <a:pt x="1751076" y="751046"/>
                </a:lnTo>
                <a:close/>
                <a:moveTo>
                  <a:pt x="48387" y="734568"/>
                </a:moveTo>
                <a:lnTo>
                  <a:pt x="35623" y="729520"/>
                </a:lnTo>
                <a:cubicBezTo>
                  <a:pt x="38576" y="722186"/>
                  <a:pt x="41624" y="714851"/>
                  <a:pt x="44863" y="707612"/>
                </a:cubicBezTo>
                <a:lnTo>
                  <a:pt x="57340" y="713232"/>
                </a:lnTo>
                <a:cubicBezTo>
                  <a:pt x="54198" y="720281"/>
                  <a:pt x="51149" y="727424"/>
                  <a:pt x="48387" y="734568"/>
                </a:cubicBezTo>
                <a:close/>
                <a:moveTo>
                  <a:pt x="1741932" y="705422"/>
                </a:moveTo>
                <a:cubicBezTo>
                  <a:pt x="1740217" y="697802"/>
                  <a:pt x="1738408" y="690277"/>
                  <a:pt x="1736408" y="682752"/>
                </a:cubicBezTo>
                <a:lnTo>
                  <a:pt x="1749648" y="679323"/>
                </a:lnTo>
                <a:cubicBezTo>
                  <a:pt x="1751648" y="686943"/>
                  <a:pt x="1753457" y="694658"/>
                  <a:pt x="1755267" y="702374"/>
                </a:cubicBezTo>
                <a:lnTo>
                  <a:pt x="1741932" y="705422"/>
                </a:lnTo>
                <a:close/>
                <a:moveTo>
                  <a:pt x="67342" y="692277"/>
                </a:moveTo>
                <a:lnTo>
                  <a:pt x="55054" y="686086"/>
                </a:lnTo>
                <a:cubicBezTo>
                  <a:pt x="58579" y="679037"/>
                  <a:pt x="62389" y="671989"/>
                  <a:pt x="66199" y="665036"/>
                </a:cubicBezTo>
                <a:lnTo>
                  <a:pt x="78105" y="671703"/>
                </a:lnTo>
                <a:cubicBezTo>
                  <a:pt x="74295" y="678466"/>
                  <a:pt x="70676" y="685229"/>
                  <a:pt x="67247" y="692182"/>
                </a:cubicBezTo>
                <a:close/>
                <a:moveTo>
                  <a:pt x="1730407" y="660273"/>
                </a:moveTo>
                <a:cubicBezTo>
                  <a:pt x="1728311" y="652748"/>
                  <a:pt x="1726025" y="645319"/>
                  <a:pt x="1723739" y="637984"/>
                </a:cubicBezTo>
                <a:lnTo>
                  <a:pt x="1736789" y="633889"/>
                </a:lnTo>
                <a:cubicBezTo>
                  <a:pt x="1739170" y="641413"/>
                  <a:pt x="1741456" y="648938"/>
                  <a:pt x="1743551" y="656558"/>
                </a:cubicBezTo>
                <a:lnTo>
                  <a:pt x="1730407" y="660273"/>
                </a:lnTo>
                <a:close/>
                <a:moveTo>
                  <a:pt x="90011" y="651986"/>
                </a:moveTo>
                <a:lnTo>
                  <a:pt x="78391" y="644747"/>
                </a:lnTo>
                <a:cubicBezTo>
                  <a:pt x="82582" y="637984"/>
                  <a:pt x="86963" y="631412"/>
                  <a:pt x="91440" y="624840"/>
                </a:cubicBezTo>
                <a:lnTo>
                  <a:pt x="102679" y="632651"/>
                </a:lnTo>
                <a:cubicBezTo>
                  <a:pt x="98298" y="639032"/>
                  <a:pt x="94012" y="645414"/>
                  <a:pt x="89916" y="651986"/>
                </a:cubicBezTo>
                <a:close/>
                <a:moveTo>
                  <a:pt x="1716405" y="615791"/>
                </a:moveTo>
                <a:cubicBezTo>
                  <a:pt x="1713834" y="608457"/>
                  <a:pt x="1711262" y="601123"/>
                  <a:pt x="1708594" y="593884"/>
                </a:cubicBezTo>
                <a:lnTo>
                  <a:pt x="1721453" y="589121"/>
                </a:lnTo>
                <a:cubicBezTo>
                  <a:pt x="1724215" y="596456"/>
                  <a:pt x="1726883" y="603885"/>
                  <a:pt x="1729454" y="611410"/>
                </a:cubicBezTo>
                <a:lnTo>
                  <a:pt x="1716500" y="615886"/>
                </a:lnTo>
                <a:close/>
                <a:moveTo>
                  <a:pt x="116396" y="613886"/>
                </a:moveTo>
                <a:lnTo>
                  <a:pt x="105537" y="605600"/>
                </a:lnTo>
                <a:cubicBezTo>
                  <a:pt x="110395" y="599313"/>
                  <a:pt x="115348" y="593122"/>
                  <a:pt x="120396" y="587026"/>
                </a:cubicBezTo>
                <a:lnTo>
                  <a:pt x="130874" y="595884"/>
                </a:lnTo>
                <a:cubicBezTo>
                  <a:pt x="125921" y="601790"/>
                  <a:pt x="121063" y="607790"/>
                  <a:pt x="116396" y="613982"/>
                </a:cubicBezTo>
                <a:close/>
                <a:moveTo>
                  <a:pt x="146209" y="578453"/>
                </a:moveTo>
                <a:lnTo>
                  <a:pt x="136208" y="569119"/>
                </a:lnTo>
                <a:cubicBezTo>
                  <a:pt x="141637" y="563309"/>
                  <a:pt x="147161" y="557594"/>
                  <a:pt x="152876" y="552069"/>
                </a:cubicBezTo>
                <a:lnTo>
                  <a:pt x="162401" y="561880"/>
                </a:lnTo>
                <a:cubicBezTo>
                  <a:pt x="156877" y="567214"/>
                  <a:pt x="151447" y="572738"/>
                  <a:pt x="146209" y="578453"/>
                </a:cubicBezTo>
                <a:close/>
                <a:moveTo>
                  <a:pt x="1700308" y="571976"/>
                </a:moveTo>
                <a:cubicBezTo>
                  <a:pt x="1697546" y="564737"/>
                  <a:pt x="1694688" y="557403"/>
                  <a:pt x="1691831" y="550164"/>
                </a:cubicBezTo>
                <a:lnTo>
                  <a:pt x="1704594" y="545116"/>
                </a:lnTo>
                <a:cubicBezTo>
                  <a:pt x="1707451" y="552450"/>
                  <a:pt x="1710309" y="559784"/>
                  <a:pt x="1713071" y="567023"/>
                </a:cubicBezTo>
                <a:lnTo>
                  <a:pt x="1700308" y="571881"/>
                </a:lnTo>
                <a:close/>
                <a:moveTo>
                  <a:pt x="179260" y="546163"/>
                </a:moveTo>
                <a:lnTo>
                  <a:pt x="170212" y="535877"/>
                </a:lnTo>
                <a:cubicBezTo>
                  <a:pt x="176213" y="530638"/>
                  <a:pt x="182308" y="525494"/>
                  <a:pt x="188500" y="520636"/>
                </a:cubicBezTo>
                <a:lnTo>
                  <a:pt x="196977" y="531400"/>
                </a:lnTo>
                <a:cubicBezTo>
                  <a:pt x="190976" y="536162"/>
                  <a:pt x="184976" y="541115"/>
                  <a:pt x="179260" y="546259"/>
                </a:cubicBezTo>
                <a:close/>
                <a:moveTo>
                  <a:pt x="1683163" y="528352"/>
                </a:moveTo>
                <a:cubicBezTo>
                  <a:pt x="1680210" y="521113"/>
                  <a:pt x="1677257" y="513874"/>
                  <a:pt x="1674305" y="506730"/>
                </a:cubicBezTo>
                <a:lnTo>
                  <a:pt x="1686973" y="501491"/>
                </a:lnTo>
                <a:cubicBezTo>
                  <a:pt x="1690021" y="508730"/>
                  <a:pt x="1692974" y="515969"/>
                  <a:pt x="1695926" y="523304"/>
                </a:cubicBezTo>
                <a:lnTo>
                  <a:pt x="1683258" y="528447"/>
                </a:lnTo>
                <a:close/>
                <a:moveTo>
                  <a:pt x="215551" y="517493"/>
                </a:moveTo>
                <a:lnTo>
                  <a:pt x="207645" y="506349"/>
                </a:lnTo>
                <a:cubicBezTo>
                  <a:pt x="214122" y="501777"/>
                  <a:pt x="220790" y="497300"/>
                  <a:pt x="227457" y="493109"/>
                </a:cubicBezTo>
                <a:lnTo>
                  <a:pt x="234791" y="504730"/>
                </a:lnTo>
                <a:cubicBezTo>
                  <a:pt x="228314" y="508825"/>
                  <a:pt x="221837" y="513112"/>
                  <a:pt x="215551" y="517588"/>
                </a:cubicBezTo>
                <a:close/>
                <a:moveTo>
                  <a:pt x="254699" y="492919"/>
                </a:moveTo>
                <a:lnTo>
                  <a:pt x="248031" y="480917"/>
                </a:lnTo>
                <a:cubicBezTo>
                  <a:pt x="254984" y="477012"/>
                  <a:pt x="262128" y="473392"/>
                  <a:pt x="269272" y="469963"/>
                </a:cubicBezTo>
                <a:lnTo>
                  <a:pt x="275177" y="482251"/>
                </a:lnTo>
                <a:cubicBezTo>
                  <a:pt x="268319" y="485584"/>
                  <a:pt x="261366" y="489109"/>
                  <a:pt x="254699" y="492919"/>
                </a:cubicBezTo>
                <a:close/>
                <a:moveTo>
                  <a:pt x="1665160" y="485204"/>
                </a:moveTo>
                <a:cubicBezTo>
                  <a:pt x="1662113" y="478060"/>
                  <a:pt x="1658969" y="470916"/>
                  <a:pt x="1655826" y="463772"/>
                </a:cubicBezTo>
                <a:lnTo>
                  <a:pt x="1668304" y="458248"/>
                </a:lnTo>
                <a:cubicBezTo>
                  <a:pt x="1671447" y="465392"/>
                  <a:pt x="1674685" y="472631"/>
                  <a:pt x="1677733" y="479869"/>
                </a:cubicBezTo>
                <a:lnTo>
                  <a:pt x="1665160" y="485299"/>
                </a:lnTo>
                <a:close/>
                <a:moveTo>
                  <a:pt x="296228" y="472821"/>
                </a:moveTo>
                <a:lnTo>
                  <a:pt x="290989" y="460153"/>
                </a:lnTo>
                <a:cubicBezTo>
                  <a:pt x="298323" y="457105"/>
                  <a:pt x="305753" y="454247"/>
                  <a:pt x="313182" y="451580"/>
                </a:cubicBezTo>
                <a:lnTo>
                  <a:pt x="317754" y="464439"/>
                </a:lnTo>
                <a:cubicBezTo>
                  <a:pt x="310515" y="467011"/>
                  <a:pt x="303276" y="469773"/>
                  <a:pt x="296132" y="472726"/>
                </a:cubicBezTo>
                <a:close/>
                <a:moveTo>
                  <a:pt x="339852" y="457295"/>
                </a:moveTo>
                <a:lnTo>
                  <a:pt x="335851" y="444151"/>
                </a:lnTo>
                <a:cubicBezTo>
                  <a:pt x="343376" y="441865"/>
                  <a:pt x="350996" y="439674"/>
                  <a:pt x="358712" y="437674"/>
                </a:cubicBezTo>
                <a:lnTo>
                  <a:pt x="362236" y="450913"/>
                </a:lnTo>
                <a:cubicBezTo>
                  <a:pt x="354711" y="452914"/>
                  <a:pt x="347281" y="455009"/>
                  <a:pt x="339852" y="457295"/>
                </a:cubicBezTo>
                <a:close/>
                <a:moveTo>
                  <a:pt x="384810" y="445389"/>
                </a:moveTo>
                <a:lnTo>
                  <a:pt x="381762" y="432054"/>
                </a:lnTo>
                <a:cubicBezTo>
                  <a:pt x="389477" y="430244"/>
                  <a:pt x="397192" y="428625"/>
                  <a:pt x="404908" y="427101"/>
                </a:cubicBezTo>
                <a:lnTo>
                  <a:pt x="407575" y="440531"/>
                </a:lnTo>
                <a:cubicBezTo>
                  <a:pt x="399955" y="442055"/>
                  <a:pt x="392335" y="443675"/>
                  <a:pt x="384810" y="445389"/>
                </a:cubicBezTo>
                <a:close/>
                <a:moveTo>
                  <a:pt x="1646206" y="442436"/>
                </a:moveTo>
                <a:cubicBezTo>
                  <a:pt x="1642968" y="435388"/>
                  <a:pt x="1639633" y="428339"/>
                  <a:pt x="1636300" y="421291"/>
                </a:cubicBezTo>
                <a:lnTo>
                  <a:pt x="1648682" y="415385"/>
                </a:lnTo>
                <a:cubicBezTo>
                  <a:pt x="1652111" y="422434"/>
                  <a:pt x="1655445" y="429578"/>
                  <a:pt x="1658683" y="436721"/>
                </a:cubicBezTo>
                <a:lnTo>
                  <a:pt x="1646206" y="442436"/>
                </a:lnTo>
                <a:close/>
                <a:moveTo>
                  <a:pt x="430530" y="436150"/>
                </a:moveTo>
                <a:lnTo>
                  <a:pt x="428149" y="422624"/>
                </a:lnTo>
                <a:cubicBezTo>
                  <a:pt x="435864" y="421291"/>
                  <a:pt x="443674" y="419957"/>
                  <a:pt x="451390" y="418719"/>
                </a:cubicBezTo>
                <a:lnTo>
                  <a:pt x="453581" y="432244"/>
                </a:lnTo>
                <a:cubicBezTo>
                  <a:pt x="445866" y="433483"/>
                  <a:pt x="438150" y="434816"/>
                  <a:pt x="430530" y="436150"/>
                </a:cubicBezTo>
                <a:close/>
                <a:moveTo>
                  <a:pt x="476726" y="428720"/>
                </a:moveTo>
                <a:lnTo>
                  <a:pt x="474726" y="415195"/>
                </a:lnTo>
                <a:cubicBezTo>
                  <a:pt x="482441" y="414052"/>
                  <a:pt x="490252" y="412909"/>
                  <a:pt x="498062" y="411861"/>
                </a:cubicBezTo>
                <a:lnTo>
                  <a:pt x="499967" y="425386"/>
                </a:lnTo>
                <a:cubicBezTo>
                  <a:pt x="492252" y="426530"/>
                  <a:pt x="484537" y="427577"/>
                  <a:pt x="476726" y="428720"/>
                </a:cubicBezTo>
                <a:close/>
                <a:moveTo>
                  <a:pt x="523208" y="422053"/>
                </a:moveTo>
                <a:lnTo>
                  <a:pt x="521303" y="408527"/>
                </a:lnTo>
                <a:lnTo>
                  <a:pt x="544544" y="405194"/>
                </a:lnTo>
                <a:lnTo>
                  <a:pt x="546544" y="418719"/>
                </a:lnTo>
                <a:lnTo>
                  <a:pt x="523304" y="422053"/>
                </a:lnTo>
                <a:close/>
                <a:moveTo>
                  <a:pt x="569785" y="415290"/>
                </a:moveTo>
                <a:lnTo>
                  <a:pt x="567690" y="401765"/>
                </a:lnTo>
                <a:cubicBezTo>
                  <a:pt x="575405" y="400621"/>
                  <a:pt x="583121" y="399383"/>
                  <a:pt x="590740" y="398050"/>
                </a:cubicBezTo>
                <a:lnTo>
                  <a:pt x="593026" y="411575"/>
                </a:lnTo>
                <a:cubicBezTo>
                  <a:pt x="585311" y="412909"/>
                  <a:pt x="577501" y="414147"/>
                  <a:pt x="569785" y="415290"/>
                </a:cubicBezTo>
                <a:close/>
                <a:moveTo>
                  <a:pt x="616267" y="407480"/>
                </a:moveTo>
                <a:lnTo>
                  <a:pt x="613696" y="394049"/>
                </a:lnTo>
                <a:cubicBezTo>
                  <a:pt x="621316" y="392621"/>
                  <a:pt x="628936" y="391096"/>
                  <a:pt x="636556" y="389477"/>
                </a:cubicBezTo>
                <a:lnTo>
                  <a:pt x="639413" y="402908"/>
                </a:lnTo>
                <a:cubicBezTo>
                  <a:pt x="631698" y="404527"/>
                  <a:pt x="623983" y="406146"/>
                  <a:pt x="616267" y="407575"/>
                </a:cubicBezTo>
                <a:close/>
                <a:moveTo>
                  <a:pt x="1625917" y="400240"/>
                </a:moveTo>
                <a:cubicBezTo>
                  <a:pt x="1622393" y="393287"/>
                  <a:pt x="1618869" y="386334"/>
                  <a:pt x="1615249" y="379381"/>
                </a:cubicBezTo>
                <a:lnTo>
                  <a:pt x="1627346" y="372999"/>
                </a:lnTo>
                <a:cubicBezTo>
                  <a:pt x="1630966" y="379952"/>
                  <a:pt x="1634585" y="387001"/>
                  <a:pt x="1638110" y="394049"/>
                </a:cubicBezTo>
                <a:lnTo>
                  <a:pt x="1625823" y="400145"/>
                </a:lnTo>
                <a:close/>
                <a:moveTo>
                  <a:pt x="662464" y="397383"/>
                </a:moveTo>
                <a:lnTo>
                  <a:pt x="659130" y="384048"/>
                </a:lnTo>
                <a:cubicBezTo>
                  <a:pt x="666655" y="382143"/>
                  <a:pt x="674084" y="380143"/>
                  <a:pt x="681514" y="378047"/>
                </a:cubicBezTo>
                <a:lnTo>
                  <a:pt x="685324" y="391192"/>
                </a:lnTo>
                <a:cubicBezTo>
                  <a:pt x="677799" y="393383"/>
                  <a:pt x="670084" y="395478"/>
                  <a:pt x="662464" y="397383"/>
                </a:cubicBezTo>
                <a:close/>
                <a:moveTo>
                  <a:pt x="708088" y="384143"/>
                </a:moveTo>
                <a:lnTo>
                  <a:pt x="703707" y="371189"/>
                </a:lnTo>
                <a:cubicBezTo>
                  <a:pt x="711041" y="368713"/>
                  <a:pt x="718280" y="366046"/>
                  <a:pt x="725424" y="363284"/>
                </a:cubicBezTo>
                <a:lnTo>
                  <a:pt x="730473" y="376047"/>
                </a:lnTo>
                <a:cubicBezTo>
                  <a:pt x="723138" y="379000"/>
                  <a:pt x="715613" y="381667"/>
                  <a:pt x="708088" y="384238"/>
                </a:cubicBezTo>
                <a:close/>
                <a:moveTo>
                  <a:pt x="752380" y="366522"/>
                </a:moveTo>
                <a:lnTo>
                  <a:pt x="746569" y="354140"/>
                </a:lnTo>
                <a:cubicBezTo>
                  <a:pt x="753618" y="350806"/>
                  <a:pt x="760571" y="347377"/>
                  <a:pt x="767144" y="343757"/>
                </a:cubicBezTo>
                <a:lnTo>
                  <a:pt x="773716" y="355759"/>
                </a:lnTo>
                <a:cubicBezTo>
                  <a:pt x="766858" y="359473"/>
                  <a:pt x="759714" y="363093"/>
                  <a:pt x="752380" y="366522"/>
                </a:cubicBezTo>
                <a:close/>
                <a:moveTo>
                  <a:pt x="1604296" y="358807"/>
                </a:moveTo>
                <a:cubicBezTo>
                  <a:pt x="1600581" y="351949"/>
                  <a:pt x="1596771" y="345186"/>
                  <a:pt x="1592866" y="338423"/>
                </a:cubicBezTo>
                <a:lnTo>
                  <a:pt x="1604772" y="331565"/>
                </a:lnTo>
                <a:cubicBezTo>
                  <a:pt x="1608677" y="338423"/>
                  <a:pt x="1612583" y="345281"/>
                  <a:pt x="1616298" y="352234"/>
                </a:cubicBezTo>
                <a:lnTo>
                  <a:pt x="1604296" y="358807"/>
                </a:lnTo>
                <a:close/>
                <a:moveTo>
                  <a:pt x="794385" y="343757"/>
                </a:moveTo>
                <a:lnTo>
                  <a:pt x="787051" y="332137"/>
                </a:lnTo>
                <a:cubicBezTo>
                  <a:pt x="792385" y="328708"/>
                  <a:pt x="797719" y="325184"/>
                  <a:pt x="802958" y="321373"/>
                </a:cubicBezTo>
                <a:lnTo>
                  <a:pt x="806006" y="319183"/>
                </a:lnTo>
                <a:lnTo>
                  <a:pt x="814102" y="330232"/>
                </a:lnTo>
                <a:lnTo>
                  <a:pt x="810863" y="332518"/>
                </a:lnTo>
                <a:cubicBezTo>
                  <a:pt x="805434" y="336423"/>
                  <a:pt x="799910" y="340138"/>
                  <a:pt x="794290" y="343662"/>
                </a:cubicBezTo>
                <a:close/>
                <a:moveTo>
                  <a:pt x="1580960" y="318325"/>
                </a:moveTo>
                <a:cubicBezTo>
                  <a:pt x="1576959" y="311658"/>
                  <a:pt x="1572863" y="305086"/>
                  <a:pt x="1568673" y="298513"/>
                </a:cubicBezTo>
                <a:lnTo>
                  <a:pt x="1580198" y="291179"/>
                </a:lnTo>
                <a:cubicBezTo>
                  <a:pt x="1584389" y="297847"/>
                  <a:pt x="1588580" y="304514"/>
                  <a:pt x="1592675" y="311277"/>
                </a:cubicBezTo>
                <a:lnTo>
                  <a:pt x="1580960" y="318325"/>
                </a:lnTo>
                <a:close/>
                <a:moveTo>
                  <a:pt x="832866" y="315373"/>
                </a:moveTo>
                <a:lnTo>
                  <a:pt x="824008" y="304895"/>
                </a:lnTo>
                <a:cubicBezTo>
                  <a:pt x="829723" y="300038"/>
                  <a:pt x="835533" y="294894"/>
                  <a:pt x="841153" y="289465"/>
                </a:cubicBezTo>
                <a:lnTo>
                  <a:pt x="850583" y="299371"/>
                </a:lnTo>
                <a:cubicBezTo>
                  <a:pt x="844677" y="304990"/>
                  <a:pt x="838676" y="310325"/>
                  <a:pt x="832771" y="315373"/>
                </a:cubicBezTo>
                <a:close/>
                <a:moveTo>
                  <a:pt x="867442" y="282607"/>
                </a:moveTo>
                <a:lnTo>
                  <a:pt x="857536" y="273177"/>
                </a:lnTo>
                <a:cubicBezTo>
                  <a:pt x="862870" y="267557"/>
                  <a:pt x="868108" y="261842"/>
                  <a:pt x="873252" y="256032"/>
                </a:cubicBezTo>
                <a:lnTo>
                  <a:pt x="883539" y="265081"/>
                </a:lnTo>
                <a:cubicBezTo>
                  <a:pt x="878300" y="270986"/>
                  <a:pt x="872966" y="276892"/>
                  <a:pt x="867442" y="282607"/>
                </a:cubicBezTo>
                <a:close/>
                <a:moveTo>
                  <a:pt x="1555909" y="278987"/>
                </a:moveTo>
                <a:cubicBezTo>
                  <a:pt x="1551527" y="272510"/>
                  <a:pt x="1547146" y="266129"/>
                  <a:pt x="1542574" y="259842"/>
                </a:cubicBezTo>
                <a:lnTo>
                  <a:pt x="1553718" y="251936"/>
                </a:lnTo>
                <a:cubicBezTo>
                  <a:pt x="1558290" y="258318"/>
                  <a:pt x="1562767" y="264890"/>
                  <a:pt x="1567244" y="271367"/>
                </a:cubicBezTo>
                <a:lnTo>
                  <a:pt x="1555909" y="278987"/>
                </a:lnTo>
                <a:close/>
                <a:moveTo>
                  <a:pt x="898969" y="247078"/>
                </a:moveTo>
                <a:lnTo>
                  <a:pt x="888492" y="238316"/>
                </a:lnTo>
                <a:cubicBezTo>
                  <a:pt x="893445" y="232315"/>
                  <a:pt x="898398" y="226314"/>
                  <a:pt x="903256" y="220218"/>
                </a:cubicBezTo>
                <a:lnTo>
                  <a:pt x="913924" y="228791"/>
                </a:lnTo>
                <a:cubicBezTo>
                  <a:pt x="908971" y="234982"/>
                  <a:pt x="904018" y="241078"/>
                  <a:pt x="898969" y="247078"/>
                </a:cubicBezTo>
                <a:close/>
                <a:moveTo>
                  <a:pt x="1528763" y="240983"/>
                </a:moveTo>
                <a:cubicBezTo>
                  <a:pt x="1524095" y="234791"/>
                  <a:pt x="1519238" y="228695"/>
                  <a:pt x="1514380" y="222599"/>
                </a:cubicBezTo>
                <a:lnTo>
                  <a:pt x="1525048" y="214027"/>
                </a:lnTo>
                <a:cubicBezTo>
                  <a:pt x="1530001" y="220218"/>
                  <a:pt x="1534858" y="226409"/>
                  <a:pt x="1539621" y="232696"/>
                </a:cubicBezTo>
                <a:lnTo>
                  <a:pt x="1528668" y="240983"/>
                </a:lnTo>
                <a:close/>
                <a:moveTo>
                  <a:pt x="928592" y="210407"/>
                </a:moveTo>
                <a:lnTo>
                  <a:pt x="917829" y="201930"/>
                </a:lnTo>
                <a:lnTo>
                  <a:pt x="932307" y="183451"/>
                </a:lnTo>
                <a:lnTo>
                  <a:pt x="943070" y="191929"/>
                </a:lnTo>
                <a:lnTo>
                  <a:pt x="928592" y="210407"/>
                </a:lnTo>
                <a:close/>
                <a:moveTo>
                  <a:pt x="1499521" y="204788"/>
                </a:moveTo>
                <a:cubicBezTo>
                  <a:pt x="1494473" y="198882"/>
                  <a:pt x="1489329" y="193072"/>
                  <a:pt x="1484091" y="187452"/>
                </a:cubicBezTo>
                <a:lnTo>
                  <a:pt x="1494187" y="178213"/>
                </a:lnTo>
                <a:cubicBezTo>
                  <a:pt x="1499521" y="184023"/>
                  <a:pt x="1504760" y="189928"/>
                  <a:pt x="1509998" y="195929"/>
                </a:cubicBezTo>
                <a:lnTo>
                  <a:pt x="1499616" y="204883"/>
                </a:lnTo>
                <a:close/>
                <a:moveTo>
                  <a:pt x="957644" y="173546"/>
                </a:moveTo>
                <a:lnTo>
                  <a:pt x="946976" y="164973"/>
                </a:lnTo>
                <a:cubicBezTo>
                  <a:pt x="951929" y="158877"/>
                  <a:pt x="956881" y="152686"/>
                  <a:pt x="961930" y="146685"/>
                </a:cubicBezTo>
                <a:lnTo>
                  <a:pt x="972503" y="155448"/>
                </a:lnTo>
                <a:cubicBezTo>
                  <a:pt x="967549" y="161449"/>
                  <a:pt x="962597" y="167449"/>
                  <a:pt x="957739" y="173546"/>
                </a:cubicBezTo>
                <a:close/>
                <a:moveTo>
                  <a:pt x="1467993" y="170593"/>
                </a:moveTo>
                <a:cubicBezTo>
                  <a:pt x="1462564" y="165068"/>
                  <a:pt x="1457039" y="159734"/>
                  <a:pt x="1451325" y="154400"/>
                </a:cubicBezTo>
                <a:lnTo>
                  <a:pt x="1460659" y="144399"/>
                </a:lnTo>
                <a:cubicBezTo>
                  <a:pt x="1466469" y="149828"/>
                  <a:pt x="1472089" y="155353"/>
                  <a:pt x="1477708" y="160972"/>
                </a:cubicBezTo>
                <a:lnTo>
                  <a:pt x="1467993" y="170593"/>
                </a:lnTo>
                <a:close/>
                <a:moveTo>
                  <a:pt x="1434179" y="138874"/>
                </a:moveTo>
                <a:cubicBezTo>
                  <a:pt x="1428369" y="133826"/>
                  <a:pt x="1422368" y="128873"/>
                  <a:pt x="1416367" y="124016"/>
                </a:cubicBezTo>
                <a:lnTo>
                  <a:pt x="1424940" y="113347"/>
                </a:lnTo>
                <a:cubicBezTo>
                  <a:pt x="1431132" y="118300"/>
                  <a:pt x="1437227" y="123349"/>
                  <a:pt x="1443133" y="128492"/>
                </a:cubicBezTo>
                <a:lnTo>
                  <a:pt x="1434179" y="138874"/>
                </a:lnTo>
                <a:close/>
                <a:moveTo>
                  <a:pt x="987552" y="137731"/>
                </a:moveTo>
                <a:lnTo>
                  <a:pt x="977265" y="128683"/>
                </a:lnTo>
                <a:lnTo>
                  <a:pt x="979456" y="126206"/>
                </a:lnTo>
                <a:cubicBezTo>
                  <a:pt x="983742" y="121348"/>
                  <a:pt x="988600" y="116396"/>
                  <a:pt x="993838" y="111347"/>
                </a:cubicBezTo>
                <a:lnTo>
                  <a:pt x="1003363" y="121158"/>
                </a:lnTo>
                <a:cubicBezTo>
                  <a:pt x="998410" y="126016"/>
                  <a:pt x="993838" y="130778"/>
                  <a:pt x="989743" y="135255"/>
                </a:cubicBezTo>
                <a:lnTo>
                  <a:pt x="987552" y="137731"/>
                </a:lnTo>
                <a:close/>
                <a:moveTo>
                  <a:pt x="1397984" y="109919"/>
                </a:moveTo>
                <a:cubicBezTo>
                  <a:pt x="1391793" y="105346"/>
                  <a:pt x="1385506" y="100965"/>
                  <a:pt x="1379030" y="96583"/>
                </a:cubicBezTo>
                <a:lnTo>
                  <a:pt x="1386649" y="85153"/>
                </a:lnTo>
                <a:cubicBezTo>
                  <a:pt x="1393222" y="89535"/>
                  <a:pt x="1399699" y="94107"/>
                  <a:pt x="1406081" y="98774"/>
                </a:cubicBezTo>
                <a:lnTo>
                  <a:pt x="1397984" y="109823"/>
                </a:lnTo>
                <a:close/>
                <a:moveTo>
                  <a:pt x="1020508" y="105632"/>
                </a:moveTo>
                <a:lnTo>
                  <a:pt x="1011650" y="95155"/>
                </a:lnTo>
                <a:cubicBezTo>
                  <a:pt x="1017556" y="90106"/>
                  <a:pt x="1023747" y="85153"/>
                  <a:pt x="1030224" y="80200"/>
                </a:cubicBezTo>
                <a:lnTo>
                  <a:pt x="1038511" y="91059"/>
                </a:lnTo>
                <a:cubicBezTo>
                  <a:pt x="1032225" y="95821"/>
                  <a:pt x="1026224" y="100679"/>
                  <a:pt x="1020508" y="105537"/>
                </a:cubicBezTo>
                <a:close/>
                <a:moveTo>
                  <a:pt x="1366743" y="88582"/>
                </a:moveTo>
                <a:lnTo>
                  <a:pt x="1346930" y="76009"/>
                </a:lnTo>
                <a:lnTo>
                  <a:pt x="1354265" y="64389"/>
                </a:lnTo>
                <a:lnTo>
                  <a:pt x="1374172" y="76962"/>
                </a:lnTo>
                <a:lnTo>
                  <a:pt x="1366838" y="88582"/>
                </a:lnTo>
                <a:close/>
                <a:moveTo>
                  <a:pt x="1057275" y="77533"/>
                </a:moveTo>
                <a:lnTo>
                  <a:pt x="1049465" y="66294"/>
                </a:lnTo>
                <a:cubicBezTo>
                  <a:pt x="1055942" y="61817"/>
                  <a:pt x="1062609" y="57436"/>
                  <a:pt x="1069372" y="53245"/>
                </a:cubicBezTo>
                <a:lnTo>
                  <a:pt x="1076611" y="64865"/>
                </a:lnTo>
                <a:cubicBezTo>
                  <a:pt x="1070039" y="68961"/>
                  <a:pt x="1063466" y="73247"/>
                  <a:pt x="1057180" y="77533"/>
                </a:cubicBezTo>
                <a:close/>
                <a:moveTo>
                  <a:pt x="1327023" y="63532"/>
                </a:moveTo>
                <a:lnTo>
                  <a:pt x="1307211" y="50959"/>
                </a:lnTo>
                <a:lnTo>
                  <a:pt x="1314545" y="39338"/>
                </a:lnTo>
                <a:lnTo>
                  <a:pt x="1334357" y="51911"/>
                </a:lnTo>
                <a:lnTo>
                  <a:pt x="1327023" y="63532"/>
                </a:lnTo>
                <a:close/>
                <a:moveTo>
                  <a:pt x="1096613" y="53054"/>
                </a:moveTo>
                <a:lnTo>
                  <a:pt x="1089946" y="41053"/>
                </a:lnTo>
                <a:cubicBezTo>
                  <a:pt x="1096899" y="37147"/>
                  <a:pt x="1103948" y="33433"/>
                  <a:pt x="1111091" y="30004"/>
                </a:cubicBezTo>
                <a:lnTo>
                  <a:pt x="1117092" y="42291"/>
                </a:lnTo>
                <a:cubicBezTo>
                  <a:pt x="1110234" y="45625"/>
                  <a:pt x="1103376" y="49244"/>
                  <a:pt x="1096613" y="53054"/>
                </a:cubicBezTo>
                <a:close/>
                <a:moveTo>
                  <a:pt x="1287304" y="38481"/>
                </a:moveTo>
                <a:lnTo>
                  <a:pt x="1267397" y="25908"/>
                </a:lnTo>
                <a:lnTo>
                  <a:pt x="1274731" y="14288"/>
                </a:lnTo>
                <a:lnTo>
                  <a:pt x="1294543" y="26860"/>
                </a:lnTo>
                <a:lnTo>
                  <a:pt x="1287208" y="38481"/>
                </a:lnTo>
                <a:close/>
                <a:moveTo>
                  <a:pt x="1138047" y="32861"/>
                </a:moveTo>
                <a:lnTo>
                  <a:pt x="1132809" y="20193"/>
                </a:lnTo>
                <a:cubicBezTo>
                  <a:pt x="1140428" y="17050"/>
                  <a:pt x="1147953" y="14192"/>
                  <a:pt x="1155287" y="11716"/>
                </a:cubicBezTo>
                <a:lnTo>
                  <a:pt x="1159669" y="24670"/>
                </a:lnTo>
                <a:cubicBezTo>
                  <a:pt x="1152715" y="27051"/>
                  <a:pt x="1145382" y="29718"/>
                  <a:pt x="1138143" y="32766"/>
                </a:cubicBezTo>
                <a:close/>
                <a:moveTo>
                  <a:pt x="1181576" y="18478"/>
                </a:moveTo>
                <a:lnTo>
                  <a:pt x="1178433" y="5144"/>
                </a:lnTo>
                <a:cubicBezTo>
                  <a:pt x="1186624" y="3239"/>
                  <a:pt x="1194721" y="1810"/>
                  <a:pt x="1202341" y="952"/>
                </a:cubicBezTo>
                <a:lnTo>
                  <a:pt x="1203865" y="14573"/>
                </a:lnTo>
                <a:cubicBezTo>
                  <a:pt x="1196721" y="15335"/>
                  <a:pt x="1189292" y="16669"/>
                  <a:pt x="1181576" y="18574"/>
                </a:cubicBezTo>
                <a:close/>
                <a:moveTo>
                  <a:pt x="1247870" y="17145"/>
                </a:moveTo>
                <a:cubicBezTo>
                  <a:pt x="1241203" y="15240"/>
                  <a:pt x="1233964" y="14097"/>
                  <a:pt x="1226249" y="13716"/>
                </a:cubicBezTo>
                <a:lnTo>
                  <a:pt x="1226916" y="0"/>
                </a:lnTo>
                <a:cubicBezTo>
                  <a:pt x="1235678" y="476"/>
                  <a:pt x="1243965" y="1810"/>
                  <a:pt x="1251585" y="4000"/>
                </a:cubicBezTo>
                <a:lnTo>
                  <a:pt x="1247775" y="17145"/>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8" name="Google Shape;308;p41"/>
          <p:cNvSpPr/>
          <p:nvPr/>
        </p:nvSpPr>
        <p:spPr>
          <a:xfrm rot="3612600">
            <a:off x="8386920" y="1334520"/>
            <a:ext cx="3224880" cy="5294880"/>
          </a:xfrm>
          <a:custGeom>
            <a:avLst/>
            <a:gdLst>
              <a:gd name="textAreaLeft" fmla="*/ 0 w 3224880"/>
              <a:gd name="textAreaRight" fmla="*/ 3225240 w 3224880"/>
              <a:gd name="textAreaTop" fmla="*/ 0 h 5294880"/>
              <a:gd name="textAreaBottom" fmla="*/ 5295240 h 5294880"/>
            </a:gdLst>
            <a:ahLst/>
            <a:cxnLst/>
            <a:rect l="textAreaLeft" t="textAreaTop" r="textAreaRight" b="textAreaBottom"/>
            <a:pathLst>
              <a:path w="886486" h="1382285">
                <a:moveTo>
                  <a:pt x="690045" y="38454"/>
                </a:moveTo>
                <a:cubicBezTo>
                  <a:pt x="532787" y="-42413"/>
                  <a:pt x="326761" y="11403"/>
                  <a:pt x="200936" y="133323"/>
                </a:cubicBezTo>
                <a:cubicBezTo>
                  <a:pt x="75110" y="255148"/>
                  <a:pt x="18818" y="430503"/>
                  <a:pt x="4054" y="602048"/>
                </a:cubicBezTo>
                <a:cubicBezTo>
                  <a:pt x="-10900" y="775689"/>
                  <a:pt x="13960" y="956759"/>
                  <a:pt x="104733" y="1107254"/>
                </a:cubicBezTo>
                <a:cubicBezTo>
                  <a:pt x="195506" y="1257749"/>
                  <a:pt x="358860" y="1372907"/>
                  <a:pt x="538883" y="1381765"/>
                </a:cubicBezTo>
                <a:cubicBezTo>
                  <a:pt x="639372" y="1386718"/>
                  <a:pt x="744718" y="1356428"/>
                  <a:pt x="814346" y="1286134"/>
                </a:cubicBezTo>
                <a:cubicBezTo>
                  <a:pt x="883974" y="1215839"/>
                  <a:pt x="909691" y="1102968"/>
                  <a:pt x="862447" y="1017053"/>
                </a:cubicBezTo>
                <a:cubicBezTo>
                  <a:pt x="823109" y="945710"/>
                  <a:pt x="743480" y="903229"/>
                  <a:pt x="696426" y="836363"/>
                </a:cubicBezTo>
                <a:cubicBezTo>
                  <a:pt x="642229" y="759306"/>
                  <a:pt x="639372" y="651483"/>
                  <a:pt x="689378" y="571759"/>
                </a:cubicBezTo>
                <a:cubicBezTo>
                  <a:pt x="713952" y="532611"/>
                  <a:pt x="749290" y="500893"/>
                  <a:pt x="776246" y="463174"/>
                </a:cubicBezTo>
                <a:cubicBezTo>
                  <a:pt x="869400" y="332777"/>
                  <a:pt x="845493" y="118083"/>
                  <a:pt x="690045" y="38264"/>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9" name="Google Shape;309;p41"/>
          <p:cNvSpPr/>
          <p:nvPr/>
        </p:nvSpPr>
        <p:spPr>
          <a:xfrm rot="7168200">
            <a:off x="393277" y="4017915"/>
            <a:ext cx="694440" cy="1544040"/>
          </a:xfrm>
          <a:custGeom>
            <a:avLst/>
            <a:gdLst>
              <a:gd name="textAreaLeft" fmla="*/ 0 w 694440"/>
              <a:gd name="textAreaRight" fmla="*/ 694800 w 694440"/>
              <a:gd name="textAreaTop" fmla="*/ 0 h 1544040"/>
              <a:gd name="textAreaBottom" fmla="*/ 1544400 h 1544040"/>
            </a:gdLst>
            <a:ahLst/>
            <a:cxnLst/>
            <a:rect l="textAreaLeft" t="textAreaTop" r="textAreaRight" b="textAreaBottom"/>
            <a:pathLst>
              <a:path w="303148" h="673968">
                <a:moveTo>
                  <a:pt x="6276" y="41516"/>
                </a:moveTo>
                <a:cubicBezTo>
                  <a:pt x="-13726" y="87903"/>
                  <a:pt x="18278" y="138576"/>
                  <a:pt x="43519" y="182296"/>
                </a:cubicBezTo>
                <a:cubicBezTo>
                  <a:pt x="93620" y="269164"/>
                  <a:pt x="120957" y="368890"/>
                  <a:pt x="122290" y="469093"/>
                </a:cubicBezTo>
                <a:cubicBezTo>
                  <a:pt x="122862" y="513861"/>
                  <a:pt x="118576" y="560057"/>
                  <a:pt x="133530" y="602348"/>
                </a:cubicBezTo>
                <a:cubicBezTo>
                  <a:pt x="148484" y="644544"/>
                  <a:pt x="190775" y="681787"/>
                  <a:pt x="234590" y="672547"/>
                </a:cubicBezTo>
                <a:cubicBezTo>
                  <a:pt x="266213" y="665880"/>
                  <a:pt x="289264" y="636829"/>
                  <a:pt x="297836" y="605682"/>
                </a:cubicBezTo>
                <a:cubicBezTo>
                  <a:pt x="306409" y="574535"/>
                  <a:pt x="303075" y="541483"/>
                  <a:pt x="298503" y="509479"/>
                </a:cubicBezTo>
                <a:cubicBezTo>
                  <a:pt x="279358" y="373462"/>
                  <a:pt x="237067" y="247923"/>
                  <a:pt x="187346" y="120669"/>
                </a:cubicBezTo>
                <a:cubicBezTo>
                  <a:pt x="173630" y="85522"/>
                  <a:pt x="166201" y="50470"/>
                  <a:pt x="136387" y="25228"/>
                </a:cubicBezTo>
                <a:cubicBezTo>
                  <a:pt x="96859" y="-8300"/>
                  <a:pt x="29993" y="-13634"/>
                  <a:pt x="6181" y="4161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 name="Subtitle 1">
            <a:extLst>
              <a:ext uri="{FF2B5EF4-FFF2-40B4-BE49-F238E27FC236}">
                <a16:creationId xmlns:a16="http://schemas.microsoft.com/office/drawing/2014/main" id="{19238D56-8C72-9A94-0DD7-F32511090BF8}"/>
              </a:ext>
            </a:extLst>
          </p:cNvPr>
          <p:cNvSpPr>
            <a:spLocks noGrp="1" noChangeArrowheads="1"/>
          </p:cNvSpPr>
          <p:nvPr>
            <p:ph type="subTitle"/>
          </p:nvPr>
        </p:nvSpPr>
        <p:spPr bwMode="auto">
          <a:xfrm>
            <a:off x="1511979" y="1629711"/>
            <a:ext cx="6429840" cy="3756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q"/>
            </a:pPr>
            <a:r>
              <a:rPr lang="en-US" sz="1400" b="1" dirty="0">
                <a:solidFill>
                  <a:schemeClr val="accent2"/>
                </a:solidFill>
                <a:latin typeface="Albert Sans"/>
              </a:rPr>
              <a:t>What is it?</a:t>
            </a:r>
            <a:br>
              <a:rPr lang="en-US" sz="1400" dirty="0">
                <a:solidFill>
                  <a:schemeClr val="accent2"/>
                </a:solidFill>
                <a:latin typeface="Albert Sans"/>
              </a:rPr>
            </a:br>
            <a:r>
              <a:rPr lang="en-US" sz="1400" dirty="0">
                <a:solidFill>
                  <a:schemeClr val="accent2"/>
                </a:solidFill>
                <a:latin typeface="Albert Sans"/>
              </a:rPr>
              <a:t>When you take </a:t>
            </a:r>
            <a:r>
              <a:rPr lang="en-US" sz="1400" b="1" dirty="0">
                <a:solidFill>
                  <a:schemeClr val="accent2"/>
                </a:solidFill>
                <a:latin typeface="Albert Sans"/>
              </a:rPr>
              <a:t>an entire paper, speech, or project</a:t>
            </a:r>
            <a:r>
              <a:rPr lang="en-US" sz="1400" dirty="0">
                <a:solidFill>
                  <a:schemeClr val="accent2"/>
                </a:solidFill>
                <a:latin typeface="Albert Sans"/>
              </a:rPr>
              <a:t> from a single source and submit it as your own.</a:t>
            </a:r>
          </a:p>
          <a:p>
            <a:pPr>
              <a:buFont typeface="Wingdings" panose="05000000000000000000" pitchFamily="2" charset="2"/>
              <a:buChar char="q"/>
            </a:pPr>
            <a:r>
              <a:rPr lang="en-US" sz="1400" b="1" dirty="0">
                <a:solidFill>
                  <a:schemeClr val="accent2"/>
                </a:solidFill>
                <a:latin typeface="Albert Sans"/>
              </a:rPr>
              <a:t>Examples:</a:t>
            </a:r>
            <a:endParaRPr lang="en-US" sz="1400" dirty="0">
              <a:solidFill>
                <a:schemeClr val="accent2"/>
              </a:solidFill>
              <a:latin typeface="Albert Sans"/>
            </a:endParaRPr>
          </a:p>
          <a:p>
            <a:pPr>
              <a:buFont typeface="Arial" panose="020B0604020202020204" pitchFamily="34" charset="0"/>
              <a:buChar char="•"/>
            </a:pPr>
            <a:r>
              <a:rPr lang="en-US" sz="1400" dirty="0">
                <a:solidFill>
                  <a:schemeClr val="accent2"/>
                </a:solidFill>
                <a:latin typeface="Albert Sans"/>
              </a:rPr>
              <a:t>Downloading an essay from a website</a:t>
            </a:r>
          </a:p>
          <a:p>
            <a:pPr>
              <a:buFont typeface="Arial" panose="020B0604020202020204" pitchFamily="34" charset="0"/>
              <a:buChar char="•"/>
            </a:pPr>
            <a:r>
              <a:rPr lang="en-US" sz="1400" dirty="0">
                <a:solidFill>
                  <a:schemeClr val="accent2"/>
                </a:solidFill>
                <a:latin typeface="Albert Sans"/>
              </a:rPr>
              <a:t>Paying someone to do your assignment</a:t>
            </a:r>
          </a:p>
          <a:p>
            <a:pPr>
              <a:buFont typeface="Arial" panose="020B0604020202020204" pitchFamily="34" charset="0"/>
              <a:buChar char="•"/>
            </a:pPr>
            <a:r>
              <a:rPr lang="en-US" sz="1400" dirty="0">
                <a:solidFill>
                  <a:schemeClr val="accent2"/>
                </a:solidFill>
                <a:latin typeface="Albert Sans"/>
              </a:rPr>
              <a:t>Copying your friend’s entire work</a:t>
            </a:r>
          </a:p>
          <a:p>
            <a:pPr>
              <a:buFont typeface="Arial" panose="020B0604020202020204" pitchFamily="34" charset="0"/>
              <a:buChar char="•"/>
            </a:pPr>
            <a:r>
              <a:rPr lang="en-US" sz="1400" dirty="0">
                <a:solidFill>
                  <a:schemeClr val="accent2"/>
                </a:solidFill>
                <a:latin typeface="Albert Sans"/>
              </a:rPr>
              <a:t>Copying from a book or internet without credit</a:t>
            </a:r>
          </a:p>
          <a:p>
            <a:pPr>
              <a:buFont typeface="Wingdings" panose="05000000000000000000" pitchFamily="2" charset="2"/>
              <a:buChar char="q"/>
            </a:pPr>
            <a:r>
              <a:rPr lang="en-US" sz="1400" b="1" dirty="0">
                <a:solidFill>
                  <a:schemeClr val="accent2"/>
                </a:solidFill>
                <a:latin typeface="Albert Sans"/>
              </a:rPr>
              <a:t>Why it's wrong:</a:t>
            </a:r>
            <a:br>
              <a:rPr lang="en-US" sz="1400" dirty="0">
                <a:solidFill>
                  <a:schemeClr val="accent2"/>
                </a:solidFill>
                <a:latin typeface="Albert Sans"/>
              </a:rPr>
            </a:br>
            <a:r>
              <a:rPr lang="en-US" sz="1400" dirty="0">
                <a:solidFill>
                  <a:schemeClr val="accent2"/>
                </a:solidFill>
                <a:latin typeface="Albert Sans"/>
              </a:rPr>
              <a:t>This is like stealing someone’s full work and putting your name on it. It’s </a:t>
            </a:r>
            <a:r>
              <a:rPr lang="en-US" sz="1400" i="1" dirty="0">
                <a:solidFill>
                  <a:schemeClr val="accent2"/>
                </a:solidFill>
                <a:latin typeface="Albert Sans"/>
              </a:rPr>
              <a:t>completely unethical.</a:t>
            </a:r>
            <a:endParaRPr lang="en-US" sz="1400" dirty="0">
              <a:solidFill>
                <a:schemeClr val="accent2"/>
              </a:solidFill>
              <a:latin typeface="Albert Sans"/>
            </a:endParaRPr>
          </a:p>
          <a:p>
            <a:pPr>
              <a:buFont typeface="Wingdings" panose="05000000000000000000" pitchFamily="2" charset="2"/>
              <a:buChar char="q"/>
            </a:pPr>
            <a:r>
              <a:rPr lang="en-US" sz="1400" dirty="0">
                <a:solidFill>
                  <a:schemeClr val="accent2"/>
                </a:solidFill>
                <a:latin typeface="Albert Sans"/>
              </a:rPr>
              <a:t> </a:t>
            </a:r>
            <a:r>
              <a:rPr lang="en-US" sz="1400" b="1" dirty="0">
                <a:solidFill>
                  <a:schemeClr val="accent2"/>
                </a:solidFill>
                <a:latin typeface="Albert Sans"/>
              </a:rPr>
              <a:t>Remember:</a:t>
            </a:r>
            <a:r>
              <a:rPr lang="en-US" sz="1400" dirty="0">
                <a:solidFill>
                  <a:schemeClr val="accent2"/>
                </a:solidFill>
                <a:latin typeface="Albert Sans"/>
              </a:rPr>
              <a:t> If the whole work is not yours, it’s called </a:t>
            </a:r>
            <a:r>
              <a:rPr lang="en-US" sz="1400" b="1" dirty="0">
                <a:solidFill>
                  <a:schemeClr val="accent2"/>
                </a:solidFill>
                <a:latin typeface="Albert Sans"/>
              </a:rPr>
              <a:t>global plagiarism</a:t>
            </a:r>
            <a:r>
              <a:rPr lang="en-US" sz="1400" dirty="0">
                <a:solidFill>
                  <a:schemeClr val="accent2"/>
                </a:solidFill>
                <a:latin typeface="Albert Sans"/>
              </a:rPr>
              <a:t> (Lucas, 2001).</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accent2"/>
              </a:solidFill>
              <a:effectLst/>
              <a:latin typeface="Albert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PlaceHolder 1"/>
          <p:cNvSpPr>
            <a:spLocks noGrp="1"/>
          </p:cNvSpPr>
          <p:nvPr>
            <p:ph type="title"/>
          </p:nvPr>
        </p:nvSpPr>
        <p:spPr>
          <a:xfrm>
            <a:off x="723960" y="683989"/>
            <a:ext cx="3992182" cy="785182"/>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3500" b="0" strike="noStrike" spc="-1" dirty="0">
                <a:solidFill>
                  <a:schemeClr val="lt1"/>
                </a:solidFill>
                <a:latin typeface="Caveat Brush"/>
                <a:ea typeface="Caveat Brush"/>
              </a:rPr>
              <a:t>Patchwork Plagiarism</a:t>
            </a:r>
            <a:endParaRPr lang="fr-FR" sz="3500" b="0" strike="noStrike" spc="-1"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182" name="PlaceHolder 2"/>
          <p:cNvSpPr>
            <a:spLocks noGrp="1"/>
          </p:cNvSpPr>
          <p:nvPr>
            <p:ph type="subTitle"/>
          </p:nvPr>
        </p:nvSpPr>
        <p:spPr>
          <a:xfrm>
            <a:off x="541299" y="1610280"/>
            <a:ext cx="5854778" cy="3202628"/>
          </a:xfrm>
          <a:prstGeom prst="rect">
            <a:avLst/>
          </a:prstGeom>
          <a:noFill/>
          <a:ln w="0">
            <a:noFill/>
          </a:ln>
        </p:spPr>
        <p:txBody>
          <a:bodyPr lIns="91440" tIns="91440" rIns="91440" bIns="91440" anchor="t">
            <a:noAutofit/>
          </a:bodyPr>
          <a:lstStyle/>
          <a:p>
            <a:pPr>
              <a:buFont typeface="Wingdings" panose="05000000000000000000" pitchFamily="2" charset="2"/>
              <a:buChar char="q"/>
            </a:pPr>
            <a:r>
              <a:rPr lang="en-US" sz="1400" b="1" dirty="0">
                <a:latin typeface="Albert Sans"/>
              </a:rPr>
              <a:t>What is it?</a:t>
            </a:r>
            <a:br>
              <a:rPr lang="en-US" sz="1400" b="1" dirty="0">
                <a:latin typeface="Albert Sans"/>
              </a:rPr>
            </a:br>
            <a:r>
              <a:rPr lang="en-US" sz="1400" b="1" dirty="0">
                <a:latin typeface="Albert Sans"/>
              </a:rPr>
              <a:t>Mixing content from two or more sources and pretending it’s all your own without giving credit.</a:t>
            </a:r>
          </a:p>
          <a:p>
            <a:pPr>
              <a:buFont typeface="Wingdings" panose="05000000000000000000" pitchFamily="2" charset="2"/>
              <a:buChar char="q"/>
            </a:pPr>
            <a:r>
              <a:rPr lang="en-US" sz="1400" b="1" dirty="0">
                <a:latin typeface="Albert Sans"/>
              </a:rPr>
              <a:t>Example:</a:t>
            </a:r>
          </a:p>
          <a:p>
            <a:pPr>
              <a:buFont typeface="Arial" panose="020B0604020202020204" pitchFamily="34" charset="0"/>
              <a:buChar char="•"/>
            </a:pPr>
            <a:r>
              <a:rPr lang="en-US" sz="1400" b="1" dirty="0">
                <a:latin typeface="Albert Sans"/>
              </a:rPr>
              <a:t>You copy one paragraph from Wikipedia</a:t>
            </a:r>
          </a:p>
          <a:p>
            <a:pPr>
              <a:buFont typeface="Arial" panose="020B0604020202020204" pitchFamily="34" charset="0"/>
              <a:buChar char="•"/>
            </a:pPr>
            <a:r>
              <a:rPr lang="en-US" sz="1400" b="1" dirty="0">
                <a:latin typeface="Albert Sans"/>
              </a:rPr>
              <a:t>One from a blog</a:t>
            </a:r>
          </a:p>
          <a:p>
            <a:pPr>
              <a:buFont typeface="Arial" panose="020B0604020202020204" pitchFamily="34" charset="0"/>
              <a:buChar char="•"/>
            </a:pPr>
            <a:r>
              <a:rPr lang="en-US" sz="1400" b="1" dirty="0">
                <a:latin typeface="Albert Sans"/>
              </a:rPr>
              <a:t>One from a YouTube script</a:t>
            </a:r>
            <a:br>
              <a:rPr lang="en-US" sz="1400" b="1" dirty="0">
                <a:latin typeface="Albert Sans"/>
              </a:rPr>
            </a:br>
            <a:r>
              <a:rPr lang="en-US" sz="1400" b="1" dirty="0">
                <a:latin typeface="Albert Sans"/>
              </a:rPr>
              <a:t>Then you glue them together as your “research.”</a:t>
            </a:r>
          </a:p>
          <a:p>
            <a:pPr>
              <a:buFont typeface="Wingdings" panose="05000000000000000000" pitchFamily="2" charset="2"/>
              <a:buChar char="q"/>
            </a:pPr>
            <a:r>
              <a:rPr lang="en-US" sz="1400" b="1" dirty="0">
                <a:latin typeface="Albert Sans"/>
              </a:rPr>
              <a:t>Why it’s wrong:</a:t>
            </a:r>
            <a:br>
              <a:rPr lang="en-US" sz="1400" b="1" dirty="0">
                <a:latin typeface="Albert Sans"/>
              </a:rPr>
            </a:br>
            <a:r>
              <a:rPr lang="en-US" sz="1400" b="1" dirty="0">
                <a:latin typeface="Albert Sans"/>
              </a:rPr>
              <a:t>Even if you change a few words, it’s still not your original idea and it’s not real writing.</a:t>
            </a:r>
          </a:p>
        </p:txBody>
      </p:sp>
      <p:sp>
        <p:nvSpPr>
          <p:cNvPr id="183" name="Google Shape;520;p55"/>
          <p:cNvSpPr/>
          <p:nvPr/>
        </p:nvSpPr>
        <p:spPr>
          <a:xfrm rot="2200200">
            <a:off x="6687360" y="4018300"/>
            <a:ext cx="1180080" cy="1366560"/>
          </a:xfrm>
          <a:custGeom>
            <a:avLst/>
            <a:gdLst>
              <a:gd name="textAreaLeft" fmla="*/ 0 w 1180080"/>
              <a:gd name="textAreaRight" fmla="*/ 1180440 w 1180080"/>
              <a:gd name="textAreaTop" fmla="*/ 0 h 1366560"/>
              <a:gd name="textAreaBottom" fmla="*/ 1366920 h 1366560"/>
            </a:gdLst>
            <a:ahLst/>
            <a:cxnLst/>
            <a:rect l="textAreaLeft" t="textAreaTop" r="textAreaRight" b="textAreaBottom"/>
            <a:pathLst>
              <a:path w="1075931" h="1245984">
                <a:moveTo>
                  <a:pt x="928294" y="352444"/>
                </a:moveTo>
                <a:cubicBezTo>
                  <a:pt x="982968" y="292056"/>
                  <a:pt x="1032403" y="226714"/>
                  <a:pt x="1075932" y="157563"/>
                </a:cubicBezTo>
                <a:cubicBezTo>
                  <a:pt x="986587" y="92888"/>
                  <a:pt x="880193" y="58122"/>
                  <a:pt x="773894" y="31262"/>
                </a:cubicBezTo>
                <a:cubicBezTo>
                  <a:pt x="694170" y="11164"/>
                  <a:pt x="612255" y="-5029"/>
                  <a:pt x="530435" y="1448"/>
                </a:cubicBezTo>
                <a:cubicBezTo>
                  <a:pt x="390322" y="12592"/>
                  <a:pt x="260211" y="91079"/>
                  <a:pt x="167152" y="198901"/>
                </a:cubicBezTo>
                <a:cubicBezTo>
                  <a:pt x="29325" y="358540"/>
                  <a:pt x="-31349" y="586759"/>
                  <a:pt x="15799" y="794309"/>
                </a:cubicBezTo>
                <a:cubicBezTo>
                  <a:pt x="62948" y="1001764"/>
                  <a:pt x="219444" y="1181405"/>
                  <a:pt x="417659" y="1245985"/>
                </a:cubicBezTo>
                <a:cubicBezTo>
                  <a:pt x="472523" y="1153592"/>
                  <a:pt x="527387" y="1061105"/>
                  <a:pt x="582251" y="968712"/>
                </a:cubicBezTo>
                <a:cubicBezTo>
                  <a:pt x="460807" y="931755"/>
                  <a:pt x="350794" y="844792"/>
                  <a:pt x="301930" y="725063"/>
                </a:cubicBezTo>
                <a:cubicBezTo>
                  <a:pt x="253067" y="605429"/>
                  <a:pt x="274594" y="454171"/>
                  <a:pt x="367367" y="365779"/>
                </a:cubicBezTo>
                <a:cubicBezTo>
                  <a:pt x="436900" y="299485"/>
                  <a:pt x="537007" y="274244"/>
                  <a:pt x="631876" y="280912"/>
                </a:cubicBezTo>
                <a:cubicBezTo>
                  <a:pt x="726650" y="287579"/>
                  <a:pt x="817328" y="323107"/>
                  <a:pt x="928199" y="35254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4" name="Google Shape;521;p55"/>
          <p:cNvSpPr/>
          <p:nvPr/>
        </p:nvSpPr>
        <p:spPr>
          <a:xfrm rot="5400000">
            <a:off x="5965920" y="-329760"/>
            <a:ext cx="1393920" cy="1229040"/>
          </a:xfrm>
          <a:custGeom>
            <a:avLst/>
            <a:gdLst>
              <a:gd name="textAreaLeft" fmla="*/ 0 w 1393920"/>
              <a:gd name="textAreaRight" fmla="*/ 1394280 w 1393920"/>
              <a:gd name="textAreaTop" fmla="*/ 0 h 1229040"/>
              <a:gd name="textAreaBottom" fmla="*/ 1229400 h 1229040"/>
            </a:gdLst>
            <a:ahLst/>
            <a:cxnLst/>
            <a:rect l="textAreaLeft" t="textAreaTop" r="textAreaRight" b="textAreaBottom"/>
            <a:pathLst>
              <a:path w="579097" h="510716">
                <a:moveTo>
                  <a:pt x="210945" y="39399"/>
                </a:moveTo>
                <a:cubicBezTo>
                  <a:pt x="111789" y="86929"/>
                  <a:pt x="35780" y="180083"/>
                  <a:pt x="9110" y="286668"/>
                </a:cubicBezTo>
                <a:cubicBezTo>
                  <a:pt x="-1749" y="330102"/>
                  <a:pt x="-4606" y="376870"/>
                  <a:pt x="10062" y="419161"/>
                </a:cubicBezTo>
                <a:cubicBezTo>
                  <a:pt x="24731" y="461452"/>
                  <a:pt x="59211" y="498504"/>
                  <a:pt x="102931" y="508124"/>
                </a:cubicBezTo>
                <a:cubicBezTo>
                  <a:pt x="170749" y="522983"/>
                  <a:pt x="234662" y="471453"/>
                  <a:pt x="278572" y="417827"/>
                </a:cubicBezTo>
                <a:cubicBezTo>
                  <a:pt x="322577" y="364106"/>
                  <a:pt x="363630" y="301051"/>
                  <a:pt x="429257" y="278476"/>
                </a:cubicBezTo>
                <a:cubicBezTo>
                  <a:pt x="453546" y="270094"/>
                  <a:pt x="479740" y="267999"/>
                  <a:pt x="503552" y="258188"/>
                </a:cubicBezTo>
                <a:cubicBezTo>
                  <a:pt x="589944" y="222469"/>
                  <a:pt x="606708" y="90548"/>
                  <a:pt x="530508" y="36541"/>
                </a:cubicBezTo>
                <a:cubicBezTo>
                  <a:pt x="446974" y="-22609"/>
                  <a:pt x="295907" y="-1273"/>
                  <a:pt x="211040" y="39399"/>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pic>
        <p:nvPicPr>
          <p:cNvPr id="5" name="Picture 4">
            <a:extLst>
              <a:ext uri="{FF2B5EF4-FFF2-40B4-BE49-F238E27FC236}">
                <a16:creationId xmlns:a16="http://schemas.microsoft.com/office/drawing/2014/main" id="{3BF4D1EA-D468-80CF-BCF9-3B9449B92C6D}"/>
              </a:ext>
            </a:extLst>
          </p:cNvPr>
          <p:cNvPicPr>
            <a:picLocks noChangeAspect="1"/>
          </p:cNvPicPr>
          <p:nvPr/>
        </p:nvPicPr>
        <p:blipFill>
          <a:blip r:embed="rId2"/>
          <a:stretch>
            <a:fillRect/>
          </a:stretch>
        </p:blipFill>
        <p:spPr>
          <a:xfrm>
            <a:off x="6396077" y="1819024"/>
            <a:ext cx="2570963" cy="19821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Google Shape;303;p41"/>
          <p:cNvSpPr/>
          <p:nvPr/>
        </p:nvSpPr>
        <p:spPr>
          <a:xfrm rot="8381400">
            <a:off x="-1546560" y="-739440"/>
            <a:ext cx="4253040" cy="3456000"/>
          </a:xfrm>
          <a:custGeom>
            <a:avLst/>
            <a:gdLst>
              <a:gd name="textAreaLeft" fmla="*/ 0 w 4253040"/>
              <a:gd name="textAreaRight" fmla="*/ 4253400 w 4253040"/>
              <a:gd name="textAreaTop" fmla="*/ 0 h 3456000"/>
              <a:gd name="textAreaBottom" fmla="*/ 3456360 h 3456000"/>
            </a:gdLst>
            <a:ahLst/>
            <a:cxnLst/>
            <a:rect l="textAreaLeft" t="textAreaTop" r="textAreaRight" b="textAreaBottom"/>
            <a:pathLst>
              <a:path w="1930774" h="1568974">
                <a:moveTo>
                  <a:pt x="11419" y="1021325"/>
                </a:moveTo>
                <a:cubicBezTo>
                  <a:pt x="-43064" y="785677"/>
                  <a:pt x="102383" y="500975"/>
                  <a:pt x="341841" y="467542"/>
                </a:cubicBezTo>
                <a:cubicBezTo>
                  <a:pt x="471953" y="449445"/>
                  <a:pt x="607398" y="503166"/>
                  <a:pt x="733985" y="467923"/>
                </a:cubicBezTo>
                <a:cubicBezTo>
                  <a:pt x="949917" y="407820"/>
                  <a:pt x="1030689" y="127690"/>
                  <a:pt x="1233477" y="32154"/>
                </a:cubicBezTo>
                <a:cubicBezTo>
                  <a:pt x="1407689" y="-49951"/>
                  <a:pt x="1623621" y="34726"/>
                  <a:pt x="1752113" y="178268"/>
                </a:cubicBezTo>
                <a:cubicBezTo>
                  <a:pt x="1937755" y="385627"/>
                  <a:pt x="1978236" y="702714"/>
                  <a:pt x="1875843" y="961509"/>
                </a:cubicBezTo>
                <a:cubicBezTo>
                  <a:pt x="1773449" y="1220303"/>
                  <a:pt x="1541610" y="1417661"/>
                  <a:pt x="1277577" y="1505672"/>
                </a:cubicBezTo>
                <a:cubicBezTo>
                  <a:pt x="832950" y="1653786"/>
                  <a:pt x="136482" y="1561298"/>
                  <a:pt x="11514" y="102123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6" name="PlaceHolder 1"/>
          <p:cNvSpPr>
            <a:spLocks noGrp="1"/>
          </p:cNvSpPr>
          <p:nvPr>
            <p:ph type="title"/>
          </p:nvPr>
        </p:nvSpPr>
        <p:spPr>
          <a:xfrm>
            <a:off x="1783811" y="421037"/>
            <a:ext cx="6105240" cy="145692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 sz="6000" b="0" strike="noStrike" spc="-1" dirty="0">
                <a:solidFill>
                  <a:schemeClr val="accent1"/>
                </a:solidFill>
                <a:latin typeface="Caveat Brush"/>
                <a:ea typeface="Caveat Brush"/>
              </a:rPr>
              <a:t> Incremental Plagiarism</a:t>
            </a:r>
            <a:endParaRPr lang="fr-FR" sz="6000" b="0" strike="noStrike" spc="-1" dirty="0">
              <a:solidFill>
                <a:schemeClr val="dk1"/>
              </a:solidFill>
              <a:latin typeface="Arial"/>
            </a:endParaRPr>
          </a:p>
        </p:txBody>
      </p:sp>
      <p:sp>
        <p:nvSpPr>
          <p:cNvPr id="187" name="PlaceHolder 2"/>
          <p:cNvSpPr>
            <a:spLocks noGrp="1"/>
          </p:cNvSpPr>
          <p:nvPr>
            <p:ph type="subTitle"/>
          </p:nvPr>
        </p:nvSpPr>
        <p:spPr>
          <a:xfrm>
            <a:off x="1691328" y="1877957"/>
            <a:ext cx="6008770" cy="2978267"/>
          </a:xfrm>
          <a:prstGeom prst="rect">
            <a:avLst/>
          </a:prstGeom>
          <a:noFill/>
          <a:ln w="0">
            <a:noFill/>
          </a:ln>
        </p:spPr>
        <p:txBody>
          <a:bodyPr lIns="91440" tIns="91440" rIns="91440" bIns="91440" anchor="t">
            <a:normAutofit fontScale="25000" lnSpcReduction="20000"/>
          </a:bodyPr>
          <a:lstStyle/>
          <a:p>
            <a:pPr>
              <a:buFont typeface="Wingdings" panose="05000000000000000000" pitchFamily="2" charset="2"/>
              <a:buChar char="q"/>
            </a:pPr>
            <a:r>
              <a:rPr lang="en-US" sz="6400" b="1" dirty="0">
                <a:solidFill>
                  <a:schemeClr val="accent2"/>
                </a:solidFill>
                <a:latin typeface="Albert Sans"/>
              </a:rPr>
              <a:t>What is it?</a:t>
            </a:r>
          </a:p>
          <a:p>
            <a:r>
              <a:rPr lang="en-US" sz="5600" dirty="0">
                <a:solidFill>
                  <a:schemeClr val="accent2"/>
                </a:solidFill>
                <a:latin typeface="Albert Sans"/>
              </a:rPr>
              <a:t>Most of the work is yours but small pieces (quotes, facts, phrases) are taken from others </a:t>
            </a:r>
            <a:r>
              <a:rPr lang="en-US" sz="5600" i="1" dirty="0">
                <a:solidFill>
                  <a:schemeClr val="accent2"/>
                </a:solidFill>
                <a:latin typeface="Albert Sans"/>
              </a:rPr>
              <a:t>without citation</a:t>
            </a:r>
            <a:r>
              <a:rPr lang="en-US" sz="5600" dirty="0">
                <a:solidFill>
                  <a:schemeClr val="accent2"/>
                </a:solidFill>
                <a:latin typeface="Albert Sans"/>
              </a:rPr>
              <a:t>.</a:t>
            </a:r>
          </a:p>
          <a:p>
            <a:r>
              <a:rPr lang="en-US" sz="5600" dirty="0">
                <a:solidFill>
                  <a:schemeClr val="accent2"/>
                </a:solidFill>
                <a:latin typeface="Albert Sans"/>
              </a:rPr>
              <a:t> </a:t>
            </a:r>
            <a:r>
              <a:rPr lang="en-US" sz="5600" b="1" dirty="0">
                <a:solidFill>
                  <a:schemeClr val="accent2"/>
                </a:solidFill>
                <a:latin typeface="Albert Sans"/>
              </a:rPr>
              <a:t>Example: You</a:t>
            </a:r>
            <a:r>
              <a:rPr lang="en-US" sz="5600" dirty="0">
                <a:solidFill>
                  <a:schemeClr val="accent2"/>
                </a:solidFill>
                <a:latin typeface="Albert Sans"/>
              </a:rPr>
              <a:t> write your own speech but copy a few sentences or stats from  online articles and forget to mention them.</a:t>
            </a:r>
          </a:p>
          <a:p>
            <a:pPr>
              <a:buFont typeface="Wingdings" panose="05000000000000000000" pitchFamily="2" charset="2"/>
              <a:buChar char="q"/>
            </a:pPr>
            <a:r>
              <a:rPr lang="en-US" sz="5600" dirty="0">
                <a:solidFill>
                  <a:schemeClr val="accent2"/>
                </a:solidFill>
                <a:latin typeface="Albert Sans"/>
              </a:rPr>
              <a:t> </a:t>
            </a:r>
            <a:r>
              <a:rPr lang="en-US" sz="6400" b="1" dirty="0">
                <a:solidFill>
                  <a:schemeClr val="accent2"/>
                </a:solidFill>
                <a:latin typeface="Albert Sans"/>
              </a:rPr>
              <a:t>Why it's serious:</a:t>
            </a:r>
          </a:p>
          <a:p>
            <a:r>
              <a:rPr lang="en-US" sz="5600" dirty="0">
                <a:solidFill>
                  <a:schemeClr val="accent2"/>
                </a:solidFill>
                <a:latin typeface="Albert Sans"/>
              </a:rPr>
              <a:t>Your teacher or audience doesn’t know what’s yours and what’s not and that’s misleading.</a:t>
            </a:r>
          </a:p>
          <a:p>
            <a:pPr>
              <a:buFont typeface="Wingdings" panose="05000000000000000000" pitchFamily="2" charset="2"/>
              <a:buChar char="q"/>
            </a:pPr>
            <a:r>
              <a:rPr lang="en-US" sz="5600" dirty="0">
                <a:solidFill>
                  <a:schemeClr val="accent2"/>
                </a:solidFill>
                <a:latin typeface="Albert Sans"/>
              </a:rPr>
              <a:t> </a:t>
            </a:r>
            <a:r>
              <a:rPr lang="en-US" sz="6400" b="1" dirty="0">
                <a:solidFill>
                  <a:schemeClr val="accent2"/>
                </a:solidFill>
                <a:latin typeface="Albert Sans"/>
              </a:rPr>
              <a:t>Remember:</a:t>
            </a:r>
          </a:p>
          <a:p>
            <a:r>
              <a:rPr lang="en-US" sz="5600" dirty="0">
                <a:solidFill>
                  <a:schemeClr val="accent2"/>
                </a:solidFill>
                <a:latin typeface="Albert Sans"/>
              </a:rPr>
              <a:t>Even </a:t>
            </a:r>
            <a:r>
              <a:rPr lang="en-US" sz="5600" i="1" dirty="0">
                <a:solidFill>
                  <a:schemeClr val="accent2"/>
                </a:solidFill>
                <a:latin typeface="Albert Sans"/>
              </a:rPr>
              <a:t>a single sentence or idea</a:t>
            </a:r>
            <a:r>
              <a:rPr lang="en-US" sz="5600" dirty="0">
                <a:solidFill>
                  <a:schemeClr val="accent2"/>
                </a:solidFill>
                <a:latin typeface="Albert Sans"/>
              </a:rPr>
              <a:t> from someone else must be properly credited (Lucas, 2001).</a:t>
            </a:r>
          </a:p>
          <a:p>
            <a:pPr indent="0" algn="ctr">
              <a:lnSpc>
                <a:spcPct val="100000"/>
              </a:lnSpc>
              <a:buNone/>
              <a:tabLst>
                <a:tab pos="0" algn="l"/>
              </a:tabLst>
            </a:pPr>
            <a:endParaRPr lang="en-US" sz="1600" b="0" strike="noStrike" spc="-1" dirty="0">
              <a:solidFill>
                <a:srgbClr val="FFFFFF"/>
              </a:solidFill>
              <a:latin typeface="OpenSymbol"/>
            </a:endParaRPr>
          </a:p>
        </p:txBody>
      </p:sp>
      <p:sp>
        <p:nvSpPr>
          <p:cNvPr id="188" name="Google Shape;306;p41"/>
          <p:cNvSpPr/>
          <p:nvPr/>
        </p:nvSpPr>
        <p:spPr>
          <a:xfrm rot="2532600">
            <a:off x="3381480" y="163080"/>
            <a:ext cx="736560" cy="649440"/>
          </a:xfrm>
          <a:custGeom>
            <a:avLst/>
            <a:gdLst>
              <a:gd name="textAreaLeft" fmla="*/ 0 w 736560"/>
              <a:gd name="textAreaRight" fmla="*/ 736920 w 736560"/>
              <a:gd name="textAreaTop" fmla="*/ 0 h 649440"/>
              <a:gd name="textAreaBottom" fmla="*/ 649800 h 649440"/>
            </a:gdLst>
            <a:ahLst/>
            <a:cxnLst/>
            <a:rect l="textAreaLeft" t="textAreaTop" r="textAreaRight" b="textAreaBottom"/>
            <a:pathLst>
              <a:path w="579097" h="510716">
                <a:moveTo>
                  <a:pt x="210945" y="39399"/>
                </a:moveTo>
                <a:cubicBezTo>
                  <a:pt x="111789" y="86929"/>
                  <a:pt x="35780" y="180083"/>
                  <a:pt x="9110" y="286668"/>
                </a:cubicBezTo>
                <a:cubicBezTo>
                  <a:pt x="-1749" y="330102"/>
                  <a:pt x="-4606" y="376870"/>
                  <a:pt x="10062" y="419161"/>
                </a:cubicBezTo>
                <a:cubicBezTo>
                  <a:pt x="24731" y="461452"/>
                  <a:pt x="59211" y="498504"/>
                  <a:pt x="102931" y="508124"/>
                </a:cubicBezTo>
                <a:cubicBezTo>
                  <a:pt x="170749" y="522983"/>
                  <a:pt x="234662" y="471453"/>
                  <a:pt x="278572" y="417827"/>
                </a:cubicBezTo>
                <a:cubicBezTo>
                  <a:pt x="322577" y="364106"/>
                  <a:pt x="363630" y="301051"/>
                  <a:pt x="429257" y="278476"/>
                </a:cubicBezTo>
                <a:cubicBezTo>
                  <a:pt x="453546" y="270094"/>
                  <a:pt x="479740" y="267999"/>
                  <a:pt x="503552" y="258188"/>
                </a:cubicBezTo>
                <a:cubicBezTo>
                  <a:pt x="589944" y="222469"/>
                  <a:pt x="606708" y="90548"/>
                  <a:pt x="530508" y="36541"/>
                </a:cubicBezTo>
                <a:cubicBezTo>
                  <a:pt x="446974" y="-22609"/>
                  <a:pt x="295907" y="-1273"/>
                  <a:pt x="211040" y="39399"/>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9" name="Google Shape;307;p41"/>
          <p:cNvSpPr/>
          <p:nvPr/>
        </p:nvSpPr>
        <p:spPr>
          <a:xfrm rot="9907200">
            <a:off x="-89280" y="-581760"/>
            <a:ext cx="2714760" cy="2418840"/>
          </a:xfrm>
          <a:custGeom>
            <a:avLst/>
            <a:gdLst>
              <a:gd name="textAreaLeft" fmla="*/ 0 w 2714760"/>
              <a:gd name="textAreaRight" fmla="*/ 2715120 w 2714760"/>
              <a:gd name="textAreaTop" fmla="*/ 0 h 2418840"/>
              <a:gd name="textAreaBottom" fmla="*/ 2419200 h 2418840"/>
            </a:gdLst>
            <a:ahLst/>
            <a:cxnLst/>
            <a:rect l="textAreaLeft" t="textAreaTop" r="textAreaRight" b="textAreaBottom"/>
            <a:pathLst>
              <a:path w="1776031" h="1582483">
                <a:moveTo>
                  <a:pt x="804196" y="1582484"/>
                </a:moveTo>
                <a:lnTo>
                  <a:pt x="804196" y="1568768"/>
                </a:lnTo>
                <a:cubicBezTo>
                  <a:pt x="811911" y="1568768"/>
                  <a:pt x="819722" y="1568768"/>
                  <a:pt x="827532" y="1568482"/>
                </a:cubicBezTo>
                <a:lnTo>
                  <a:pt x="827818" y="1582198"/>
                </a:lnTo>
                <a:cubicBezTo>
                  <a:pt x="819912" y="1582388"/>
                  <a:pt x="812101" y="1582484"/>
                  <a:pt x="804196" y="1582484"/>
                </a:cubicBezTo>
                <a:close/>
                <a:moveTo>
                  <a:pt x="780574" y="1582293"/>
                </a:moveTo>
                <a:cubicBezTo>
                  <a:pt x="772668" y="1582103"/>
                  <a:pt x="764858" y="1581912"/>
                  <a:pt x="756952" y="1581531"/>
                </a:cubicBezTo>
                <a:lnTo>
                  <a:pt x="757523" y="1567815"/>
                </a:lnTo>
                <a:cubicBezTo>
                  <a:pt x="765334" y="1568101"/>
                  <a:pt x="773049" y="1568387"/>
                  <a:pt x="780860" y="1568577"/>
                </a:cubicBezTo>
                <a:lnTo>
                  <a:pt x="780574" y="1582293"/>
                </a:lnTo>
                <a:close/>
                <a:moveTo>
                  <a:pt x="851440" y="1581531"/>
                </a:moveTo>
                <a:lnTo>
                  <a:pt x="850868" y="1567815"/>
                </a:lnTo>
                <a:cubicBezTo>
                  <a:pt x="858679" y="1567529"/>
                  <a:pt x="866394" y="1567053"/>
                  <a:pt x="874205" y="1566577"/>
                </a:cubicBezTo>
                <a:lnTo>
                  <a:pt x="875062" y="1580293"/>
                </a:lnTo>
                <a:cubicBezTo>
                  <a:pt x="867156" y="1580769"/>
                  <a:pt x="859346" y="1581150"/>
                  <a:pt x="851440" y="1581531"/>
                </a:cubicBezTo>
                <a:close/>
                <a:moveTo>
                  <a:pt x="733330" y="1580293"/>
                </a:moveTo>
                <a:cubicBezTo>
                  <a:pt x="725424" y="1579817"/>
                  <a:pt x="717613" y="1579150"/>
                  <a:pt x="709708" y="1578483"/>
                </a:cubicBezTo>
                <a:lnTo>
                  <a:pt x="710851" y="1564862"/>
                </a:lnTo>
                <a:cubicBezTo>
                  <a:pt x="718566" y="1565529"/>
                  <a:pt x="726376" y="1566101"/>
                  <a:pt x="734092" y="1566577"/>
                </a:cubicBezTo>
                <a:lnTo>
                  <a:pt x="733235" y="1580293"/>
                </a:lnTo>
                <a:close/>
                <a:moveTo>
                  <a:pt x="898588" y="1578578"/>
                </a:moveTo>
                <a:lnTo>
                  <a:pt x="897446" y="1564958"/>
                </a:lnTo>
                <a:cubicBezTo>
                  <a:pt x="905161" y="1564291"/>
                  <a:pt x="912971" y="1563624"/>
                  <a:pt x="920687" y="1562862"/>
                </a:cubicBezTo>
                <a:lnTo>
                  <a:pt x="922020" y="1576483"/>
                </a:lnTo>
                <a:cubicBezTo>
                  <a:pt x="914210" y="1577245"/>
                  <a:pt x="906304" y="1578007"/>
                  <a:pt x="898493" y="1578578"/>
                </a:cubicBezTo>
                <a:close/>
                <a:moveTo>
                  <a:pt x="686276" y="1576197"/>
                </a:moveTo>
                <a:cubicBezTo>
                  <a:pt x="678466" y="1575340"/>
                  <a:pt x="670655" y="1574387"/>
                  <a:pt x="662749" y="1573339"/>
                </a:cubicBezTo>
                <a:lnTo>
                  <a:pt x="664559" y="1559719"/>
                </a:lnTo>
                <a:cubicBezTo>
                  <a:pt x="672274" y="1560767"/>
                  <a:pt x="679990" y="1561719"/>
                  <a:pt x="687705" y="1562576"/>
                </a:cubicBezTo>
                <a:lnTo>
                  <a:pt x="686181" y="1576197"/>
                </a:lnTo>
                <a:close/>
                <a:moveTo>
                  <a:pt x="945547" y="1573911"/>
                </a:moveTo>
                <a:lnTo>
                  <a:pt x="943928" y="1560290"/>
                </a:lnTo>
                <a:cubicBezTo>
                  <a:pt x="951643" y="1559338"/>
                  <a:pt x="959358" y="1558385"/>
                  <a:pt x="967073" y="1557338"/>
                </a:cubicBezTo>
                <a:lnTo>
                  <a:pt x="968978" y="1570958"/>
                </a:lnTo>
                <a:cubicBezTo>
                  <a:pt x="961168" y="1572006"/>
                  <a:pt x="953357" y="1573054"/>
                  <a:pt x="945547" y="1573911"/>
                </a:cubicBezTo>
                <a:close/>
                <a:moveTo>
                  <a:pt x="639318" y="1569815"/>
                </a:moveTo>
                <a:cubicBezTo>
                  <a:pt x="631508" y="1568577"/>
                  <a:pt x="623792" y="1567243"/>
                  <a:pt x="615982" y="1565815"/>
                </a:cubicBezTo>
                <a:lnTo>
                  <a:pt x="618459" y="1552385"/>
                </a:lnTo>
                <a:cubicBezTo>
                  <a:pt x="626078" y="1553813"/>
                  <a:pt x="633794" y="1555147"/>
                  <a:pt x="641413" y="1556385"/>
                </a:cubicBezTo>
                <a:lnTo>
                  <a:pt x="639223" y="1569910"/>
                </a:lnTo>
                <a:close/>
                <a:moveTo>
                  <a:pt x="992315" y="1567529"/>
                </a:moveTo>
                <a:lnTo>
                  <a:pt x="990219" y="1554004"/>
                </a:lnTo>
                <a:cubicBezTo>
                  <a:pt x="997934" y="1552861"/>
                  <a:pt x="1005649" y="1551527"/>
                  <a:pt x="1013269" y="1550289"/>
                </a:cubicBezTo>
                <a:lnTo>
                  <a:pt x="1015556" y="1563814"/>
                </a:lnTo>
                <a:cubicBezTo>
                  <a:pt x="1007841" y="1565148"/>
                  <a:pt x="1000030" y="1566386"/>
                  <a:pt x="992219" y="1567625"/>
                </a:cubicBezTo>
                <a:close/>
                <a:moveTo>
                  <a:pt x="592836" y="1561148"/>
                </a:moveTo>
                <a:cubicBezTo>
                  <a:pt x="585121" y="1559528"/>
                  <a:pt x="577406" y="1557814"/>
                  <a:pt x="569785" y="1555909"/>
                </a:cubicBezTo>
                <a:lnTo>
                  <a:pt x="572929" y="1542574"/>
                </a:lnTo>
                <a:cubicBezTo>
                  <a:pt x="580454" y="1544384"/>
                  <a:pt x="588074" y="1546098"/>
                  <a:pt x="595694" y="1547717"/>
                </a:cubicBezTo>
                <a:lnTo>
                  <a:pt x="592836" y="1561148"/>
                </a:lnTo>
                <a:close/>
                <a:moveTo>
                  <a:pt x="1038892" y="1559528"/>
                </a:moveTo>
                <a:lnTo>
                  <a:pt x="1036320" y="1546098"/>
                </a:lnTo>
                <a:cubicBezTo>
                  <a:pt x="1043940" y="1544669"/>
                  <a:pt x="1051655" y="1543145"/>
                  <a:pt x="1059275" y="1541621"/>
                </a:cubicBezTo>
                <a:lnTo>
                  <a:pt x="1062038" y="1555052"/>
                </a:lnTo>
                <a:cubicBezTo>
                  <a:pt x="1054323" y="1556671"/>
                  <a:pt x="1046607" y="1558195"/>
                  <a:pt x="1038892" y="1559624"/>
                </a:cubicBezTo>
                <a:close/>
                <a:moveTo>
                  <a:pt x="546830" y="1550194"/>
                </a:moveTo>
                <a:cubicBezTo>
                  <a:pt x="539210" y="1548193"/>
                  <a:pt x="531591" y="1546003"/>
                  <a:pt x="524065" y="1543812"/>
                </a:cubicBezTo>
                <a:lnTo>
                  <a:pt x="527971" y="1530668"/>
                </a:lnTo>
                <a:cubicBezTo>
                  <a:pt x="535400" y="1532858"/>
                  <a:pt x="542925" y="1534954"/>
                  <a:pt x="550450" y="1536954"/>
                </a:cubicBezTo>
                <a:lnTo>
                  <a:pt x="546926" y="1550194"/>
                </a:lnTo>
                <a:close/>
                <a:moveTo>
                  <a:pt x="1085088" y="1550099"/>
                </a:moveTo>
                <a:lnTo>
                  <a:pt x="1082135" y="1536764"/>
                </a:lnTo>
                <a:cubicBezTo>
                  <a:pt x="1089755" y="1535049"/>
                  <a:pt x="1097375" y="1533335"/>
                  <a:pt x="1104900" y="1531525"/>
                </a:cubicBezTo>
                <a:lnTo>
                  <a:pt x="1108043" y="1544860"/>
                </a:lnTo>
                <a:cubicBezTo>
                  <a:pt x="1100423" y="1546670"/>
                  <a:pt x="1092708" y="1548384"/>
                  <a:pt x="1085088" y="1550099"/>
                </a:cubicBezTo>
                <a:close/>
                <a:moveTo>
                  <a:pt x="1130999" y="1539240"/>
                </a:moveTo>
                <a:lnTo>
                  <a:pt x="1127665" y="1526000"/>
                </a:lnTo>
                <a:cubicBezTo>
                  <a:pt x="1135190" y="1524095"/>
                  <a:pt x="1142810" y="1522095"/>
                  <a:pt x="1150334" y="1520095"/>
                </a:cubicBezTo>
                <a:lnTo>
                  <a:pt x="1153858" y="1533335"/>
                </a:lnTo>
                <a:cubicBezTo>
                  <a:pt x="1146239" y="1535335"/>
                  <a:pt x="1138619" y="1537335"/>
                  <a:pt x="1130999" y="1539240"/>
                </a:cubicBezTo>
                <a:close/>
                <a:moveTo>
                  <a:pt x="501396" y="1536859"/>
                </a:moveTo>
                <a:cubicBezTo>
                  <a:pt x="493871" y="1534478"/>
                  <a:pt x="486442" y="1531906"/>
                  <a:pt x="478917" y="1529334"/>
                </a:cubicBezTo>
                <a:lnTo>
                  <a:pt x="483489" y="1516380"/>
                </a:lnTo>
                <a:cubicBezTo>
                  <a:pt x="490823" y="1518952"/>
                  <a:pt x="498158" y="1521428"/>
                  <a:pt x="505587" y="1523810"/>
                </a:cubicBezTo>
                <a:lnTo>
                  <a:pt x="501396" y="1536859"/>
                </a:lnTo>
                <a:close/>
                <a:moveTo>
                  <a:pt x="1176528" y="1527048"/>
                </a:moveTo>
                <a:lnTo>
                  <a:pt x="1172813" y="1513904"/>
                </a:lnTo>
                <a:cubicBezTo>
                  <a:pt x="1180338" y="1511808"/>
                  <a:pt x="1187767" y="1509617"/>
                  <a:pt x="1195293" y="1507331"/>
                </a:cubicBezTo>
                <a:lnTo>
                  <a:pt x="1199198" y="1520476"/>
                </a:lnTo>
                <a:cubicBezTo>
                  <a:pt x="1191673" y="1522762"/>
                  <a:pt x="1184148" y="1524953"/>
                  <a:pt x="1176528" y="1527048"/>
                </a:cubicBezTo>
                <a:close/>
                <a:moveTo>
                  <a:pt x="456724" y="1521143"/>
                </a:moveTo>
                <a:cubicBezTo>
                  <a:pt x="449390" y="1518285"/>
                  <a:pt x="442055" y="1515428"/>
                  <a:pt x="434721" y="1512380"/>
                </a:cubicBezTo>
                <a:lnTo>
                  <a:pt x="439960" y="1499711"/>
                </a:lnTo>
                <a:cubicBezTo>
                  <a:pt x="447104" y="1502664"/>
                  <a:pt x="454342" y="1505522"/>
                  <a:pt x="461581" y="1508284"/>
                </a:cubicBezTo>
                <a:lnTo>
                  <a:pt x="456724" y="1521047"/>
                </a:lnTo>
                <a:close/>
                <a:moveTo>
                  <a:pt x="1221772" y="1513523"/>
                </a:moveTo>
                <a:lnTo>
                  <a:pt x="1217676" y="1500473"/>
                </a:lnTo>
                <a:cubicBezTo>
                  <a:pt x="1225106" y="1498187"/>
                  <a:pt x="1232535" y="1495806"/>
                  <a:pt x="1239965" y="1493330"/>
                </a:cubicBezTo>
                <a:lnTo>
                  <a:pt x="1244251" y="1506379"/>
                </a:lnTo>
                <a:cubicBezTo>
                  <a:pt x="1236726" y="1508855"/>
                  <a:pt x="1229297" y="1511237"/>
                  <a:pt x="1221772" y="1513618"/>
                </a:cubicBezTo>
                <a:close/>
                <a:moveTo>
                  <a:pt x="413004" y="1503045"/>
                </a:moveTo>
                <a:cubicBezTo>
                  <a:pt x="405765" y="1499807"/>
                  <a:pt x="398621" y="1496473"/>
                  <a:pt x="391573" y="1493044"/>
                </a:cubicBezTo>
                <a:lnTo>
                  <a:pt x="397478" y="1480661"/>
                </a:lnTo>
                <a:cubicBezTo>
                  <a:pt x="404431" y="1483995"/>
                  <a:pt x="411480" y="1487329"/>
                  <a:pt x="418624" y="1490472"/>
                </a:cubicBezTo>
                <a:lnTo>
                  <a:pt x="413004" y="1502950"/>
                </a:lnTo>
                <a:close/>
                <a:moveTo>
                  <a:pt x="1266539" y="1498759"/>
                </a:moveTo>
                <a:lnTo>
                  <a:pt x="1262063" y="1485805"/>
                </a:lnTo>
                <a:cubicBezTo>
                  <a:pt x="1269397" y="1483233"/>
                  <a:pt x="1276731" y="1480661"/>
                  <a:pt x="1284066" y="1477994"/>
                </a:cubicBezTo>
                <a:lnTo>
                  <a:pt x="1288733" y="1490853"/>
                </a:lnTo>
                <a:cubicBezTo>
                  <a:pt x="1281303" y="1493520"/>
                  <a:pt x="1273969" y="1496187"/>
                  <a:pt x="1266539" y="1498759"/>
                </a:cubicBezTo>
                <a:close/>
                <a:moveTo>
                  <a:pt x="1310831" y="1482566"/>
                </a:moveTo>
                <a:lnTo>
                  <a:pt x="1305878" y="1469803"/>
                </a:lnTo>
                <a:cubicBezTo>
                  <a:pt x="1313117" y="1467041"/>
                  <a:pt x="1320356" y="1464088"/>
                  <a:pt x="1327594" y="1461135"/>
                </a:cubicBezTo>
                <a:lnTo>
                  <a:pt x="1332738" y="1473803"/>
                </a:lnTo>
                <a:cubicBezTo>
                  <a:pt x="1325404" y="1476756"/>
                  <a:pt x="1318165" y="1479709"/>
                  <a:pt x="1310831" y="1482566"/>
                </a:cubicBezTo>
                <a:close/>
                <a:moveTo>
                  <a:pt x="370332" y="1482471"/>
                </a:moveTo>
                <a:cubicBezTo>
                  <a:pt x="363283" y="1478852"/>
                  <a:pt x="356330" y="1475137"/>
                  <a:pt x="349473" y="1471232"/>
                </a:cubicBezTo>
                <a:lnTo>
                  <a:pt x="356140" y="1459230"/>
                </a:lnTo>
                <a:cubicBezTo>
                  <a:pt x="362903" y="1463040"/>
                  <a:pt x="369760" y="1466660"/>
                  <a:pt x="376619" y="1470279"/>
                </a:cubicBezTo>
                <a:lnTo>
                  <a:pt x="370332" y="1482471"/>
                </a:lnTo>
                <a:close/>
                <a:moveTo>
                  <a:pt x="1354550" y="1464659"/>
                </a:moveTo>
                <a:lnTo>
                  <a:pt x="1349121" y="1452086"/>
                </a:lnTo>
                <a:cubicBezTo>
                  <a:pt x="1356265" y="1449038"/>
                  <a:pt x="1363408" y="1445800"/>
                  <a:pt x="1370457" y="1442561"/>
                </a:cubicBezTo>
                <a:lnTo>
                  <a:pt x="1376172" y="1455039"/>
                </a:lnTo>
                <a:cubicBezTo>
                  <a:pt x="1369028" y="1458278"/>
                  <a:pt x="1361789" y="1461516"/>
                  <a:pt x="1354550" y="1464659"/>
                </a:cubicBezTo>
                <a:close/>
                <a:moveTo>
                  <a:pt x="328994" y="1459516"/>
                </a:moveTo>
                <a:cubicBezTo>
                  <a:pt x="322231" y="1455515"/>
                  <a:pt x="315468" y="1451324"/>
                  <a:pt x="308801" y="1447038"/>
                </a:cubicBezTo>
                <a:lnTo>
                  <a:pt x="316135" y="1435513"/>
                </a:lnTo>
                <a:cubicBezTo>
                  <a:pt x="322707" y="1439704"/>
                  <a:pt x="329279" y="1443800"/>
                  <a:pt x="335947" y="1447705"/>
                </a:cubicBezTo>
                <a:lnTo>
                  <a:pt x="328898" y="1459516"/>
                </a:lnTo>
                <a:close/>
                <a:moveTo>
                  <a:pt x="1397603" y="1445038"/>
                </a:moveTo>
                <a:lnTo>
                  <a:pt x="1391603" y="1432751"/>
                </a:lnTo>
                <a:cubicBezTo>
                  <a:pt x="1398651" y="1429322"/>
                  <a:pt x="1405604" y="1425893"/>
                  <a:pt x="1412462" y="1422368"/>
                </a:cubicBezTo>
                <a:lnTo>
                  <a:pt x="1418749" y="1434560"/>
                </a:lnTo>
                <a:cubicBezTo>
                  <a:pt x="1411700" y="1438180"/>
                  <a:pt x="1404652" y="1441704"/>
                  <a:pt x="1397603" y="1445133"/>
                </a:cubicBezTo>
                <a:close/>
                <a:moveTo>
                  <a:pt x="289084" y="1433989"/>
                </a:moveTo>
                <a:cubicBezTo>
                  <a:pt x="282607" y="1429512"/>
                  <a:pt x="276130" y="1424940"/>
                  <a:pt x="269748" y="1420273"/>
                </a:cubicBezTo>
                <a:lnTo>
                  <a:pt x="277844" y="1409224"/>
                </a:lnTo>
                <a:cubicBezTo>
                  <a:pt x="284131" y="1413796"/>
                  <a:pt x="290417" y="1418273"/>
                  <a:pt x="296799" y="1422654"/>
                </a:cubicBezTo>
                <a:lnTo>
                  <a:pt x="289084" y="1433989"/>
                </a:lnTo>
                <a:close/>
                <a:moveTo>
                  <a:pt x="1439704" y="1423416"/>
                </a:moveTo>
                <a:lnTo>
                  <a:pt x="1433131" y="1411414"/>
                </a:lnTo>
                <a:cubicBezTo>
                  <a:pt x="1439990" y="1407700"/>
                  <a:pt x="1446752" y="1403890"/>
                  <a:pt x="1453515" y="1399985"/>
                </a:cubicBezTo>
                <a:lnTo>
                  <a:pt x="1460373" y="1411891"/>
                </a:lnTo>
                <a:cubicBezTo>
                  <a:pt x="1453515" y="1415796"/>
                  <a:pt x="1446657" y="1419701"/>
                  <a:pt x="1439704" y="1423511"/>
                </a:cubicBezTo>
                <a:close/>
                <a:moveTo>
                  <a:pt x="250793" y="1405985"/>
                </a:moveTo>
                <a:cubicBezTo>
                  <a:pt x="244602" y="1401128"/>
                  <a:pt x="238411" y="1396175"/>
                  <a:pt x="232410" y="1391031"/>
                </a:cubicBezTo>
                <a:lnTo>
                  <a:pt x="241173" y="1380554"/>
                </a:lnTo>
                <a:cubicBezTo>
                  <a:pt x="247079" y="1385507"/>
                  <a:pt x="253174" y="1390460"/>
                  <a:pt x="259271" y="1395222"/>
                </a:cubicBezTo>
                <a:lnTo>
                  <a:pt x="250793" y="1405985"/>
                </a:lnTo>
                <a:close/>
                <a:moveTo>
                  <a:pt x="1480661" y="1399699"/>
                </a:moveTo>
                <a:lnTo>
                  <a:pt x="1473517" y="1388078"/>
                </a:lnTo>
                <a:cubicBezTo>
                  <a:pt x="1480185" y="1383983"/>
                  <a:pt x="1486757" y="1379792"/>
                  <a:pt x="1493234" y="1375601"/>
                </a:cubicBezTo>
                <a:lnTo>
                  <a:pt x="1500759" y="1387031"/>
                </a:lnTo>
                <a:cubicBezTo>
                  <a:pt x="1494187" y="1391317"/>
                  <a:pt x="1487519" y="1395603"/>
                  <a:pt x="1480756" y="1399699"/>
                </a:cubicBezTo>
                <a:close/>
                <a:moveTo>
                  <a:pt x="214408" y="1375505"/>
                </a:moveTo>
                <a:cubicBezTo>
                  <a:pt x="211455" y="1372838"/>
                  <a:pt x="208597" y="1370267"/>
                  <a:pt x="205740" y="1367600"/>
                </a:cubicBezTo>
                <a:cubicBezTo>
                  <a:pt x="202787" y="1364933"/>
                  <a:pt x="199930" y="1362170"/>
                  <a:pt x="197073" y="1359408"/>
                </a:cubicBezTo>
                <a:lnTo>
                  <a:pt x="206598" y="1349502"/>
                </a:lnTo>
                <a:cubicBezTo>
                  <a:pt x="209360" y="1352169"/>
                  <a:pt x="212217" y="1354836"/>
                  <a:pt x="215074" y="1357503"/>
                </a:cubicBezTo>
                <a:cubicBezTo>
                  <a:pt x="217932" y="1360170"/>
                  <a:pt x="220790" y="1362742"/>
                  <a:pt x="223647" y="1365314"/>
                </a:cubicBezTo>
                <a:lnTo>
                  <a:pt x="214503" y="1375505"/>
                </a:lnTo>
                <a:close/>
                <a:moveTo>
                  <a:pt x="1520285" y="1373696"/>
                </a:moveTo>
                <a:lnTo>
                  <a:pt x="1512475" y="1362456"/>
                </a:lnTo>
                <a:cubicBezTo>
                  <a:pt x="1518856" y="1357979"/>
                  <a:pt x="1525143" y="1353503"/>
                  <a:pt x="1531334" y="1348835"/>
                </a:cubicBezTo>
                <a:lnTo>
                  <a:pt x="1539526" y="1359789"/>
                </a:lnTo>
                <a:cubicBezTo>
                  <a:pt x="1533239" y="1364552"/>
                  <a:pt x="1526762" y="1369124"/>
                  <a:pt x="1520285" y="1373696"/>
                </a:cubicBezTo>
                <a:close/>
                <a:moveTo>
                  <a:pt x="1558290" y="1345311"/>
                </a:moveTo>
                <a:lnTo>
                  <a:pt x="1549717" y="1334643"/>
                </a:lnTo>
                <a:cubicBezTo>
                  <a:pt x="1555814" y="1329785"/>
                  <a:pt x="1561719" y="1324832"/>
                  <a:pt x="1567624" y="1319784"/>
                </a:cubicBezTo>
                <a:lnTo>
                  <a:pt x="1576578" y="1330166"/>
                </a:lnTo>
                <a:cubicBezTo>
                  <a:pt x="1570577" y="1335310"/>
                  <a:pt x="1564482" y="1340358"/>
                  <a:pt x="1558290" y="1345311"/>
                </a:cubicBezTo>
                <a:close/>
                <a:moveTo>
                  <a:pt x="180213" y="1342549"/>
                </a:moveTo>
                <a:cubicBezTo>
                  <a:pt x="174688" y="1336834"/>
                  <a:pt x="169354" y="1331119"/>
                  <a:pt x="164021" y="1325213"/>
                </a:cubicBezTo>
                <a:lnTo>
                  <a:pt x="174212" y="1316069"/>
                </a:lnTo>
                <a:cubicBezTo>
                  <a:pt x="179356" y="1321784"/>
                  <a:pt x="184690" y="1327499"/>
                  <a:pt x="190024" y="1333024"/>
                </a:cubicBezTo>
                <a:lnTo>
                  <a:pt x="180213" y="1342549"/>
                </a:lnTo>
                <a:close/>
                <a:moveTo>
                  <a:pt x="1594294" y="1314355"/>
                </a:moveTo>
                <a:lnTo>
                  <a:pt x="1584960" y="1304258"/>
                </a:lnTo>
                <a:cubicBezTo>
                  <a:pt x="1590675" y="1299020"/>
                  <a:pt x="1596199" y="1293590"/>
                  <a:pt x="1601724" y="1288161"/>
                </a:cubicBezTo>
                <a:lnTo>
                  <a:pt x="1611440" y="1297877"/>
                </a:lnTo>
                <a:cubicBezTo>
                  <a:pt x="1605820" y="1303496"/>
                  <a:pt x="1600105" y="1308926"/>
                  <a:pt x="1594294" y="1314355"/>
                </a:cubicBezTo>
                <a:close/>
                <a:moveTo>
                  <a:pt x="148495" y="1307306"/>
                </a:moveTo>
                <a:cubicBezTo>
                  <a:pt x="143447" y="1301210"/>
                  <a:pt x="138398" y="1295114"/>
                  <a:pt x="133540" y="1288828"/>
                </a:cubicBezTo>
                <a:lnTo>
                  <a:pt x="144304" y="1280446"/>
                </a:lnTo>
                <a:cubicBezTo>
                  <a:pt x="149066" y="1286542"/>
                  <a:pt x="153924" y="1292543"/>
                  <a:pt x="158877" y="1298543"/>
                </a:cubicBezTo>
                <a:lnTo>
                  <a:pt x="148399" y="1307306"/>
                </a:lnTo>
                <a:close/>
                <a:moveTo>
                  <a:pt x="1627918" y="1280827"/>
                </a:moveTo>
                <a:lnTo>
                  <a:pt x="1617821" y="1271492"/>
                </a:lnTo>
                <a:cubicBezTo>
                  <a:pt x="1623060" y="1265777"/>
                  <a:pt x="1628204" y="1260062"/>
                  <a:pt x="1633252" y="1254157"/>
                </a:cubicBezTo>
                <a:lnTo>
                  <a:pt x="1643634" y="1263015"/>
                </a:lnTo>
                <a:cubicBezTo>
                  <a:pt x="1638490" y="1269016"/>
                  <a:pt x="1633252" y="1274921"/>
                  <a:pt x="1627823" y="1280732"/>
                </a:cubicBezTo>
                <a:close/>
                <a:moveTo>
                  <a:pt x="119348" y="1269873"/>
                </a:moveTo>
                <a:cubicBezTo>
                  <a:pt x="114681" y="1263491"/>
                  <a:pt x="110204" y="1257014"/>
                  <a:pt x="105823" y="1250442"/>
                </a:cubicBezTo>
                <a:lnTo>
                  <a:pt x="117158" y="1242822"/>
                </a:lnTo>
                <a:cubicBezTo>
                  <a:pt x="121444" y="1249299"/>
                  <a:pt x="125921" y="1255585"/>
                  <a:pt x="130398" y="1261872"/>
                </a:cubicBezTo>
                <a:lnTo>
                  <a:pt x="119253" y="1269873"/>
                </a:lnTo>
                <a:close/>
                <a:moveTo>
                  <a:pt x="1658683" y="1244632"/>
                </a:moveTo>
                <a:lnTo>
                  <a:pt x="1647920" y="1236155"/>
                </a:lnTo>
                <a:cubicBezTo>
                  <a:pt x="1652683" y="1230059"/>
                  <a:pt x="1657255" y="1223867"/>
                  <a:pt x="1661827" y="1217581"/>
                </a:cubicBezTo>
                <a:lnTo>
                  <a:pt x="1672971" y="1225487"/>
                </a:lnTo>
                <a:cubicBezTo>
                  <a:pt x="1668399" y="1231964"/>
                  <a:pt x="1663637" y="1238250"/>
                  <a:pt x="1658779" y="1244537"/>
                </a:cubicBezTo>
                <a:close/>
                <a:moveTo>
                  <a:pt x="92964" y="1230439"/>
                </a:moveTo>
                <a:cubicBezTo>
                  <a:pt x="88773" y="1223677"/>
                  <a:pt x="84772" y="1216914"/>
                  <a:pt x="80867" y="1210056"/>
                </a:cubicBezTo>
                <a:lnTo>
                  <a:pt x="92774" y="1203293"/>
                </a:lnTo>
                <a:cubicBezTo>
                  <a:pt x="96583" y="1210056"/>
                  <a:pt x="100584" y="1216724"/>
                  <a:pt x="104680" y="1223296"/>
                </a:cubicBezTo>
                <a:lnTo>
                  <a:pt x="93059" y="1230535"/>
                </a:lnTo>
                <a:close/>
                <a:moveTo>
                  <a:pt x="1686306" y="1205960"/>
                </a:moveTo>
                <a:lnTo>
                  <a:pt x="1674781" y="1198531"/>
                </a:lnTo>
                <a:cubicBezTo>
                  <a:pt x="1677257" y="1194721"/>
                  <a:pt x="1679639" y="1190911"/>
                  <a:pt x="1682020" y="1187006"/>
                </a:cubicBezTo>
                <a:cubicBezTo>
                  <a:pt x="1683734" y="1184243"/>
                  <a:pt x="1685354" y="1181481"/>
                  <a:pt x="1686973" y="1178814"/>
                </a:cubicBezTo>
                <a:lnTo>
                  <a:pt x="1698784" y="1185767"/>
                </a:lnTo>
                <a:cubicBezTo>
                  <a:pt x="1697165" y="1188625"/>
                  <a:pt x="1695450" y="1191387"/>
                  <a:pt x="1693735" y="1194245"/>
                </a:cubicBezTo>
                <a:cubicBezTo>
                  <a:pt x="1691354" y="1198245"/>
                  <a:pt x="1688783" y="1202150"/>
                  <a:pt x="1686306" y="1206056"/>
                </a:cubicBezTo>
                <a:close/>
                <a:moveTo>
                  <a:pt x="69437" y="1189196"/>
                </a:moveTo>
                <a:cubicBezTo>
                  <a:pt x="65722" y="1182148"/>
                  <a:pt x="62198" y="1175099"/>
                  <a:pt x="58865" y="1167956"/>
                </a:cubicBezTo>
                <a:lnTo>
                  <a:pt x="71247" y="1162050"/>
                </a:lnTo>
                <a:cubicBezTo>
                  <a:pt x="74581" y="1169003"/>
                  <a:pt x="78010" y="1175957"/>
                  <a:pt x="81629" y="1182814"/>
                </a:cubicBezTo>
                <a:lnTo>
                  <a:pt x="69533" y="1189196"/>
                </a:lnTo>
                <a:close/>
                <a:moveTo>
                  <a:pt x="1710404" y="1164908"/>
                </a:moveTo>
                <a:lnTo>
                  <a:pt x="1698308" y="1158526"/>
                </a:lnTo>
                <a:cubicBezTo>
                  <a:pt x="1701927" y="1151668"/>
                  <a:pt x="1705356" y="1144714"/>
                  <a:pt x="1708594" y="1137761"/>
                </a:cubicBezTo>
                <a:lnTo>
                  <a:pt x="1720977" y="1143572"/>
                </a:lnTo>
                <a:cubicBezTo>
                  <a:pt x="1717643" y="1150715"/>
                  <a:pt x="1714119" y="1157859"/>
                  <a:pt x="1710404" y="1164908"/>
                </a:cubicBezTo>
                <a:close/>
                <a:moveTo>
                  <a:pt x="48958" y="1146429"/>
                </a:moveTo>
                <a:cubicBezTo>
                  <a:pt x="45816" y="1139190"/>
                  <a:pt x="42767" y="1131856"/>
                  <a:pt x="39910" y="1124426"/>
                </a:cubicBezTo>
                <a:lnTo>
                  <a:pt x="52673" y="1119473"/>
                </a:lnTo>
                <a:cubicBezTo>
                  <a:pt x="55435" y="1126712"/>
                  <a:pt x="58388" y="1133856"/>
                  <a:pt x="61436" y="1141000"/>
                </a:cubicBezTo>
                <a:lnTo>
                  <a:pt x="48863" y="1146429"/>
                </a:lnTo>
                <a:close/>
                <a:moveTo>
                  <a:pt x="1730598" y="1121855"/>
                </a:moveTo>
                <a:lnTo>
                  <a:pt x="1717929" y="1116616"/>
                </a:lnTo>
                <a:cubicBezTo>
                  <a:pt x="1720882" y="1109472"/>
                  <a:pt x="1723739" y="1102233"/>
                  <a:pt x="1726407" y="1094994"/>
                </a:cubicBezTo>
                <a:lnTo>
                  <a:pt x="1739265" y="1099757"/>
                </a:lnTo>
                <a:cubicBezTo>
                  <a:pt x="1736503" y="1107186"/>
                  <a:pt x="1733645" y="1114616"/>
                  <a:pt x="1730598" y="1121950"/>
                </a:cubicBezTo>
                <a:close/>
                <a:moveTo>
                  <a:pt x="31813" y="1102138"/>
                </a:moveTo>
                <a:cubicBezTo>
                  <a:pt x="29242" y="1094613"/>
                  <a:pt x="26765" y="1087088"/>
                  <a:pt x="24479" y="1079564"/>
                </a:cubicBezTo>
                <a:lnTo>
                  <a:pt x="37624" y="1075563"/>
                </a:lnTo>
                <a:cubicBezTo>
                  <a:pt x="39814" y="1082993"/>
                  <a:pt x="42196" y="1090327"/>
                  <a:pt x="44767" y="1097661"/>
                </a:cubicBezTo>
                <a:lnTo>
                  <a:pt x="31813" y="1102138"/>
                </a:lnTo>
                <a:close/>
                <a:moveTo>
                  <a:pt x="1746980" y="1077278"/>
                </a:moveTo>
                <a:lnTo>
                  <a:pt x="1733931" y="1073087"/>
                </a:lnTo>
                <a:cubicBezTo>
                  <a:pt x="1736312" y="1065752"/>
                  <a:pt x="1738503" y="1058323"/>
                  <a:pt x="1740503" y="1050893"/>
                </a:cubicBezTo>
                <a:lnTo>
                  <a:pt x="1753743" y="1054513"/>
                </a:lnTo>
                <a:cubicBezTo>
                  <a:pt x="1751648" y="1062133"/>
                  <a:pt x="1749362" y="1069753"/>
                  <a:pt x="1746980" y="1077278"/>
                </a:cubicBezTo>
                <a:close/>
                <a:moveTo>
                  <a:pt x="18097" y="1056608"/>
                </a:moveTo>
                <a:cubicBezTo>
                  <a:pt x="16097" y="1048893"/>
                  <a:pt x="14288" y="1041273"/>
                  <a:pt x="12573" y="1033463"/>
                </a:cubicBezTo>
                <a:lnTo>
                  <a:pt x="26003" y="1030605"/>
                </a:lnTo>
                <a:cubicBezTo>
                  <a:pt x="27622" y="1038130"/>
                  <a:pt x="29432" y="1045655"/>
                  <a:pt x="31337" y="1053179"/>
                </a:cubicBezTo>
                <a:lnTo>
                  <a:pt x="18097" y="1056608"/>
                </a:lnTo>
                <a:close/>
                <a:moveTo>
                  <a:pt x="1759553" y="1031462"/>
                </a:moveTo>
                <a:lnTo>
                  <a:pt x="1746218" y="1028319"/>
                </a:lnTo>
                <a:cubicBezTo>
                  <a:pt x="1747933" y="1020794"/>
                  <a:pt x="1749552" y="1013174"/>
                  <a:pt x="1750981" y="1005650"/>
                </a:cubicBezTo>
                <a:lnTo>
                  <a:pt x="1764411" y="1008221"/>
                </a:lnTo>
                <a:cubicBezTo>
                  <a:pt x="1762887" y="1016032"/>
                  <a:pt x="1761268" y="1023747"/>
                  <a:pt x="1759458" y="1031462"/>
                </a:cubicBezTo>
                <a:close/>
                <a:moveTo>
                  <a:pt x="8096" y="1010222"/>
                </a:moveTo>
                <a:cubicBezTo>
                  <a:pt x="6763" y="1002411"/>
                  <a:pt x="5525" y="994601"/>
                  <a:pt x="4572" y="986695"/>
                </a:cubicBezTo>
                <a:lnTo>
                  <a:pt x="18193" y="984885"/>
                </a:lnTo>
                <a:cubicBezTo>
                  <a:pt x="19145" y="992600"/>
                  <a:pt x="20384" y="1000220"/>
                  <a:pt x="21622" y="1007840"/>
                </a:cubicBezTo>
                <a:lnTo>
                  <a:pt x="8096" y="1010126"/>
                </a:lnTo>
                <a:close/>
                <a:moveTo>
                  <a:pt x="1768412" y="984790"/>
                </a:moveTo>
                <a:lnTo>
                  <a:pt x="1754886" y="982694"/>
                </a:lnTo>
                <a:cubicBezTo>
                  <a:pt x="1756029" y="975074"/>
                  <a:pt x="1757077" y="967359"/>
                  <a:pt x="1757934" y="959644"/>
                </a:cubicBezTo>
                <a:lnTo>
                  <a:pt x="1771555" y="961263"/>
                </a:lnTo>
                <a:cubicBezTo>
                  <a:pt x="1770602" y="969169"/>
                  <a:pt x="1769555" y="976979"/>
                  <a:pt x="1768412" y="984790"/>
                </a:cubicBezTo>
                <a:close/>
                <a:moveTo>
                  <a:pt x="2000" y="963073"/>
                </a:moveTo>
                <a:cubicBezTo>
                  <a:pt x="1334" y="955167"/>
                  <a:pt x="762" y="947261"/>
                  <a:pt x="476" y="939355"/>
                </a:cubicBezTo>
                <a:lnTo>
                  <a:pt x="14192" y="938784"/>
                </a:lnTo>
                <a:cubicBezTo>
                  <a:pt x="14478" y="946499"/>
                  <a:pt x="15050" y="954214"/>
                  <a:pt x="15716" y="961930"/>
                </a:cubicBezTo>
                <a:lnTo>
                  <a:pt x="2096" y="963073"/>
                </a:lnTo>
                <a:close/>
                <a:moveTo>
                  <a:pt x="1773936" y="937641"/>
                </a:moveTo>
                <a:lnTo>
                  <a:pt x="1760316" y="936593"/>
                </a:lnTo>
                <a:cubicBezTo>
                  <a:pt x="1760887" y="928878"/>
                  <a:pt x="1761363" y="921163"/>
                  <a:pt x="1761744" y="913352"/>
                </a:cubicBezTo>
                <a:lnTo>
                  <a:pt x="1775460" y="914019"/>
                </a:lnTo>
                <a:cubicBezTo>
                  <a:pt x="1775079" y="921925"/>
                  <a:pt x="1774603" y="929830"/>
                  <a:pt x="1774032" y="937641"/>
                </a:cubicBezTo>
                <a:close/>
                <a:moveTo>
                  <a:pt x="13716" y="915543"/>
                </a:moveTo>
                <a:lnTo>
                  <a:pt x="0" y="915543"/>
                </a:lnTo>
                <a:cubicBezTo>
                  <a:pt x="0" y="907637"/>
                  <a:pt x="190" y="899636"/>
                  <a:pt x="571" y="891730"/>
                </a:cubicBezTo>
                <a:lnTo>
                  <a:pt x="14288" y="892397"/>
                </a:lnTo>
                <a:cubicBezTo>
                  <a:pt x="13906" y="900113"/>
                  <a:pt x="13716" y="907828"/>
                  <a:pt x="13716" y="915543"/>
                </a:cubicBezTo>
                <a:close/>
                <a:moveTo>
                  <a:pt x="1776031" y="890302"/>
                </a:moveTo>
                <a:lnTo>
                  <a:pt x="1762315" y="890111"/>
                </a:lnTo>
                <a:cubicBezTo>
                  <a:pt x="1762315" y="887254"/>
                  <a:pt x="1762315" y="884396"/>
                  <a:pt x="1762315" y="881539"/>
                </a:cubicBezTo>
                <a:cubicBezTo>
                  <a:pt x="1762315" y="876586"/>
                  <a:pt x="1762315" y="871728"/>
                  <a:pt x="1762125" y="866775"/>
                </a:cubicBezTo>
                <a:lnTo>
                  <a:pt x="1775841" y="866489"/>
                </a:lnTo>
                <a:cubicBezTo>
                  <a:pt x="1775936" y="871538"/>
                  <a:pt x="1776031" y="876491"/>
                  <a:pt x="1776031" y="881539"/>
                </a:cubicBezTo>
                <a:cubicBezTo>
                  <a:pt x="1776031" y="884492"/>
                  <a:pt x="1776031" y="887349"/>
                  <a:pt x="1776031" y="890207"/>
                </a:cubicBezTo>
                <a:close/>
                <a:moveTo>
                  <a:pt x="15907" y="869347"/>
                </a:moveTo>
                <a:lnTo>
                  <a:pt x="2286" y="868013"/>
                </a:lnTo>
                <a:cubicBezTo>
                  <a:pt x="3048" y="860108"/>
                  <a:pt x="4001" y="852202"/>
                  <a:pt x="5144" y="844391"/>
                </a:cubicBezTo>
                <a:lnTo>
                  <a:pt x="18669" y="846392"/>
                </a:lnTo>
                <a:cubicBezTo>
                  <a:pt x="17526" y="854011"/>
                  <a:pt x="16669" y="861727"/>
                  <a:pt x="15907" y="869347"/>
                </a:cubicBezTo>
                <a:close/>
                <a:moveTo>
                  <a:pt x="1761363" y="843629"/>
                </a:moveTo>
                <a:cubicBezTo>
                  <a:pt x="1760982" y="835914"/>
                  <a:pt x="1760410" y="828104"/>
                  <a:pt x="1759839" y="820388"/>
                </a:cubicBezTo>
                <a:lnTo>
                  <a:pt x="1773460" y="819245"/>
                </a:lnTo>
                <a:cubicBezTo>
                  <a:pt x="1774126" y="827151"/>
                  <a:pt x="1774603" y="834961"/>
                  <a:pt x="1775079" y="842867"/>
                </a:cubicBezTo>
                <a:lnTo>
                  <a:pt x="1761363" y="843534"/>
                </a:lnTo>
                <a:close/>
                <a:moveTo>
                  <a:pt x="22479" y="823436"/>
                </a:moveTo>
                <a:lnTo>
                  <a:pt x="9049" y="820865"/>
                </a:lnTo>
                <a:cubicBezTo>
                  <a:pt x="10573" y="813054"/>
                  <a:pt x="12287" y="805339"/>
                  <a:pt x="14097" y="797624"/>
                </a:cubicBezTo>
                <a:lnTo>
                  <a:pt x="27432" y="800862"/>
                </a:lnTo>
                <a:cubicBezTo>
                  <a:pt x="25622" y="808387"/>
                  <a:pt x="24003" y="815911"/>
                  <a:pt x="22479" y="823532"/>
                </a:cubicBezTo>
                <a:close/>
                <a:moveTo>
                  <a:pt x="1757553" y="797243"/>
                </a:moveTo>
                <a:cubicBezTo>
                  <a:pt x="1756696" y="789527"/>
                  <a:pt x="1755743" y="781812"/>
                  <a:pt x="1754600" y="774097"/>
                </a:cubicBezTo>
                <a:lnTo>
                  <a:pt x="1768126" y="772192"/>
                </a:lnTo>
                <a:cubicBezTo>
                  <a:pt x="1769269" y="780002"/>
                  <a:pt x="1770221" y="787813"/>
                  <a:pt x="1771079" y="795719"/>
                </a:cubicBezTo>
                <a:lnTo>
                  <a:pt x="1757458" y="797243"/>
                </a:lnTo>
                <a:close/>
                <a:moveTo>
                  <a:pt x="33433" y="778478"/>
                </a:moveTo>
                <a:lnTo>
                  <a:pt x="20288" y="774668"/>
                </a:lnTo>
                <a:cubicBezTo>
                  <a:pt x="22479" y="767048"/>
                  <a:pt x="24860" y="759524"/>
                  <a:pt x="27432" y="751999"/>
                </a:cubicBezTo>
                <a:lnTo>
                  <a:pt x="40386" y="756476"/>
                </a:lnTo>
                <a:cubicBezTo>
                  <a:pt x="37910" y="763810"/>
                  <a:pt x="35528" y="771144"/>
                  <a:pt x="33433" y="778574"/>
                </a:cubicBezTo>
                <a:close/>
                <a:moveTo>
                  <a:pt x="1751076" y="751046"/>
                </a:moveTo>
                <a:cubicBezTo>
                  <a:pt x="1749742" y="743426"/>
                  <a:pt x="1748314" y="735711"/>
                  <a:pt x="1746885" y="728186"/>
                </a:cubicBezTo>
                <a:lnTo>
                  <a:pt x="1760316" y="725519"/>
                </a:lnTo>
                <a:cubicBezTo>
                  <a:pt x="1761839" y="733234"/>
                  <a:pt x="1763268" y="741045"/>
                  <a:pt x="1764601" y="748760"/>
                </a:cubicBezTo>
                <a:lnTo>
                  <a:pt x="1751076" y="751046"/>
                </a:lnTo>
                <a:close/>
                <a:moveTo>
                  <a:pt x="48387" y="734568"/>
                </a:moveTo>
                <a:lnTo>
                  <a:pt x="35623" y="729520"/>
                </a:lnTo>
                <a:cubicBezTo>
                  <a:pt x="38576" y="722186"/>
                  <a:pt x="41624" y="714851"/>
                  <a:pt x="44863" y="707612"/>
                </a:cubicBezTo>
                <a:lnTo>
                  <a:pt x="57340" y="713232"/>
                </a:lnTo>
                <a:cubicBezTo>
                  <a:pt x="54198" y="720281"/>
                  <a:pt x="51149" y="727424"/>
                  <a:pt x="48387" y="734568"/>
                </a:cubicBezTo>
                <a:close/>
                <a:moveTo>
                  <a:pt x="1741932" y="705422"/>
                </a:moveTo>
                <a:cubicBezTo>
                  <a:pt x="1740217" y="697802"/>
                  <a:pt x="1738408" y="690277"/>
                  <a:pt x="1736408" y="682752"/>
                </a:cubicBezTo>
                <a:lnTo>
                  <a:pt x="1749648" y="679323"/>
                </a:lnTo>
                <a:cubicBezTo>
                  <a:pt x="1751648" y="686943"/>
                  <a:pt x="1753457" y="694658"/>
                  <a:pt x="1755267" y="702374"/>
                </a:cubicBezTo>
                <a:lnTo>
                  <a:pt x="1741932" y="705422"/>
                </a:lnTo>
                <a:close/>
                <a:moveTo>
                  <a:pt x="67342" y="692277"/>
                </a:moveTo>
                <a:lnTo>
                  <a:pt x="55054" y="686086"/>
                </a:lnTo>
                <a:cubicBezTo>
                  <a:pt x="58579" y="679037"/>
                  <a:pt x="62389" y="671989"/>
                  <a:pt x="66199" y="665036"/>
                </a:cubicBezTo>
                <a:lnTo>
                  <a:pt x="78105" y="671703"/>
                </a:lnTo>
                <a:cubicBezTo>
                  <a:pt x="74295" y="678466"/>
                  <a:pt x="70676" y="685229"/>
                  <a:pt x="67247" y="692182"/>
                </a:cubicBezTo>
                <a:close/>
                <a:moveTo>
                  <a:pt x="1730407" y="660273"/>
                </a:moveTo>
                <a:cubicBezTo>
                  <a:pt x="1728311" y="652748"/>
                  <a:pt x="1726025" y="645319"/>
                  <a:pt x="1723739" y="637984"/>
                </a:cubicBezTo>
                <a:lnTo>
                  <a:pt x="1736789" y="633889"/>
                </a:lnTo>
                <a:cubicBezTo>
                  <a:pt x="1739170" y="641413"/>
                  <a:pt x="1741456" y="648938"/>
                  <a:pt x="1743551" y="656558"/>
                </a:cubicBezTo>
                <a:lnTo>
                  <a:pt x="1730407" y="660273"/>
                </a:lnTo>
                <a:close/>
                <a:moveTo>
                  <a:pt x="90011" y="651986"/>
                </a:moveTo>
                <a:lnTo>
                  <a:pt x="78391" y="644747"/>
                </a:lnTo>
                <a:cubicBezTo>
                  <a:pt x="82582" y="637984"/>
                  <a:pt x="86963" y="631412"/>
                  <a:pt x="91440" y="624840"/>
                </a:cubicBezTo>
                <a:lnTo>
                  <a:pt x="102679" y="632651"/>
                </a:lnTo>
                <a:cubicBezTo>
                  <a:pt x="98298" y="639032"/>
                  <a:pt x="94012" y="645414"/>
                  <a:pt x="89916" y="651986"/>
                </a:cubicBezTo>
                <a:close/>
                <a:moveTo>
                  <a:pt x="1716405" y="615791"/>
                </a:moveTo>
                <a:cubicBezTo>
                  <a:pt x="1713834" y="608457"/>
                  <a:pt x="1711262" y="601123"/>
                  <a:pt x="1708594" y="593884"/>
                </a:cubicBezTo>
                <a:lnTo>
                  <a:pt x="1721453" y="589121"/>
                </a:lnTo>
                <a:cubicBezTo>
                  <a:pt x="1724215" y="596456"/>
                  <a:pt x="1726883" y="603885"/>
                  <a:pt x="1729454" y="611410"/>
                </a:cubicBezTo>
                <a:lnTo>
                  <a:pt x="1716500" y="615886"/>
                </a:lnTo>
                <a:close/>
                <a:moveTo>
                  <a:pt x="116396" y="613886"/>
                </a:moveTo>
                <a:lnTo>
                  <a:pt x="105537" y="605600"/>
                </a:lnTo>
                <a:cubicBezTo>
                  <a:pt x="110395" y="599313"/>
                  <a:pt x="115348" y="593122"/>
                  <a:pt x="120396" y="587026"/>
                </a:cubicBezTo>
                <a:lnTo>
                  <a:pt x="130874" y="595884"/>
                </a:lnTo>
                <a:cubicBezTo>
                  <a:pt x="125921" y="601790"/>
                  <a:pt x="121063" y="607790"/>
                  <a:pt x="116396" y="613982"/>
                </a:cubicBezTo>
                <a:close/>
                <a:moveTo>
                  <a:pt x="146209" y="578453"/>
                </a:moveTo>
                <a:lnTo>
                  <a:pt x="136208" y="569119"/>
                </a:lnTo>
                <a:cubicBezTo>
                  <a:pt x="141637" y="563309"/>
                  <a:pt x="147161" y="557594"/>
                  <a:pt x="152876" y="552069"/>
                </a:cubicBezTo>
                <a:lnTo>
                  <a:pt x="162401" y="561880"/>
                </a:lnTo>
                <a:cubicBezTo>
                  <a:pt x="156877" y="567214"/>
                  <a:pt x="151447" y="572738"/>
                  <a:pt x="146209" y="578453"/>
                </a:cubicBezTo>
                <a:close/>
                <a:moveTo>
                  <a:pt x="1700308" y="571976"/>
                </a:moveTo>
                <a:cubicBezTo>
                  <a:pt x="1697546" y="564737"/>
                  <a:pt x="1694688" y="557403"/>
                  <a:pt x="1691831" y="550164"/>
                </a:cubicBezTo>
                <a:lnTo>
                  <a:pt x="1704594" y="545116"/>
                </a:lnTo>
                <a:cubicBezTo>
                  <a:pt x="1707451" y="552450"/>
                  <a:pt x="1710309" y="559784"/>
                  <a:pt x="1713071" y="567023"/>
                </a:cubicBezTo>
                <a:lnTo>
                  <a:pt x="1700308" y="571881"/>
                </a:lnTo>
                <a:close/>
                <a:moveTo>
                  <a:pt x="179260" y="546163"/>
                </a:moveTo>
                <a:lnTo>
                  <a:pt x="170212" y="535877"/>
                </a:lnTo>
                <a:cubicBezTo>
                  <a:pt x="176213" y="530638"/>
                  <a:pt x="182308" y="525494"/>
                  <a:pt x="188500" y="520636"/>
                </a:cubicBezTo>
                <a:lnTo>
                  <a:pt x="196977" y="531400"/>
                </a:lnTo>
                <a:cubicBezTo>
                  <a:pt x="190976" y="536162"/>
                  <a:pt x="184976" y="541115"/>
                  <a:pt x="179260" y="546259"/>
                </a:cubicBezTo>
                <a:close/>
                <a:moveTo>
                  <a:pt x="1683163" y="528352"/>
                </a:moveTo>
                <a:cubicBezTo>
                  <a:pt x="1680210" y="521113"/>
                  <a:pt x="1677257" y="513874"/>
                  <a:pt x="1674305" y="506730"/>
                </a:cubicBezTo>
                <a:lnTo>
                  <a:pt x="1686973" y="501491"/>
                </a:lnTo>
                <a:cubicBezTo>
                  <a:pt x="1690021" y="508730"/>
                  <a:pt x="1692974" y="515969"/>
                  <a:pt x="1695926" y="523304"/>
                </a:cubicBezTo>
                <a:lnTo>
                  <a:pt x="1683258" y="528447"/>
                </a:lnTo>
                <a:close/>
                <a:moveTo>
                  <a:pt x="215551" y="517493"/>
                </a:moveTo>
                <a:lnTo>
                  <a:pt x="207645" y="506349"/>
                </a:lnTo>
                <a:cubicBezTo>
                  <a:pt x="214122" y="501777"/>
                  <a:pt x="220790" y="497300"/>
                  <a:pt x="227457" y="493109"/>
                </a:cubicBezTo>
                <a:lnTo>
                  <a:pt x="234791" y="504730"/>
                </a:lnTo>
                <a:cubicBezTo>
                  <a:pt x="228314" y="508825"/>
                  <a:pt x="221837" y="513112"/>
                  <a:pt x="215551" y="517588"/>
                </a:cubicBezTo>
                <a:close/>
                <a:moveTo>
                  <a:pt x="254699" y="492919"/>
                </a:moveTo>
                <a:lnTo>
                  <a:pt x="248031" y="480917"/>
                </a:lnTo>
                <a:cubicBezTo>
                  <a:pt x="254984" y="477012"/>
                  <a:pt x="262128" y="473392"/>
                  <a:pt x="269272" y="469963"/>
                </a:cubicBezTo>
                <a:lnTo>
                  <a:pt x="275177" y="482251"/>
                </a:lnTo>
                <a:cubicBezTo>
                  <a:pt x="268319" y="485584"/>
                  <a:pt x="261366" y="489109"/>
                  <a:pt x="254699" y="492919"/>
                </a:cubicBezTo>
                <a:close/>
                <a:moveTo>
                  <a:pt x="1665160" y="485204"/>
                </a:moveTo>
                <a:cubicBezTo>
                  <a:pt x="1662113" y="478060"/>
                  <a:pt x="1658969" y="470916"/>
                  <a:pt x="1655826" y="463772"/>
                </a:cubicBezTo>
                <a:lnTo>
                  <a:pt x="1668304" y="458248"/>
                </a:lnTo>
                <a:cubicBezTo>
                  <a:pt x="1671447" y="465392"/>
                  <a:pt x="1674685" y="472631"/>
                  <a:pt x="1677733" y="479869"/>
                </a:cubicBezTo>
                <a:lnTo>
                  <a:pt x="1665160" y="485299"/>
                </a:lnTo>
                <a:close/>
                <a:moveTo>
                  <a:pt x="296228" y="472821"/>
                </a:moveTo>
                <a:lnTo>
                  <a:pt x="290989" y="460153"/>
                </a:lnTo>
                <a:cubicBezTo>
                  <a:pt x="298323" y="457105"/>
                  <a:pt x="305753" y="454247"/>
                  <a:pt x="313182" y="451580"/>
                </a:cubicBezTo>
                <a:lnTo>
                  <a:pt x="317754" y="464439"/>
                </a:lnTo>
                <a:cubicBezTo>
                  <a:pt x="310515" y="467011"/>
                  <a:pt x="303276" y="469773"/>
                  <a:pt x="296132" y="472726"/>
                </a:cubicBezTo>
                <a:close/>
                <a:moveTo>
                  <a:pt x="339852" y="457295"/>
                </a:moveTo>
                <a:lnTo>
                  <a:pt x="335851" y="444151"/>
                </a:lnTo>
                <a:cubicBezTo>
                  <a:pt x="343376" y="441865"/>
                  <a:pt x="350996" y="439674"/>
                  <a:pt x="358712" y="437674"/>
                </a:cubicBezTo>
                <a:lnTo>
                  <a:pt x="362236" y="450913"/>
                </a:lnTo>
                <a:cubicBezTo>
                  <a:pt x="354711" y="452914"/>
                  <a:pt x="347281" y="455009"/>
                  <a:pt x="339852" y="457295"/>
                </a:cubicBezTo>
                <a:close/>
                <a:moveTo>
                  <a:pt x="384810" y="445389"/>
                </a:moveTo>
                <a:lnTo>
                  <a:pt x="381762" y="432054"/>
                </a:lnTo>
                <a:cubicBezTo>
                  <a:pt x="389477" y="430244"/>
                  <a:pt x="397192" y="428625"/>
                  <a:pt x="404908" y="427101"/>
                </a:cubicBezTo>
                <a:lnTo>
                  <a:pt x="407575" y="440531"/>
                </a:lnTo>
                <a:cubicBezTo>
                  <a:pt x="399955" y="442055"/>
                  <a:pt x="392335" y="443675"/>
                  <a:pt x="384810" y="445389"/>
                </a:cubicBezTo>
                <a:close/>
                <a:moveTo>
                  <a:pt x="1646206" y="442436"/>
                </a:moveTo>
                <a:cubicBezTo>
                  <a:pt x="1642968" y="435388"/>
                  <a:pt x="1639633" y="428339"/>
                  <a:pt x="1636300" y="421291"/>
                </a:cubicBezTo>
                <a:lnTo>
                  <a:pt x="1648682" y="415385"/>
                </a:lnTo>
                <a:cubicBezTo>
                  <a:pt x="1652111" y="422434"/>
                  <a:pt x="1655445" y="429578"/>
                  <a:pt x="1658683" y="436721"/>
                </a:cubicBezTo>
                <a:lnTo>
                  <a:pt x="1646206" y="442436"/>
                </a:lnTo>
                <a:close/>
                <a:moveTo>
                  <a:pt x="430530" y="436150"/>
                </a:moveTo>
                <a:lnTo>
                  <a:pt x="428149" y="422624"/>
                </a:lnTo>
                <a:cubicBezTo>
                  <a:pt x="435864" y="421291"/>
                  <a:pt x="443674" y="419957"/>
                  <a:pt x="451390" y="418719"/>
                </a:cubicBezTo>
                <a:lnTo>
                  <a:pt x="453581" y="432244"/>
                </a:lnTo>
                <a:cubicBezTo>
                  <a:pt x="445866" y="433483"/>
                  <a:pt x="438150" y="434816"/>
                  <a:pt x="430530" y="436150"/>
                </a:cubicBezTo>
                <a:close/>
                <a:moveTo>
                  <a:pt x="476726" y="428720"/>
                </a:moveTo>
                <a:lnTo>
                  <a:pt x="474726" y="415195"/>
                </a:lnTo>
                <a:cubicBezTo>
                  <a:pt x="482441" y="414052"/>
                  <a:pt x="490252" y="412909"/>
                  <a:pt x="498062" y="411861"/>
                </a:cubicBezTo>
                <a:lnTo>
                  <a:pt x="499967" y="425386"/>
                </a:lnTo>
                <a:cubicBezTo>
                  <a:pt x="492252" y="426530"/>
                  <a:pt x="484537" y="427577"/>
                  <a:pt x="476726" y="428720"/>
                </a:cubicBezTo>
                <a:close/>
                <a:moveTo>
                  <a:pt x="523208" y="422053"/>
                </a:moveTo>
                <a:lnTo>
                  <a:pt x="521303" y="408527"/>
                </a:lnTo>
                <a:lnTo>
                  <a:pt x="544544" y="405194"/>
                </a:lnTo>
                <a:lnTo>
                  <a:pt x="546544" y="418719"/>
                </a:lnTo>
                <a:lnTo>
                  <a:pt x="523304" y="422053"/>
                </a:lnTo>
                <a:close/>
                <a:moveTo>
                  <a:pt x="569785" y="415290"/>
                </a:moveTo>
                <a:lnTo>
                  <a:pt x="567690" y="401765"/>
                </a:lnTo>
                <a:cubicBezTo>
                  <a:pt x="575405" y="400621"/>
                  <a:pt x="583121" y="399383"/>
                  <a:pt x="590740" y="398050"/>
                </a:cubicBezTo>
                <a:lnTo>
                  <a:pt x="593026" y="411575"/>
                </a:lnTo>
                <a:cubicBezTo>
                  <a:pt x="585311" y="412909"/>
                  <a:pt x="577501" y="414147"/>
                  <a:pt x="569785" y="415290"/>
                </a:cubicBezTo>
                <a:close/>
                <a:moveTo>
                  <a:pt x="616267" y="407480"/>
                </a:moveTo>
                <a:lnTo>
                  <a:pt x="613696" y="394049"/>
                </a:lnTo>
                <a:cubicBezTo>
                  <a:pt x="621316" y="392621"/>
                  <a:pt x="628936" y="391096"/>
                  <a:pt x="636556" y="389477"/>
                </a:cubicBezTo>
                <a:lnTo>
                  <a:pt x="639413" y="402908"/>
                </a:lnTo>
                <a:cubicBezTo>
                  <a:pt x="631698" y="404527"/>
                  <a:pt x="623983" y="406146"/>
                  <a:pt x="616267" y="407575"/>
                </a:cubicBezTo>
                <a:close/>
                <a:moveTo>
                  <a:pt x="1625917" y="400240"/>
                </a:moveTo>
                <a:cubicBezTo>
                  <a:pt x="1622393" y="393287"/>
                  <a:pt x="1618869" y="386334"/>
                  <a:pt x="1615249" y="379381"/>
                </a:cubicBezTo>
                <a:lnTo>
                  <a:pt x="1627346" y="372999"/>
                </a:lnTo>
                <a:cubicBezTo>
                  <a:pt x="1630966" y="379952"/>
                  <a:pt x="1634585" y="387001"/>
                  <a:pt x="1638110" y="394049"/>
                </a:cubicBezTo>
                <a:lnTo>
                  <a:pt x="1625823" y="400145"/>
                </a:lnTo>
                <a:close/>
                <a:moveTo>
                  <a:pt x="662464" y="397383"/>
                </a:moveTo>
                <a:lnTo>
                  <a:pt x="659130" y="384048"/>
                </a:lnTo>
                <a:cubicBezTo>
                  <a:pt x="666655" y="382143"/>
                  <a:pt x="674084" y="380143"/>
                  <a:pt x="681514" y="378047"/>
                </a:cubicBezTo>
                <a:lnTo>
                  <a:pt x="685324" y="391192"/>
                </a:lnTo>
                <a:cubicBezTo>
                  <a:pt x="677799" y="393383"/>
                  <a:pt x="670084" y="395478"/>
                  <a:pt x="662464" y="397383"/>
                </a:cubicBezTo>
                <a:close/>
                <a:moveTo>
                  <a:pt x="708088" y="384143"/>
                </a:moveTo>
                <a:lnTo>
                  <a:pt x="703707" y="371189"/>
                </a:lnTo>
                <a:cubicBezTo>
                  <a:pt x="711041" y="368713"/>
                  <a:pt x="718280" y="366046"/>
                  <a:pt x="725424" y="363284"/>
                </a:cubicBezTo>
                <a:lnTo>
                  <a:pt x="730473" y="376047"/>
                </a:lnTo>
                <a:cubicBezTo>
                  <a:pt x="723138" y="379000"/>
                  <a:pt x="715613" y="381667"/>
                  <a:pt x="708088" y="384238"/>
                </a:cubicBezTo>
                <a:close/>
                <a:moveTo>
                  <a:pt x="752380" y="366522"/>
                </a:moveTo>
                <a:lnTo>
                  <a:pt x="746569" y="354140"/>
                </a:lnTo>
                <a:cubicBezTo>
                  <a:pt x="753618" y="350806"/>
                  <a:pt x="760571" y="347377"/>
                  <a:pt x="767144" y="343757"/>
                </a:cubicBezTo>
                <a:lnTo>
                  <a:pt x="773716" y="355759"/>
                </a:lnTo>
                <a:cubicBezTo>
                  <a:pt x="766858" y="359473"/>
                  <a:pt x="759714" y="363093"/>
                  <a:pt x="752380" y="366522"/>
                </a:cubicBezTo>
                <a:close/>
                <a:moveTo>
                  <a:pt x="1604296" y="358807"/>
                </a:moveTo>
                <a:cubicBezTo>
                  <a:pt x="1600581" y="351949"/>
                  <a:pt x="1596771" y="345186"/>
                  <a:pt x="1592866" y="338423"/>
                </a:cubicBezTo>
                <a:lnTo>
                  <a:pt x="1604772" y="331565"/>
                </a:lnTo>
                <a:cubicBezTo>
                  <a:pt x="1608677" y="338423"/>
                  <a:pt x="1612583" y="345281"/>
                  <a:pt x="1616298" y="352234"/>
                </a:cubicBezTo>
                <a:lnTo>
                  <a:pt x="1604296" y="358807"/>
                </a:lnTo>
                <a:close/>
                <a:moveTo>
                  <a:pt x="794385" y="343757"/>
                </a:moveTo>
                <a:lnTo>
                  <a:pt x="787051" y="332137"/>
                </a:lnTo>
                <a:cubicBezTo>
                  <a:pt x="792385" y="328708"/>
                  <a:pt x="797719" y="325184"/>
                  <a:pt x="802958" y="321373"/>
                </a:cubicBezTo>
                <a:lnTo>
                  <a:pt x="806006" y="319183"/>
                </a:lnTo>
                <a:lnTo>
                  <a:pt x="814102" y="330232"/>
                </a:lnTo>
                <a:lnTo>
                  <a:pt x="810863" y="332518"/>
                </a:lnTo>
                <a:cubicBezTo>
                  <a:pt x="805434" y="336423"/>
                  <a:pt x="799910" y="340138"/>
                  <a:pt x="794290" y="343662"/>
                </a:cubicBezTo>
                <a:close/>
                <a:moveTo>
                  <a:pt x="1580960" y="318325"/>
                </a:moveTo>
                <a:cubicBezTo>
                  <a:pt x="1576959" y="311658"/>
                  <a:pt x="1572863" y="305086"/>
                  <a:pt x="1568673" y="298513"/>
                </a:cubicBezTo>
                <a:lnTo>
                  <a:pt x="1580198" y="291179"/>
                </a:lnTo>
                <a:cubicBezTo>
                  <a:pt x="1584389" y="297847"/>
                  <a:pt x="1588580" y="304514"/>
                  <a:pt x="1592675" y="311277"/>
                </a:cubicBezTo>
                <a:lnTo>
                  <a:pt x="1580960" y="318325"/>
                </a:lnTo>
                <a:close/>
                <a:moveTo>
                  <a:pt x="832866" y="315373"/>
                </a:moveTo>
                <a:lnTo>
                  <a:pt x="824008" y="304895"/>
                </a:lnTo>
                <a:cubicBezTo>
                  <a:pt x="829723" y="300038"/>
                  <a:pt x="835533" y="294894"/>
                  <a:pt x="841153" y="289465"/>
                </a:cubicBezTo>
                <a:lnTo>
                  <a:pt x="850583" y="299371"/>
                </a:lnTo>
                <a:cubicBezTo>
                  <a:pt x="844677" y="304990"/>
                  <a:pt x="838676" y="310325"/>
                  <a:pt x="832771" y="315373"/>
                </a:cubicBezTo>
                <a:close/>
                <a:moveTo>
                  <a:pt x="867442" y="282607"/>
                </a:moveTo>
                <a:lnTo>
                  <a:pt x="857536" y="273177"/>
                </a:lnTo>
                <a:cubicBezTo>
                  <a:pt x="862870" y="267557"/>
                  <a:pt x="868108" y="261842"/>
                  <a:pt x="873252" y="256032"/>
                </a:cubicBezTo>
                <a:lnTo>
                  <a:pt x="883539" y="265081"/>
                </a:lnTo>
                <a:cubicBezTo>
                  <a:pt x="878300" y="270986"/>
                  <a:pt x="872966" y="276892"/>
                  <a:pt x="867442" y="282607"/>
                </a:cubicBezTo>
                <a:close/>
                <a:moveTo>
                  <a:pt x="1555909" y="278987"/>
                </a:moveTo>
                <a:cubicBezTo>
                  <a:pt x="1551527" y="272510"/>
                  <a:pt x="1547146" y="266129"/>
                  <a:pt x="1542574" y="259842"/>
                </a:cubicBezTo>
                <a:lnTo>
                  <a:pt x="1553718" y="251936"/>
                </a:lnTo>
                <a:cubicBezTo>
                  <a:pt x="1558290" y="258318"/>
                  <a:pt x="1562767" y="264890"/>
                  <a:pt x="1567244" y="271367"/>
                </a:cubicBezTo>
                <a:lnTo>
                  <a:pt x="1555909" y="278987"/>
                </a:lnTo>
                <a:close/>
                <a:moveTo>
                  <a:pt x="898969" y="247078"/>
                </a:moveTo>
                <a:lnTo>
                  <a:pt x="888492" y="238316"/>
                </a:lnTo>
                <a:cubicBezTo>
                  <a:pt x="893445" y="232315"/>
                  <a:pt x="898398" y="226314"/>
                  <a:pt x="903256" y="220218"/>
                </a:cubicBezTo>
                <a:lnTo>
                  <a:pt x="913924" y="228791"/>
                </a:lnTo>
                <a:cubicBezTo>
                  <a:pt x="908971" y="234982"/>
                  <a:pt x="904018" y="241078"/>
                  <a:pt x="898969" y="247078"/>
                </a:cubicBezTo>
                <a:close/>
                <a:moveTo>
                  <a:pt x="1528763" y="240983"/>
                </a:moveTo>
                <a:cubicBezTo>
                  <a:pt x="1524095" y="234791"/>
                  <a:pt x="1519238" y="228695"/>
                  <a:pt x="1514380" y="222599"/>
                </a:cubicBezTo>
                <a:lnTo>
                  <a:pt x="1525048" y="214027"/>
                </a:lnTo>
                <a:cubicBezTo>
                  <a:pt x="1530001" y="220218"/>
                  <a:pt x="1534858" y="226409"/>
                  <a:pt x="1539621" y="232696"/>
                </a:cubicBezTo>
                <a:lnTo>
                  <a:pt x="1528668" y="240983"/>
                </a:lnTo>
                <a:close/>
                <a:moveTo>
                  <a:pt x="928592" y="210407"/>
                </a:moveTo>
                <a:lnTo>
                  <a:pt x="917829" y="201930"/>
                </a:lnTo>
                <a:lnTo>
                  <a:pt x="932307" y="183451"/>
                </a:lnTo>
                <a:lnTo>
                  <a:pt x="943070" y="191929"/>
                </a:lnTo>
                <a:lnTo>
                  <a:pt x="928592" y="210407"/>
                </a:lnTo>
                <a:close/>
                <a:moveTo>
                  <a:pt x="1499521" y="204788"/>
                </a:moveTo>
                <a:cubicBezTo>
                  <a:pt x="1494473" y="198882"/>
                  <a:pt x="1489329" y="193072"/>
                  <a:pt x="1484091" y="187452"/>
                </a:cubicBezTo>
                <a:lnTo>
                  <a:pt x="1494187" y="178213"/>
                </a:lnTo>
                <a:cubicBezTo>
                  <a:pt x="1499521" y="184023"/>
                  <a:pt x="1504760" y="189928"/>
                  <a:pt x="1509998" y="195929"/>
                </a:cubicBezTo>
                <a:lnTo>
                  <a:pt x="1499616" y="204883"/>
                </a:lnTo>
                <a:close/>
                <a:moveTo>
                  <a:pt x="957644" y="173546"/>
                </a:moveTo>
                <a:lnTo>
                  <a:pt x="946976" y="164973"/>
                </a:lnTo>
                <a:cubicBezTo>
                  <a:pt x="951929" y="158877"/>
                  <a:pt x="956881" y="152686"/>
                  <a:pt x="961930" y="146685"/>
                </a:cubicBezTo>
                <a:lnTo>
                  <a:pt x="972503" y="155448"/>
                </a:lnTo>
                <a:cubicBezTo>
                  <a:pt x="967549" y="161449"/>
                  <a:pt x="962597" y="167449"/>
                  <a:pt x="957739" y="173546"/>
                </a:cubicBezTo>
                <a:close/>
                <a:moveTo>
                  <a:pt x="1467993" y="170593"/>
                </a:moveTo>
                <a:cubicBezTo>
                  <a:pt x="1462564" y="165068"/>
                  <a:pt x="1457039" y="159734"/>
                  <a:pt x="1451325" y="154400"/>
                </a:cubicBezTo>
                <a:lnTo>
                  <a:pt x="1460659" y="144399"/>
                </a:lnTo>
                <a:cubicBezTo>
                  <a:pt x="1466469" y="149828"/>
                  <a:pt x="1472089" y="155353"/>
                  <a:pt x="1477708" y="160972"/>
                </a:cubicBezTo>
                <a:lnTo>
                  <a:pt x="1467993" y="170593"/>
                </a:lnTo>
                <a:close/>
                <a:moveTo>
                  <a:pt x="1434179" y="138874"/>
                </a:moveTo>
                <a:cubicBezTo>
                  <a:pt x="1428369" y="133826"/>
                  <a:pt x="1422368" y="128873"/>
                  <a:pt x="1416367" y="124016"/>
                </a:cubicBezTo>
                <a:lnTo>
                  <a:pt x="1424940" y="113347"/>
                </a:lnTo>
                <a:cubicBezTo>
                  <a:pt x="1431132" y="118300"/>
                  <a:pt x="1437227" y="123349"/>
                  <a:pt x="1443133" y="128492"/>
                </a:cubicBezTo>
                <a:lnTo>
                  <a:pt x="1434179" y="138874"/>
                </a:lnTo>
                <a:close/>
                <a:moveTo>
                  <a:pt x="987552" y="137731"/>
                </a:moveTo>
                <a:lnTo>
                  <a:pt x="977265" y="128683"/>
                </a:lnTo>
                <a:lnTo>
                  <a:pt x="979456" y="126206"/>
                </a:lnTo>
                <a:cubicBezTo>
                  <a:pt x="983742" y="121348"/>
                  <a:pt x="988600" y="116396"/>
                  <a:pt x="993838" y="111347"/>
                </a:cubicBezTo>
                <a:lnTo>
                  <a:pt x="1003363" y="121158"/>
                </a:lnTo>
                <a:cubicBezTo>
                  <a:pt x="998410" y="126016"/>
                  <a:pt x="993838" y="130778"/>
                  <a:pt x="989743" y="135255"/>
                </a:cubicBezTo>
                <a:lnTo>
                  <a:pt x="987552" y="137731"/>
                </a:lnTo>
                <a:close/>
                <a:moveTo>
                  <a:pt x="1397984" y="109919"/>
                </a:moveTo>
                <a:cubicBezTo>
                  <a:pt x="1391793" y="105346"/>
                  <a:pt x="1385506" y="100965"/>
                  <a:pt x="1379030" y="96583"/>
                </a:cubicBezTo>
                <a:lnTo>
                  <a:pt x="1386649" y="85153"/>
                </a:lnTo>
                <a:cubicBezTo>
                  <a:pt x="1393222" y="89535"/>
                  <a:pt x="1399699" y="94107"/>
                  <a:pt x="1406081" y="98774"/>
                </a:cubicBezTo>
                <a:lnTo>
                  <a:pt x="1397984" y="109823"/>
                </a:lnTo>
                <a:close/>
                <a:moveTo>
                  <a:pt x="1020508" y="105632"/>
                </a:moveTo>
                <a:lnTo>
                  <a:pt x="1011650" y="95155"/>
                </a:lnTo>
                <a:cubicBezTo>
                  <a:pt x="1017556" y="90106"/>
                  <a:pt x="1023747" y="85153"/>
                  <a:pt x="1030224" y="80200"/>
                </a:cubicBezTo>
                <a:lnTo>
                  <a:pt x="1038511" y="91059"/>
                </a:lnTo>
                <a:cubicBezTo>
                  <a:pt x="1032225" y="95821"/>
                  <a:pt x="1026224" y="100679"/>
                  <a:pt x="1020508" y="105537"/>
                </a:cubicBezTo>
                <a:close/>
                <a:moveTo>
                  <a:pt x="1366743" y="88582"/>
                </a:moveTo>
                <a:lnTo>
                  <a:pt x="1346930" y="76009"/>
                </a:lnTo>
                <a:lnTo>
                  <a:pt x="1354265" y="64389"/>
                </a:lnTo>
                <a:lnTo>
                  <a:pt x="1374172" y="76962"/>
                </a:lnTo>
                <a:lnTo>
                  <a:pt x="1366838" y="88582"/>
                </a:lnTo>
                <a:close/>
                <a:moveTo>
                  <a:pt x="1057275" y="77533"/>
                </a:moveTo>
                <a:lnTo>
                  <a:pt x="1049465" y="66294"/>
                </a:lnTo>
                <a:cubicBezTo>
                  <a:pt x="1055942" y="61817"/>
                  <a:pt x="1062609" y="57436"/>
                  <a:pt x="1069372" y="53245"/>
                </a:cubicBezTo>
                <a:lnTo>
                  <a:pt x="1076611" y="64865"/>
                </a:lnTo>
                <a:cubicBezTo>
                  <a:pt x="1070039" y="68961"/>
                  <a:pt x="1063466" y="73247"/>
                  <a:pt x="1057180" y="77533"/>
                </a:cubicBezTo>
                <a:close/>
                <a:moveTo>
                  <a:pt x="1327023" y="63532"/>
                </a:moveTo>
                <a:lnTo>
                  <a:pt x="1307211" y="50959"/>
                </a:lnTo>
                <a:lnTo>
                  <a:pt x="1314545" y="39338"/>
                </a:lnTo>
                <a:lnTo>
                  <a:pt x="1334357" y="51911"/>
                </a:lnTo>
                <a:lnTo>
                  <a:pt x="1327023" y="63532"/>
                </a:lnTo>
                <a:close/>
                <a:moveTo>
                  <a:pt x="1096613" y="53054"/>
                </a:moveTo>
                <a:lnTo>
                  <a:pt x="1089946" y="41053"/>
                </a:lnTo>
                <a:cubicBezTo>
                  <a:pt x="1096899" y="37147"/>
                  <a:pt x="1103948" y="33433"/>
                  <a:pt x="1111091" y="30004"/>
                </a:cubicBezTo>
                <a:lnTo>
                  <a:pt x="1117092" y="42291"/>
                </a:lnTo>
                <a:cubicBezTo>
                  <a:pt x="1110234" y="45625"/>
                  <a:pt x="1103376" y="49244"/>
                  <a:pt x="1096613" y="53054"/>
                </a:cubicBezTo>
                <a:close/>
                <a:moveTo>
                  <a:pt x="1287304" y="38481"/>
                </a:moveTo>
                <a:lnTo>
                  <a:pt x="1267397" y="25908"/>
                </a:lnTo>
                <a:lnTo>
                  <a:pt x="1274731" y="14288"/>
                </a:lnTo>
                <a:lnTo>
                  <a:pt x="1294543" y="26860"/>
                </a:lnTo>
                <a:lnTo>
                  <a:pt x="1287208" y="38481"/>
                </a:lnTo>
                <a:close/>
                <a:moveTo>
                  <a:pt x="1138047" y="32861"/>
                </a:moveTo>
                <a:lnTo>
                  <a:pt x="1132809" y="20193"/>
                </a:lnTo>
                <a:cubicBezTo>
                  <a:pt x="1140428" y="17050"/>
                  <a:pt x="1147953" y="14192"/>
                  <a:pt x="1155287" y="11716"/>
                </a:cubicBezTo>
                <a:lnTo>
                  <a:pt x="1159669" y="24670"/>
                </a:lnTo>
                <a:cubicBezTo>
                  <a:pt x="1152715" y="27051"/>
                  <a:pt x="1145382" y="29718"/>
                  <a:pt x="1138143" y="32766"/>
                </a:cubicBezTo>
                <a:close/>
                <a:moveTo>
                  <a:pt x="1181576" y="18478"/>
                </a:moveTo>
                <a:lnTo>
                  <a:pt x="1178433" y="5144"/>
                </a:lnTo>
                <a:cubicBezTo>
                  <a:pt x="1186624" y="3239"/>
                  <a:pt x="1194721" y="1810"/>
                  <a:pt x="1202341" y="952"/>
                </a:cubicBezTo>
                <a:lnTo>
                  <a:pt x="1203865" y="14573"/>
                </a:lnTo>
                <a:cubicBezTo>
                  <a:pt x="1196721" y="15335"/>
                  <a:pt x="1189292" y="16669"/>
                  <a:pt x="1181576" y="18574"/>
                </a:cubicBezTo>
                <a:close/>
                <a:moveTo>
                  <a:pt x="1247870" y="17145"/>
                </a:moveTo>
                <a:cubicBezTo>
                  <a:pt x="1241203" y="15240"/>
                  <a:pt x="1233964" y="14097"/>
                  <a:pt x="1226249" y="13716"/>
                </a:cubicBezTo>
                <a:lnTo>
                  <a:pt x="1226916" y="0"/>
                </a:lnTo>
                <a:cubicBezTo>
                  <a:pt x="1235678" y="476"/>
                  <a:pt x="1243965" y="1810"/>
                  <a:pt x="1251585" y="4000"/>
                </a:cubicBezTo>
                <a:lnTo>
                  <a:pt x="1247775" y="17145"/>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0" name="Google Shape;308;p41"/>
          <p:cNvSpPr/>
          <p:nvPr/>
        </p:nvSpPr>
        <p:spPr>
          <a:xfrm rot="3612600">
            <a:off x="8386920" y="1334520"/>
            <a:ext cx="3224880" cy="5294880"/>
          </a:xfrm>
          <a:custGeom>
            <a:avLst/>
            <a:gdLst>
              <a:gd name="textAreaLeft" fmla="*/ 0 w 3224880"/>
              <a:gd name="textAreaRight" fmla="*/ 3225240 w 3224880"/>
              <a:gd name="textAreaTop" fmla="*/ 0 h 5294880"/>
              <a:gd name="textAreaBottom" fmla="*/ 5295240 h 5294880"/>
            </a:gdLst>
            <a:ahLst/>
            <a:cxnLst/>
            <a:rect l="textAreaLeft" t="textAreaTop" r="textAreaRight" b="textAreaBottom"/>
            <a:pathLst>
              <a:path w="886486" h="1382285">
                <a:moveTo>
                  <a:pt x="690045" y="38454"/>
                </a:moveTo>
                <a:cubicBezTo>
                  <a:pt x="532787" y="-42413"/>
                  <a:pt x="326761" y="11403"/>
                  <a:pt x="200936" y="133323"/>
                </a:cubicBezTo>
                <a:cubicBezTo>
                  <a:pt x="75110" y="255148"/>
                  <a:pt x="18818" y="430503"/>
                  <a:pt x="4054" y="602048"/>
                </a:cubicBezTo>
                <a:cubicBezTo>
                  <a:pt x="-10900" y="775689"/>
                  <a:pt x="13960" y="956759"/>
                  <a:pt x="104733" y="1107254"/>
                </a:cubicBezTo>
                <a:cubicBezTo>
                  <a:pt x="195506" y="1257749"/>
                  <a:pt x="358860" y="1372907"/>
                  <a:pt x="538883" y="1381765"/>
                </a:cubicBezTo>
                <a:cubicBezTo>
                  <a:pt x="639372" y="1386718"/>
                  <a:pt x="744718" y="1356428"/>
                  <a:pt x="814346" y="1286134"/>
                </a:cubicBezTo>
                <a:cubicBezTo>
                  <a:pt x="883974" y="1215839"/>
                  <a:pt x="909691" y="1102968"/>
                  <a:pt x="862447" y="1017053"/>
                </a:cubicBezTo>
                <a:cubicBezTo>
                  <a:pt x="823109" y="945710"/>
                  <a:pt x="743480" y="903229"/>
                  <a:pt x="696426" y="836363"/>
                </a:cubicBezTo>
                <a:cubicBezTo>
                  <a:pt x="642229" y="759306"/>
                  <a:pt x="639372" y="651483"/>
                  <a:pt x="689378" y="571759"/>
                </a:cubicBezTo>
                <a:cubicBezTo>
                  <a:pt x="713952" y="532611"/>
                  <a:pt x="749290" y="500893"/>
                  <a:pt x="776246" y="463174"/>
                </a:cubicBezTo>
                <a:cubicBezTo>
                  <a:pt x="869400" y="332777"/>
                  <a:pt x="845493" y="118083"/>
                  <a:pt x="690045" y="38264"/>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1" name="Google Shape;309;p41"/>
          <p:cNvSpPr/>
          <p:nvPr/>
        </p:nvSpPr>
        <p:spPr>
          <a:xfrm rot="7168200">
            <a:off x="501157" y="3905879"/>
            <a:ext cx="694440" cy="1544040"/>
          </a:xfrm>
          <a:custGeom>
            <a:avLst/>
            <a:gdLst>
              <a:gd name="textAreaLeft" fmla="*/ 0 w 694440"/>
              <a:gd name="textAreaRight" fmla="*/ 694800 w 694440"/>
              <a:gd name="textAreaTop" fmla="*/ 0 h 1544040"/>
              <a:gd name="textAreaBottom" fmla="*/ 1544400 h 1544040"/>
            </a:gdLst>
            <a:ahLst/>
            <a:cxnLst/>
            <a:rect l="textAreaLeft" t="textAreaTop" r="textAreaRight" b="textAreaBottom"/>
            <a:pathLst>
              <a:path w="303148" h="673968">
                <a:moveTo>
                  <a:pt x="6276" y="41516"/>
                </a:moveTo>
                <a:cubicBezTo>
                  <a:pt x="-13726" y="87903"/>
                  <a:pt x="18278" y="138576"/>
                  <a:pt x="43519" y="182296"/>
                </a:cubicBezTo>
                <a:cubicBezTo>
                  <a:pt x="93620" y="269164"/>
                  <a:pt x="120957" y="368890"/>
                  <a:pt x="122290" y="469093"/>
                </a:cubicBezTo>
                <a:cubicBezTo>
                  <a:pt x="122862" y="513861"/>
                  <a:pt x="118576" y="560057"/>
                  <a:pt x="133530" y="602348"/>
                </a:cubicBezTo>
                <a:cubicBezTo>
                  <a:pt x="148484" y="644544"/>
                  <a:pt x="190775" y="681787"/>
                  <a:pt x="234590" y="672547"/>
                </a:cubicBezTo>
                <a:cubicBezTo>
                  <a:pt x="266213" y="665880"/>
                  <a:pt x="289264" y="636829"/>
                  <a:pt x="297836" y="605682"/>
                </a:cubicBezTo>
                <a:cubicBezTo>
                  <a:pt x="306409" y="574535"/>
                  <a:pt x="303075" y="541483"/>
                  <a:pt x="298503" y="509479"/>
                </a:cubicBezTo>
                <a:cubicBezTo>
                  <a:pt x="279358" y="373462"/>
                  <a:pt x="237067" y="247923"/>
                  <a:pt x="187346" y="120669"/>
                </a:cubicBezTo>
                <a:cubicBezTo>
                  <a:pt x="173630" y="85522"/>
                  <a:pt x="166201" y="50470"/>
                  <a:pt x="136387" y="25228"/>
                </a:cubicBezTo>
                <a:cubicBezTo>
                  <a:pt x="96859" y="-8300"/>
                  <a:pt x="29993" y="-13634"/>
                  <a:pt x="6181" y="4161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Google Shape;303;p41"/>
          <p:cNvSpPr/>
          <p:nvPr/>
        </p:nvSpPr>
        <p:spPr>
          <a:xfrm rot="8381400">
            <a:off x="-1705475" y="-1728000"/>
            <a:ext cx="4253040" cy="3456000"/>
          </a:xfrm>
          <a:custGeom>
            <a:avLst/>
            <a:gdLst>
              <a:gd name="textAreaLeft" fmla="*/ 0 w 4253040"/>
              <a:gd name="textAreaRight" fmla="*/ 4253400 w 4253040"/>
              <a:gd name="textAreaTop" fmla="*/ 0 h 3456000"/>
              <a:gd name="textAreaBottom" fmla="*/ 3456360 h 3456000"/>
            </a:gdLst>
            <a:ahLst/>
            <a:cxnLst/>
            <a:rect l="textAreaLeft" t="textAreaTop" r="textAreaRight" b="textAreaBottom"/>
            <a:pathLst>
              <a:path w="1930774" h="1568974">
                <a:moveTo>
                  <a:pt x="11419" y="1021325"/>
                </a:moveTo>
                <a:cubicBezTo>
                  <a:pt x="-43064" y="785677"/>
                  <a:pt x="102383" y="500975"/>
                  <a:pt x="341841" y="467542"/>
                </a:cubicBezTo>
                <a:cubicBezTo>
                  <a:pt x="471953" y="449445"/>
                  <a:pt x="607398" y="503166"/>
                  <a:pt x="733985" y="467923"/>
                </a:cubicBezTo>
                <a:cubicBezTo>
                  <a:pt x="949917" y="407820"/>
                  <a:pt x="1030689" y="127690"/>
                  <a:pt x="1233477" y="32154"/>
                </a:cubicBezTo>
                <a:cubicBezTo>
                  <a:pt x="1407689" y="-49951"/>
                  <a:pt x="1623621" y="34726"/>
                  <a:pt x="1752113" y="178268"/>
                </a:cubicBezTo>
                <a:cubicBezTo>
                  <a:pt x="1937755" y="385627"/>
                  <a:pt x="1978236" y="702714"/>
                  <a:pt x="1875843" y="961509"/>
                </a:cubicBezTo>
                <a:cubicBezTo>
                  <a:pt x="1773449" y="1220303"/>
                  <a:pt x="1541610" y="1417661"/>
                  <a:pt x="1277577" y="1505672"/>
                </a:cubicBezTo>
                <a:cubicBezTo>
                  <a:pt x="832950" y="1653786"/>
                  <a:pt x="136482" y="1561298"/>
                  <a:pt x="11514" y="102123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4" name="PlaceHolder 1"/>
          <p:cNvSpPr>
            <a:spLocks noGrp="1"/>
          </p:cNvSpPr>
          <p:nvPr>
            <p:ph type="title"/>
          </p:nvPr>
        </p:nvSpPr>
        <p:spPr>
          <a:xfrm>
            <a:off x="1519380" y="362085"/>
            <a:ext cx="6105240" cy="1456920"/>
          </a:xfrm>
          <a:prstGeom prst="rect">
            <a:avLst/>
          </a:prstGeom>
          <a:noFill/>
          <a:ln w="0">
            <a:noFill/>
          </a:ln>
        </p:spPr>
        <p:txBody>
          <a:bodyPr lIns="91440" tIns="91440" rIns="91440" bIns="91440" anchor="ctr">
            <a:normAutofit/>
          </a:bodyPr>
          <a:lstStyle/>
          <a:p>
            <a:pPr indent="0" algn="ctr">
              <a:lnSpc>
                <a:spcPct val="100000"/>
              </a:lnSpc>
              <a:buNone/>
              <a:tabLst>
                <a:tab pos="0" algn="l"/>
              </a:tabLst>
            </a:pPr>
            <a:r>
              <a:rPr lang="en" sz="6000" b="0" strike="noStrike" spc="-1" dirty="0">
                <a:solidFill>
                  <a:schemeClr val="accent1"/>
                </a:solidFill>
                <a:latin typeface="Caveat Brush"/>
                <a:ea typeface="Caveat Brush"/>
              </a:rPr>
              <a:t>Summary of the types</a:t>
            </a:r>
            <a:endParaRPr lang="fr-FR" sz="6000" b="0" strike="noStrike" spc="-1" dirty="0">
              <a:solidFill>
                <a:schemeClr val="dk1"/>
              </a:solidFill>
              <a:latin typeface="Arial"/>
            </a:endParaRPr>
          </a:p>
        </p:txBody>
      </p:sp>
      <p:sp>
        <p:nvSpPr>
          <p:cNvPr id="256" name="Google Shape;306;p41"/>
          <p:cNvSpPr/>
          <p:nvPr/>
        </p:nvSpPr>
        <p:spPr>
          <a:xfrm rot="2532600">
            <a:off x="3381480" y="163080"/>
            <a:ext cx="736560" cy="649440"/>
          </a:xfrm>
          <a:custGeom>
            <a:avLst/>
            <a:gdLst>
              <a:gd name="textAreaLeft" fmla="*/ 0 w 736560"/>
              <a:gd name="textAreaRight" fmla="*/ 736920 w 736560"/>
              <a:gd name="textAreaTop" fmla="*/ 0 h 649440"/>
              <a:gd name="textAreaBottom" fmla="*/ 649800 h 649440"/>
            </a:gdLst>
            <a:ahLst/>
            <a:cxnLst/>
            <a:rect l="textAreaLeft" t="textAreaTop" r="textAreaRight" b="textAreaBottom"/>
            <a:pathLst>
              <a:path w="579097" h="510716">
                <a:moveTo>
                  <a:pt x="210945" y="39399"/>
                </a:moveTo>
                <a:cubicBezTo>
                  <a:pt x="111789" y="86929"/>
                  <a:pt x="35780" y="180083"/>
                  <a:pt x="9110" y="286668"/>
                </a:cubicBezTo>
                <a:cubicBezTo>
                  <a:pt x="-1749" y="330102"/>
                  <a:pt x="-4606" y="376870"/>
                  <a:pt x="10062" y="419161"/>
                </a:cubicBezTo>
                <a:cubicBezTo>
                  <a:pt x="24731" y="461452"/>
                  <a:pt x="59211" y="498504"/>
                  <a:pt x="102931" y="508124"/>
                </a:cubicBezTo>
                <a:cubicBezTo>
                  <a:pt x="170749" y="522983"/>
                  <a:pt x="234662" y="471453"/>
                  <a:pt x="278572" y="417827"/>
                </a:cubicBezTo>
                <a:cubicBezTo>
                  <a:pt x="322577" y="364106"/>
                  <a:pt x="363630" y="301051"/>
                  <a:pt x="429257" y="278476"/>
                </a:cubicBezTo>
                <a:cubicBezTo>
                  <a:pt x="453546" y="270094"/>
                  <a:pt x="479740" y="267999"/>
                  <a:pt x="503552" y="258188"/>
                </a:cubicBezTo>
                <a:cubicBezTo>
                  <a:pt x="589944" y="222469"/>
                  <a:pt x="606708" y="90548"/>
                  <a:pt x="530508" y="36541"/>
                </a:cubicBezTo>
                <a:cubicBezTo>
                  <a:pt x="446974" y="-22609"/>
                  <a:pt x="295907" y="-1273"/>
                  <a:pt x="211040" y="39399"/>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8" name="Google Shape;308;p41"/>
          <p:cNvSpPr/>
          <p:nvPr/>
        </p:nvSpPr>
        <p:spPr>
          <a:xfrm rot="3612600">
            <a:off x="8837157" y="1566601"/>
            <a:ext cx="3224880" cy="5294880"/>
          </a:xfrm>
          <a:custGeom>
            <a:avLst/>
            <a:gdLst>
              <a:gd name="textAreaLeft" fmla="*/ 0 w 3224880"/>
              <a:gd name="textAreaRight" fmla="*/ 3225240 w 3224880"/>
              <a:gd name="textAreaTop" fmla="*/ 0 h 5294880"/>
              <a:gd name="textAreaBottom" fmla="*/ 5295240 h 5294880"/>
            </a:gdLst>
            <a:ahLst/>
            <a:cxnLst/>
            <a:rect l="textAreaLeft" t="textAreaTop" r="textAreaRight" b="textAreaBottom"/>
            <a:pathLst>
              <a:path w="886486" h="1382285">
                <a:moveTo>
                  <a:pt x="690045" y="38454"/>
                </a:moveTo>
                <a:cubicBezTo>
                  <a:pt x="532787" y="-42413"/>
                  <a:pt x="326761" y="11403"/>
                  <a:pt x="200936" y="133323"/>
                </a:cubicBezTo>
                <a:cubicBezTo>
                  <a:pt x="75110" y="255148"/>
                  <a:pt x="18818" y="430503"/>
                  <a:pt x="4054" y="602048"/>
                </a:cubicBezTo>
                <a:cubicBezTo>
                  <a:pt x="-10900" y="775689"/>
                  <a:pt x="13960" y="956759"/>
                  <a:pt x="104733" y="1107254"/>
                </a:cubicBezTo>
                <a:cubicBezTo>
                  <a:pt x="195506" y="1257749"/>
                  <a:pt x="358860" y="1372907"/>
                  <a:pt x="538883" y="1381765"/>
                </a:cubicBezTo>
                <a:cubicBezTo>
                  <a:pt x="639372" y="1386718"/>
                  <a:pt x="744718" y="1356428"/>
                  <a:pt x="814346" y="1286134"/>
                </a:cubicBezTo>
                <a:cubicBezTo>
                  <a:pt x="883974" y="1215839"/>
                  <a:pt x="909691" y="1102968"/>
                  <a:pt x="862447" y="1017053"/>
                </a:cubicBezTo>
                <a:cubicBezTo>
                  <a:pt x="823109" y="945710"/>
                  <a:pt x="743480" y="903229"/>
                  <a:pt x="696426" y="836363"/>
                </a:cubicBezTo>
                <a:cubicBezTo>
                  <a:pt x="642229" y="759306"/>
                  <a:pt x="639372" y="651483"/>
                  <a:pt x="689378" y="571759"/>
                </a:cubicBezTo>
                <a:cubicBezTo>
                  <a:pt x="713952" y="532611"/>
                  <a:pt x="749290" y="500893"/>
                  <a:pt x="776246" y="463174"/>
                </a:cubicBezTo>
                <a:cubicBezTo>
                  <a:pt x="869400" y="332777"/>
                  <a:pt x="845493" y="118083"/>
                  <a:pt x="690045" y="38264"/>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aphicFrame>
        <p:nvGraphicFramePr>
          <p:cNvPr id="4" name="Table 3">
            <a:extLst>
              <a:ext uri="{FF2B5EF4-FFF2-40B4-BE49-F238E27FC236}">
                <a16:creationId xmlns:a16="http://schemas.microsoft.com/office/drawing/2014/main" id="{8D5F8CD0-A55B-747C-F3C0-D07A9BFF045D}"/>
              </a:ext>
            </a:extLst>
          </p:cNvPr>
          <p:cNvGraphicFramePr>
            <a:graphicFrameLocks noGrp="1"/>
          </p:cNvGraphicFramePr>
          <p:nvPr>
            <p:extLst>
              <p:ext uri="{D42A27DB-BD31-4B8C-83A1-F6EECF244321}">
                <p14:modId xmlns:p14="http://schemas.microsoft.com/office/powerpoint/2010/main" val="2613748386"/>
              </p:ext>
            </p:extLst>
          </p:nvPr>
        </p:nvGraphicFramePr>
        <p:xfrm>
          <a:off x="1183614" y="1727376"/>
          <a:ext cx="6760263" cy="3215953"/>
        </p:xfrm>
        <a:graphic>
          <a:graphicData uri="http://schemas.openxmlformats.org/drawingml/2006/table">
            <a:tbl>
              <a:tblPr/>
              <a:tblGrid>
                <a:gridCol w="2253421">
                  <a:extLst>
                    <a:ext uri="{9D8B030D-6E8A-4147-A177-3AD203B41FA5}">
                      <a16:colId xmlns:a16="http://schemas.microsoft.com/office/drawing/2014/main" val="2044926295"/>
                    </a:ext>
                  </a:extLst>
                </a:gridCol>
                <a:gridCol w="2253421">
                  <a:extLst>
                    <a:ext uri="{9D8B030D-6E8A-4147-A177-3AD203B41FA5}">
                      <a16:colId xmlns:a16="http://schemas.microsoft.com/office/drawing/2014/main" val="3168508823"/>
                    </a:ext>
                  </a:extLst>
                </a:gridCol>
                <a:gridCol w="2253421">
                  <a:extLst>
                    <a:ext uri="{9D8B030D-6E8A-4147-A177-3AD203B41FA5}">
                      <a16:colId xmlns:a16="http://schemas.microsoft.com/office/drawing/2014/main" val="1675573782"/>
                    </a:ext>
                  </a:extLst>
                </a:gridCol>
              </a:tblGrid>
              <a:tr h="437167">
                <a:tc>
                  <a:txBody>
                    <a:bodyPr/>
                    <a:lstStyle/>
                    <a:p>
                      <a:r>
                        <a:rPr lang="en-US" b="1" dirty="0">
                          <a:solidFill>
                            <a:schemeClr val="accent2"/>
                          </a:solidFill>
                          <a:latin typeface="Albert Sans"/>
                        </a:rPr>
                        <a:t>Type of Plagiarism</a:t>
                      </a:r>
                    </a:p>
                  </a:txBody>
                  <a:tcPr anchor="ctr">
                    <a:lnL>
                      <a:noFill/>
                    </a:lnL>
                    <a:lnR>
                      <a:noFill/>
                    </a:lnR>
                    <a:lnT>
                      <a:noFill/>
                    </a:lnT>
                    <a:lnB>
                      <a:noFill/>
                    </a:lnB>
                    <a:noFill/>
                  </a:tcPr>
                </a:tc>
                <a:tc>
                  <a:txBody>
                    <a:bodyPr/>
                    <a:lstStyle/>
                    <a:p>
                      <a:r>
                        <a:rPr lang="en-US" b="1">
                          <a:solidFill>
                            <a:schemeClr val="accent2"/>
                          </a:solidFill>
                          <a:latin typeface="Albert Sans"/>
                        </a:rPr>
                        <a:t>What Happens</a:t>
                      </a:r>
                    </a:p>
                  </a:txBody>
                  <a:tcPr anchor="ctr">
                    <a:lnL>
                      <a:noFill/>
                    </a:lnL>
                    <a:lnR>
                      <a:noFill/>
                    </a:lnR>
                    <a:lnT>
                      <a:noFill/>
                    </a:lnT>
                    <a:lnB>
                      <a:noFill/>
                    </a:lnB>
                    <a:noFill/>
                  </a:tcPr>
                </a:tc>
                <a:tc>
                  <a:txBody>
                    <a:bodyPr/>
                    <a:lstStyle/>
                    <a:p>
                      <a:r>
                        <a:rPr lang="en-US" b="1" dirty="0">
                          <a:solidFill>
                            <a:schemeClr val="accent2"/>
                          </a:solidFill>
                          <a:latin typeface="Albert Sans"/>
                        </a:rPr>
                        <a:t>Example</a:t>
                      </a:r>
                    </a:p>
                  </a:txBody>
                  <a:tcPr anchor="ctr">
                    <a:lnL>
                      <a:noFill/>
                    </a:lnL>
                    <a:lnR>
                      <a:noFill/>
                    </a:lnR>
                    <a:lnT>
                      <a:noFill/>
                    </a:lnT>
                    <a:lnB>
                      <a:noFill/>
                    </a:lnB>
                    <a:noFill/>
                  </a:tcPr>
                </a:tc>
                <a:extLst>
                  <a:ext uri="{0D108BD9-81ED-4DB2-BD59-A6C34878D82A}">
                    <a16:rowId xmlns:a16="http://schemas.microsoft.com/office/drawing/2014/main" val="696171952"/>
                  </a:ext>
                </a:extLst>
              </a:tr>
              <a:tr h="926262">
                <a:tc>
                  <a:txBody>
                    <a:bodyPr/>
                    <a:lstStyle/>
                    <a:p>
                      <a:r>
                        <a:rPr lang="en-US" b="1" dirty="0">
                          <a:solidFill>
                            <a:schemeClr val="accent2"/>
                          </a:solidFill>
                          <a:latin typeface="Albert Sans"/>
                        </a:rPr>
                        <a:t>Global</a:t>
                      </a:r>
                    </a:p>
                  </a:txBody>
                  <a:tcPr anchor="ctr">
                    <a:lnL>
                      <a:noFill/>
                    </a:lnL>
                    <a:lnR>
                      <a:noFill/>
                    </a:lnR>
                    <a:lnT>
                      <a:noFill/>
                    </a:lnT>
                    <a:lnB>
                      <a:noFill/>
                    </a:lnB>
                    <a:noFill/>
                  </a:tcPr>
                </a:tc>
                <a:tc>
                  <a:txBody>
                    <a:bodyPr/>
                    <a:lstStyle/>
                    <a:p>
                      <a:r>
                        <a:rPr lang="en-US" sz="1600" dirty="0">
                          <a:solidFill>
                            <a:schemeClr val="accent2"/>
                          </a:solidFill>
                          <a:latin typeface="Albert Sans"/>
                        </a:rPr>
                        <a:t>Entire project is copied from 1 source</a:t>
                      </a:r>
                    </a:p>
                  </a:txBody>
                  <a:tcPr anchor="ctr">
                    <a:lnL>
                      <a:noFill/>
                    </a:lnL>
                    <a:lnR>
                      <a:noFill/>
                    </a:lnR>
                    <a:lnT>
                      <a:noFill/>
                    </a:lnT>
                    <a:lnB>
                      <a:noFill/>
                    </a:lnB>
                    <a:noFill/>
                  </a:tcPr>
                </a:tc>
                <a:tc>
                  <a:txBody>
                    <a:bodyPr/>
                    <a:lstStyle/>
                    <a:p>
                      <a:r>
                        <a:rPr lang="en-US" sz="1600">
                          <a:solidFill>
                            <a:schemeClr val="accent2"/>
                          </a:solidFill>
                          <a:latin typeface="Albert Sans"/>
                        </a:rPr>
                        <a:t>Downloading an essay from a website</a:t>
                      </a:r>
                    </a:p>
                  </a:txBody>
                  <a:tcPr anchor="ctr">
                    <a:lnL>
                      <a:noFill/>
                    </a:lnL>
                    <a:lnR>
                      <a:noFill/>
                    </a:lnR>
                    <a:lnT>
                      <a:noFill/>
                    </a:lnT>
                    <a:lnB>
                      <a:noFill/>
                    </a:lnB>
                    <a:noFill/>
                  </a:tcPr>
                </a:tc>
                <a:extLst>
                  <a:ext uri="{0D108BD9-81ED-4DB2-BD59-A6C34878D82A}">
                    <a16:rowId xmlns:a16="http://schemas.microsoft.com/office/drawing/2014/main" val="3146423622"/>
                  </a:ext>
                </a:extLst>
              </a:tr>
              <a:tr h="926262">
                <a:tc>
                  <a:txBody>
                    <a:bodyPr/>
                    <a:lstStyle/>
                    <a:p>
                      <a:r>
                        <a:rPr lang="en-US" b="1" dirty="0">
                          <a:solidFill>
                            <a:schemeClr val="accent2"/>
                          </a:solidFill>
                          <a:latin typeface="Albert Sans"/>
                        </a:rPr>
                        <a:t>Patchwork</a:t>
                      </a:r>
                    </a:p>
                  </a:txBody>
                  <a:tcPr anchor="ctr">
                    <a:lnL>
                      <a:noFill/>
                    </a:lnL>
                    <a:lnR>
                      <a:noFill/>
                    </a:lnR>
                    <a:lnT>
                      <a:noFill/>
                    </a:lnT>
                    <a:lnB>
                      <a:noFill/>
                    </a:lnB>
                    <a:noFill/>
                  </a:tcPr>
                </a:tc>
                <a:tc>
                  <a:txBody>
                    <a:bodyPr/>
                    <a:lstStyle/>
                    <a:p>
                      <a:r>
                        <a:rPr lang="en-US" sz="1600" dirty="0">
                          <a:solidFill>
                            <a:schemeClr val="accent2"/>
                          </a:solidFill>
                          <a:latin typeface="Albert Sans"/>
                        </a:rPr>
                        <a:t>Copy-paste from multiple sources</a:t>
                      </a:r>
                    </a:p>
                  </a:txBody>
                  <a:tcPr anchor="ctr">
                    <a:lnL>
                      <a:noFill/>
                    </a:lnL>
                    <a:lnR>
                      <a:noFill/>
                    </a:lnR>
                    <a:lnT>
                      <a:noFill/>
                    </a:lnT>
                    <a:lnB>
                      <a:noFill/>
                    </a:lnB>
                    <a:noFill/>
                  </a:tcPr>
                </a:tc>
                <a:tc>
                  <a:txBody>
                    <a:bodyPr/>
                    <a:lstStyle/>
                    <a:p>
                      <a:r>
                        <a:rPr lang="en-US" sz="1600" dirty="0">
                          <a:solidFill>
                            <a:schemeClr val="accent2"/>
                          </a:solidFill>
                          <a:latin typeface="Albert Sans"/>
                        </a:rPr>
                        <a:t>Mixing parts from blogs, books, Wikipedia</a:t>
                      </a:r>
                    </a:p>
                  </a:txBody>
                  <a:tcPr anchor="ctr">
                    <a:lnL>
                      <a:noFill/>
                    </a:lnL>
                    <a:lnR>
                      <a:noFill/>
                    </a:lnR>
                    <a:lnT>
                      <a:noFill/>
                    </a:lnT>
                    <a:lnB>
                      <a:noFill/>
                    </a:lnB>
                    <a:noFill/>
                  </a:tcPr>
                </a:tc>
                <a:extLst>
                  <a:ext uri="{0D108BD9-81ED-4DB2-BD59-A6C34878D82A}">
                    <a16:rowId xmlns:a16="http://schemas.microsoft.com/office/drawing/2014/main" val="977647979"/>
                  </a:ext>
                </a:extLst>
              </a:tr>
              <a:tr h="926262">
                <a:tc>
                  <a:txBody>
                    <a:bodyPr/>
                    <a:lstStyle/>
                    <a:p>
                      <a:r>
                        <a:rPr lang="en-US" b="1" dirty="0">
                          <a:solidFill>
                            <a:schemeClr val="accent2"/>
                          </a:solidFill>
                          <a:latin typeface="Albert Sans"/>
                        </a:rPr>
                        <a:t>Incremental</a:t>
                      </a:r>
                    </a:p>
                  </a:txBody>
                  <a:tcPr anchor="ctr">
                    <a:lnL>
                      <a:noFill/>
                    </a:lnL>
                    <a:lnR>
                      <a:noFill/>
                    </a:lnR>
                    <a:lnT>
                      <a:noFill/>
                    </a:lnT>
                    <a:lnB>
                      <a:noFill/>
                    </a:lnB>
                    <a:noFill/>
                  </a:tcPr>
                </a:tc>
                <a:tc>
                  <a:txBody>
                    <a:bodyPr/>
                    <a:lstStyle/>
                    <a:p>
                      <a:r>
                        <a:rPr lang="en-US" sz="1600" dirty="0">
                          <a:solidFill>
                            <a:schemeClr val="accent2"/>
                          </a:solidFill>
                          <a:latin typeface="Albert Sans"/>
                        </a:rPr>
                        <a:t>Small parts copied without credit</a:t>
                      </a:r>
                    </a:p>
                  </a:txBody>
                  <a:tcPr anchor="ctr">
                    <a:lnL>
                      <a:noFill/>
                    </a:lnL>
                    <a:lnR>
                      <a:noFill/>
                    </a:lnR>
                    <a:lnT>
                      <a:noFill/>
                    </a:lnT>
                    <a:lnB>
                      <a:noFill/>
                    </a:lnB>
                    <a:noFill/>
                  </a:tcPr>
                </a:tc>
                <a:tc>
                  <a:txBody>
                    <a:bodyPr/>
                    <a:lstStyle/>
                    <a:p>
                      <a:r>
                        <a:rPr lang="en-US" sz="1600" dirty="0">
                          <a:solidFill>
                            <a:schemeClr val="accent2"/>
                          </a:solidFill>
                          <a:latin typeface="Albert Sans"/>
                        </a:rPr>
                        <a:t>Adding a stat or quote without citation</a:t>
                      </a:r>
                    </a:p>
                  </a:txBody>
                  <a:tcPr anchor="ctr">
                    <a:lnL>
                      <a:noFill/>
                    </a:lnL>
                    <a:lnR>
                      <a:noFill/>
                    </a:lnR>
                    <a:lnT>
                      <a:noFill/>
                    </a:lnT>
                    <a:lnB>
                      <a:noFill/>
                    </a:lnB>
                    <a:noFill/>
                  </a:tcPr>
                </a:tc>
                <a:extLst>
                  <a:ext uri="{0D108BD9-81ED-4DB2-BD59-A6C34878D82A}">
                    <a16:rowId xmlns:a16="http://schemas.microsoft.com/office/drawing/2014/main" val="26790223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Google Shape;479;p52"/>
          <p:cNvSpPr/>
          <p:nvPr/>
        </p:nvSpPr>
        <p:spPr>
          <a:xfrm>
            <a:off x="3835440" y="1399320"/>
            <a:ext cx="1472400" cy="1386000"/>
          </a:xfrm>
          <a:custGeom>
            <a:avLst/>
            <a:gdLst>
              <a:gd name="textAreaLeft" fmla="*/ 0 w 1472400"/>
              <a:gd name="textAreaRight" fmla="*/ 1472760 w 1472400"/>
              <a:gd name="textAreaTop" fmla="*/ 0 h 1386000"/>
              <a:gd name="textAreaBottom" fmla="*/ 1386360 h 1386000"/>
            </a:gdLst>
            <a:ahLst/>
            <a:cxnLst/>
            <a:rect l="textAreaLeft" t="textAreaTop" r="textAreaRight" b="textAreaBottom"/>
            <a:pathLst>
              <a:path w="578162" h="560680">
                <a:moveTo>
                  <a:pt x="157452" y="106520"/>
                </a:moveTo>
                <a:cubicBezTo>
                  <a:pt x="145736" y="116807"/>
                  <a:pt x="134497" y="126522"/>
                  <a:pt x="123829" y="135000"/>
                </a:cubicBezTo>
                <a:cubicBezTo>
                  <a:pt x="60868" y="184815"/>
                  <a:pt x="4099" y="252252"/>
                  <a:pt x="194" y="336358"/>
                </a:cubicBezTo>
                <a:cubicBezTo>
                  <a:pt x="-3521" y="417035"/>
                  <a:pt x="46486" y="495330"/>
                  <a:pt x="116494" y="532573"/>
                </a:cubicBezTo>
                <a:cubicBezTo>
                  <a:pt x="186503" y="569816"/>
                  <a:pt x="272800" y="568482"/>
                  <a:pt x="345856" y="537812"/>
                </a:cubicBezTo>
                <a:cubicBezTo>
                  <a:pt x="418913" y="507237"/>
                  <a:pt x="479206" y="449610"/>
                  <a:pt x="522926" y="382364"/>
                </a:cubicBezTo>
                <a:cubicBezTo>
                  <a:pt x="569694" y="310450"/>
                  <a:pt x="598364" y="215581"/>
                  <a:pt x="561026" y="138143"/>
                </a:cubicBezTo>
                <a:cubicBezTo>
                  <a:pt x="527308" y="68039"/>
                  <a:pt x="455584" y="13461"/>
                  <a:pt x="378527" y="2126"/>
                </a:cubicBezTo>
                <a:cubicBezTo>
                  <a:pt x="281944" y="-12066"/>
                  <a:pt x="224603" y="47274"/>
                  <a:pt x="157357" y="10661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93" name="PlaceHolder 1"/>
          <p:cNvSpPr>
            <a:spLocks noGrp="1"/>
          </p:cNvSpPr>
          <p:nvPr>
            <p:ph type="title"/>
          </p:nvPr>
        </p:nvSpPr>
        <p:spPr>
          <a:xfrm>
            <a:off x="2038320" y="3009960"/>
            <a:ext cx="5067000" cy="837720"/>
          </a:xfrm>
          <a:prstGeom prst="rect">
            <a:avLst/>
          </a:prstGeom>
          <a:noFill/>
          <a:ln w="0">
            <a:noFill/>
          </a:ln>
        </p:spPr>
        <p:txBody>
          <a:bodyPr lIns="91440" tIns="91440" rIns="91440" bIns="91440" anchor="b">
            <a:normAutofit fontScale="90000"/>
          </a:bodyPr>
          <a:lstStyle/>
          <a:p>
            <a:pPr indent="0" algn="ctr">
              <a:lnSpc>
                <a:spcPct val="100000"/>
              </a:lnSpc>
              <a:buNone/>
              <a:tabLst>
                <a:tab pos="0" algn="l"/>
              </a:tabLst>
            </a:pPr>
            <a:r>
              <a:rPr lang="en" sz="5000" b="0" strike="noStrike" spc="-1">
                <a:solidFill>
                  <a:schemeClr val="accent1"/>
                </a:solidFill>
                <a:latin typeface="Caveat Brush"/>
                <a:ea typeface="Caveat Brush"/>
              </a:rPr>
              <a:t>Consequences</a:t>
            </a:r>
            <a:endParaRPr lang="fr-FR" sz="5000" b="0" strike="noStrike" spc="-1">
              <a:solidFill>
                <a:schemeClr val="dk1"/>
              </a:solidFill>
              <a:latin typeface="Arial"/>
            </a:endParaRPr>
          </a:p>
        </p:txBody>
      </p:sp>
      <p:sp>
        <p:nvSpPr>
          <p:cNvPr id="195" name="PlaceHolder 3"/>
          <p:cNvSpPr>
            <a:spLocks noGrp="1"/>
          </p:cNvSpPr>
          <p:nvPr>
            <p:ph type="title"/>
          </p:nvPr>
        </p:nvSpPr>
        <p:spPr>
          <a:xfrm>
            <a:off x="3990960" y="1562040"/>
            <a:ext cx="1152000" cy="101880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 sz="6000" b="0" strike="noStrike" spc="-1">
                <a:solidFill>
                  <a:schemeClr val="lt1"/>
                </a:solidFill>
                <a:latin typeface="Caveat Brush"/>
                <a:ea typeface="Caveat Brush"/>
              </a:rPr>
              <a:t>02</a:t>
            </a:r>
            <a:endParaRPr lang="fr-FR" sz="6000" b="0" strike="noStrike" spc="-1">
              <a:solidFill>
                <a:schemeClr val="dk1"/>
              </a:solidFill>
              <a:latin typeface="Arial"/>
            </a:endParaRPr>
          </a:p>
        </p:txBody>
      </p:sp>
      <p:sp>
        <p:nvSpPr>
          <p:cNvPr id="196" name="Google Shape;483;p52"/>
          <p:cNvSpPr/>
          <p:nvPr/>
        </p:nvSpPr>
        <p:spPr>
          <a:xfrm rot="20315400" flipH="1">
            <a:off x="322560" y="3314520"/>
            <a:ext cx="1178640" cy="1365120"/>
          </a:xfrm>
          <a:custGeom>
            <a:avLst/>
            <a:gdLst>
              <a:gd name="textAreaLeft" fmla="*/ 360 w 1178640"/>
              <a:gd name="textAreaRight" fmla="*/ 1179360 w 1178640"/>
              <a:gd name="textAreaTop" fmla="*/ 0 h 1365120"/>
              <a:gd name="textAreaBottom" fmla="*/ 1365480 h 1365120"/>
            </a:gdLst>
            <a:ahLst/>
            <a:cxnLst/>
            <a:rect l="textAreaLeft" t="textAreaTop" r="textAreaRight" b="textAreaBottom"/>
            <a:pathLst>
              <a:path w="1075931" h="1245984">
                <a:moveTo>
                  <a:pt x="928294" y="352444"/>
                </a:moveTo>
                <a:cubicBezTo>
                  <a:pt x="982968" y="292056"/>
                  <a:pt x="1032403" y="226714"/>
                  <a:pt x="1075932" y="157563"/>
                </a:cubicBezTo>
                <a:cubicBezTo>
                  <a:pt x="986587" y="92888"/>
                  <a:pt x="880193" y="58122"/>
                  <a:pt x="773894" y="31262"/>
                </a:cubicBezTo>
                <a:cubicBezTo>
                  <a:pt x="694170" y="11164"/>
                  <a:pt x="612255" y="-5029"/>
                  <a:pt x="530435" y="1448"/>
                </a:cubicBezTo>
                <a:cubicBezTo>
                  <a:pt x="390322" y="12592"/>
                  <a:pt x="260211" y="91079"/>
                  <a:pt x="167152" y="198901"/>
                </a:cubicBezTo>
                <a:cubicBezTo>
                  <a:pt x="29325" y="358540"/>
                  <a:pt x="-31349" y="586759"/>
                  <a:pt x="15799" y="794309"/>
                </a:cubicBezTo>
                <a:cubicBezTo>
                  <a:pt x="62948" y="1001764"/>
                  <a:pt x="219444" y="1181405"/>
                  <a:pt x="417659" y="1245985"/>
                </a:cubicBezTo>
                <a:cubicBezTo>
                  <a:pt x="472523" y="1153592"/>
                  <a:pt x="527387" y="1061105"/>
                  <a:pt x="582251" y="968712"/>
                </a:cubicBezTo>
                <a:cubicBezTo>
                  <a:pt x="460807" y="931755"/>
                  <a:pt x="350794" y="844792"/>
                  <a:pt x="301930" y="725063"/>
                </a:cubicBezTo>
                <a:cubicBezTo>
                  <a:pt x="253067" y="605429"/>
                  <a:pt x="274594" y="454171"/>
                  <a:pt x="367367" y="365779"/>
                </a:cubicBezTo>
                <a:cubicBezTo>
                  <a:pt x="436900" y="299485"/>
                  <a:pt x="537007" y="274244"/>
                  <a:pt x="631876" y="280912"/>
                </a:cubicBezTo>
                <a:cubicBezTo>
                  <a:pt x="726650" y="287579"/>
                  <a:pt x="817328" y="323107"/>
                  <a:pt x="928199" y="35254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7" name="Google Shape;484;p52"/>
          <p:cNvSpPr/>
          <p:nvPr/>
        </p:nvSpPr>
        <p:spPr>
          <a:xfrm rot="19209600" flipH="1">
            <a:off x="6368400" y="1253520"/>
            <a:ext cx="842400" cy="743400"/>
          </a:xfrm>
          <a:custGeom>
            <a:avLst/>
            <a:gdLst>
              <a:gd name="textAreaLeft" fmla="*/ 360 w 842400"/>
              <a:gd name="textAreaRight" fmla="*/ 843120 w 842400"/>
              <a:gd name="textAreaTop" fmla="*/ 0 h 743400"/>
              <a:gd name="textAreaBottom" fmla="*/ 743760 h 743400"/>
            </a:gdLst>
            <a:ahLst/>
            <a:cxnLst/>
            <a:rect l="textAreaLeft" t="textAreaTop" r="textAreaRight" b="textAreaBottom"/>
            <a:pathLst>
              <a:path w="579097" h="510716">
                <a:moveTo>
                  <a:pt x="210945" y="39399"/>
                </a:moveTo>
                <a:cubicBezTo>
                  <a:pt x="111789" y="86929"/>
                  <a:pt x="35780" y="180083"/>
                  <a:pt x="9110" y="286668"/>
                </a:cubicBezTo>
                <a:cubicBezTo>
                  <a:pt x="-1749" y="330102"/>
                  <a:pt x="-4606" y="376870"/>
                  <a:pt x="10062" y="419161"/>
                </a:cubicBezTo>
                <a:cubicBezTo>
                  <a:pt x="24731" y="461452"/>
                  <a:pt x="59211" y="498504"/>
                  <a:pt x="102931" y="508124"/>
                </a:cubicBezTo>
                <a:cubicBezTo>
                  <a:pt x="170749" y="522983"/>
                  <a:pt x="234662" y="471453"/>
                  <a:pt x="278572" y="417827"/>
                </a:cubicBezTo>
                <a:cubicBezTo>
                  <a:pt x="322577" y="364106"/>
                  <a:pt x="363630" y="301051"/>
                  <a:pt x="429257" y="278476"/>
                </a:cubicBezTo>
                <a:cubicBezTo>
                  <a:pt x="453546" y="270094"/>
                  <a:pt x="479740" y="267999"/>
                  <a:pt x="503552" y="258188"/>
                </a:cubicBezTo>
                <a:cubicBezTo>
                  <a:pt x="589944" y="222469"/>
                  <a:pt x="606708" y="90548"/>
                  <a:pt x="530508" y="36541"/>
                </a:cubicBezTo>
                <a:cubicBezTo>
                  <a:pt x="446974" y="-22609"/>
                  <a:pt x="295907" y="-1273"/>
                  <a:pt x="211040" y="39399"/>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8" name="Google Shape;485;p52"/>
          <p:cNvSpPr/>
          <p:nvPr/>
        </p:nvSpPr>
        <p:spPr>
          <a:xfrm rot="10182600" flipH="1">
            <a:off x="5822280" y="-392040"/>
            <a:ext cx="2883240" cy="2568960"/>
          </a:xfrm>
          <a:custGeom>
            <a:avLst/>
            <a:gdLst>
              <a:gd name="textAreaLeft" fmla="*/ -360 w 2883240"/>
              <a:gd name="textAreaRight" fmla="*/ 2883240 w 2883240"/>
              <a:gd name="textAreaTop" fmla="*/ 0 h 2568960"/>
              <a:gd name="textAreaBottom" fmla="*/ 2569320 h 2568960"/>
            </a:gdLst>
            <a:ahLst/>
            <a:cxnLst/>
            <a:rect l="textAreaLeft" t="textAreaTop" r="textAreaRight" b="textAreaBottom"/>
            <a:pathLst>
              <a:path w="1776031" h="1582483">
                <a:moveTo>
                  <a:pt x="804196" y="1582484"/>
                </a:moveTo>
                <a:lnTo>
                  <a:pt x="804196" y="1568768"/>
                </a:lnTo>
                <a:cubicBezTo>
                  <a:pt x="811911" y="1568768"/>
                  <a:pt x="819722" y="1568768"/>
                  <a:pt x="827532" y="1568482"/>
                </a:cubicBezTo>
                <a:lnTo>
                  <a:pt x="827818" y="1582198"/>
                </a:lnTo>
                <a:cubicBezTo>
                  <a:pt x="819912" y="1582388"/>
                  <a:pt x="812101" y="1582484"/>
                  <a:pt x="804196" y="1582484"/>
                </a:cubicBezTo>
                <a:close/>
                <a:moveTo>
                  <a:pt x="780574" y="1582293"/>
                </a:moveTo>
                <a:cubicBezTo>
                  <a:pt x="772668" y="1582103"/>
                  <a:pt x="764858" y="1581912"/>
                  <a:pt x="756952" y="1581531"/>
                </a:cubicBezTo>
                <a:lnTo>
                  <a:pt x="757523" y="1567815"/>
                </a:lnTo>
                <a:cubicBezTo>
                  <a:pt x="765334" y="1568101"/>
                  <a:pt x="773049" y="1568387"/>
                  <a:pt x="780860" y="1568577"/>
                </a:cubicBezTo>
                <a:lnTo>
                  <a:pt x="780574" y="1582293"/>
                </a:lnTo>
                <a:close/>
                <a:moveTo>
                  <a:pt x="851440" y="1581531"/>
                </a:moveTo>
                <a:lnTo>
                  <a:pt x="850868" y="1567815"/>
                </a:lnTo>
                <a:cubicBezTo>
                  <a:pt x="858679" y="1567529"/>
                  <a:pt x="866394" y="1567053"/>
                  <a:pt x="874205" y="1566577"/>
                </a:cubicBezTo>
                <a:lnTo>
                  <a:pt x="875062" y="1580293"/>
                </a:lnTo>
                <a:cubicBezTo>
                  <a:pt x="867156" y="1580769"/>
                  <a:pt x="859346" y="1581150"/>
                  <a:pt x="851440" y="1581531"/>
                </a:cubicBezTo>
                <a:close/>
                <a:moveTo>
                  <a:pt x="733330" y="1580293"/>
                </a:moveTo>
                <a:cubicBezTo>
                  <a:pt x="725424" y="1579817"/>
                  <a:pt x="717613" y="1579150"/>
                  <a:pt x="709708" y="1578483"/>
                </a:cubicBezTo>
                <a:lnTo>
                  <a:pt x="710851" y="1564862"/>
                </a:lnTo>
                <a:cubicBezTo>
                  <a:pt x="718566" y="1565529"/>
                  <a:pt x="726376" y="1566101"/>
                  <a:pt x="734092" y="1566577"/>
                </a:cubicBezTo>
                <a:lnTo>
                  <a:pt x="733235" y="1580293"/>
                </a:lnTo>
                <a:close/>
                <a:moveTo>
                  <a:pt x="898588" y="1578578"/>
                </a:moveTo>
                <a:lnTo>
                  <a:pt x="897446" y="1564958"/>
                </a:lnTo>
                <a:cubicBezTo>
                  <a:pt x="905161" y="1564291"/>
                  <a:pt x="912971" y="1563624"/>
                  <a:pt x="920687" y="1562862"/>
                </a:cubicBezTo>
                <a:lnTo>
                  <a:pt x="922020" y="1576483"/>
                </a:lnTo>
                <a:cubicBezTo>
                  <a:pt x="914210" y="1577245"/>
                  <a:pt x="906304" y="1578007"/>
                  <a:pt x="898493" y="1578578"/>
                </a:cubicBezTo>
                <a:close/>
                <a:moveTo>
                  <a:pt x="686276" y="1576197"/>
                </a:moveTo>
                <a:cubicBezTo>
                  <a:pt x="678466" y="1575340"/>
                  <a:pt x="670655" y="1574387"/>
                  <a:pt x="662749" y="1573339"/>
                </a:cubicBezTo>
                <a:lnTo>
                  <a:pt x="664559" y="1559719"/>
                </a:lnTo>
                <a:cubicBezTo>
                  <a:pt x="672274" y="1560767"/>
                  <a:pt x="679990" y="1561719"/>
                  <a:pt x="687705" y="1562576"/>
                </a:cubicBezTo>
                <a:lnTo>
                  <a:pt x="686181" y="1576197"/>
                </a:lnTo>
                <a:close/>
                <a:moveTo>
                  <a:pt x="945547" y="1573911"/>
                </a:moveTo>
                <a:lnTo>
                  <a:pt x="943928" y="1560290"/>
                </a:lnTo>
                <a:cubicBezTo>
                  <a:pt x="951643" y="1559338"/>
                  <a:pt x="959358" y="1558385"/>
                  <a:pt x="967073" y="1557338"/>
                </a:cubicBezTo>
                <a:lnTo>
                  <a:pt x="968978" y="1570958"/>
                </a:lnTo>
                <a:cubicBezTo>
                  <a:pt x="961168" y="1572006"/>
                  <a:pt x="953357" y="1573054"/>
                  <a:pt x="945547" y="1573911"/>
                </a:cubicBezTo>
                <a:close/>
                <a:moveTo>
                  <a:pt x="639318" y="1569815"/>
                </a:moveTo>
                <a:cubicBezTo>
                  <a:pt x="631508" y="1568577"/>
                  <a:pt x="623792" y="1567243"/>
                  <a:pt x="615982" y="1565815"/>
                </a:cubicBezTo>
                <a:lnTo>
                  <a:pt x="618459" y="1552385"/>
                </a:lnTo>
                <a:cubicBezTo>
                  <a:pt x="626078" y="1553813"/>
                  <a:pt x="633794" y="1555147"/>
                  <a:pt x="641413" y="1556385"/>
                </a:cubicBezTo>
                <a:lnTo>
                  <a:pt x="639223" y="1569910"/>
                </a:lnTo>
                <a:close/>
                <a:moveTo>
                  <a:pt x="992315" y="1567529"/>
                </a:moveTo>
                <a:lnTo>
                  <a:pt x="990219" y="1554004"/>
                </a:lnTo>
                <a:cubicBezTo>
                  <a:pt x="997934" y="1552861"/>
                  <a:pt x="1005649" y="1551527"/>
                  <a:pt x="1013269" y="1550289"/>
                </a:cubicBezTo>
                <a:lnTo>
                  <a:pt x="1015556" y="1563814"/>
                </a:lnTo>
                <a:cubicBezTo>
                  <a:pt x="1007841" y="1565148"/>
                  <a:pt x="1000030" y="1566386"/>
                  <a:pt x="992219" y="1567625"/>
                </a:cubicBezTo>
                <a:close/>
                <a:moveTo>
                  <a:pt x="592836" y="1561148"/>
                </a:moveTo>
                <a:cubicBezTo>
                  <a:pt x="585121" y="1559528"/>
                  <a:pt x="577406" y="1557814"/>
                  <a:pt x="569785" y="1555909"/>
                </a:cubicBezTo>
                <a:lnTo>
                  <a:pt x="572929" y="1542574"/>
                </a:lnTo>
                <a:cubicBezTo>
                  <a:pt x="580454" y="1544384"/>
                  <a:pt x="588074" y="1546098"/>
                  <a:pt x="595694" y="1547717"/>
                </a:cubicBezTo>
                <a:lnTo>
                  <a:pt x="592836" y="1561148"/>
                </a:lnTo>
                <a:close/>
                <a:moveTo>
                  <a:pt x="1038892" y="1559528"/>
                </a:moveTo>
                <a:lnTo>
                  <a:pt x="1036320" y="1546098"/>
                </a:lnTo>
                <a:cubicBezTo>
                  <a:pt x="1043940" y="1544669"/>
                  <a:pt x="1051655" y="1543145"/>
                  <a:pt x="1059275" y="1541621"/>
                </a:cubicBezTo>
                <a:lnTo>
                  <a:pt x="1062038" y="1555052"/>
                </a:lnTo>
                <a:cubicBezTo>
                  <a:pt x="1054323" y="1556671"/>
                  <a:pt x="1046607" y="1558195"/>
                  <a:pt x="1038892" y="1559624"/>
                </a:cubicBezTo>
                <a:close/>
                <a:moveTo>
                  <a:pt x="546830" y="1550194"/>
                </a:moveTo>
                <a:cubicBezTo>
                  <a:pt x="539210" y="1548193"/>
                  <a:pt x="531591" y="1546003"/>
                  <a:pt x="524065" y="1543812"/>
                </a:cubicBezTo>
                <a:lnTo>
                  <a:pt x="527971" y="1530668"/>
                </a:lnTo>
                <a:cubicBezTo>
                  <a:pt x="535400" y="1532858"/>
                  <a:pt x="542925" y="1534954"/>
                  <a:pt x="550450" y="1536954"/>
                </a:cubicBezTo>
                <a:lnTo>
                  <a:pt x="546926" y="1550194"/>
                </a:lnTo>
                <a:close/>
                <a:moveTo>
                  <a:pt x="1085088" y="1550099"/>
                </a:moveTo>
                <a:lnTo>
                  <a:pt x="1082135" y="1536764"/>
                </a:lnTo>
                <a:cubicBezTo>
                  <a:pt x="1089755" y="1535049"/>
                  <a:pt x="1097375" y="1533335"/>
                  <a:pt x="1104900" y="1531525"/>
                </a:cubicBezTo>
                <a:lnTo>
                  <a:pt x="1108043" y="1544860"/>
                </a:lnTo>
                <a:cubicBezTo>
                  <a:pt x="1100423" y="1546670"/>
                  <a:pt x="1092708" y="1548384"/>
                  <a:pt x="1085088" y="1550099"/>
                </a:cubicBezTo>
                <a:close/>
                <a:moveTo>
                  <a:pt x="1130999" y="1539240"/>
                </a:moveTo>
                <a:lnTo>
                  <a:pt x="1127665" y="1526000"/>
                </a:lnTo>
                <a:cubicBezTo>
                  <a:pt x="1135190" y="1524095"/>
                  <a:pt x="1142810" y="1522095"/>
                  <a:pt x="1150334" y="1520095"/>
                </a:cubicBezTo>
                <a:lnTo>
                  <a:pt x="1153858" y="1533335"/>
                </a:lnTo>
                <a:cubicBezTo>
                  <a:pt x="1146239" y="1535335"/>
                  <a:pt x="1138619" y="1537335"/>
                  <a:pt x="1130999" y="1539240"/>
                </a:cubicBezTo>
                <a:close/>
                <a:moveTo>
                  <a:pt x="501396" y="1536859"/>
                </a:moveTo>
                <a:cubicBezTo>
                  <a:pt x="493871" y="1534478"/>
                  <a:pt x="486442" y="1531906"/>
                  <a:pt x="478917" y="1529334"/>
                </a:cubicBezTo>
                <a:lnTo>
                  <a:pt x="483489" y="1516380"/>
                </a:lnTo>
                <a:cubicBezTo>
                  <a:pt x="490823" y="1518952"/>
                  <a:pt x="498158" y="1521428"/>
                  <a:pt x="505587" y="1523810"/>
                </a:cubicBezTo>
                <a:lnTo>
                  <a:pt x="501396" y="1536859"/>
                </a:lnTo>
                <a:close/>
                <a:moveTo>
                  <a:pt x="1176528" y="1527048"/>
                </a:moveTo>
                <a:lnTo>
                  <a:pt x="1172813" y="1513904"/>
                </a:lnTo>
                <a:cubicBezTo>
                  <a:pt x="1180338" y="1511808"/>
                  <a:pt x="1187767" y="1509617"/>
                  <a:pt x="1195293" y="1507331"/>
                </a:cubicBezTo>
                <a:lnTo>
                  <a:pt x="1199198" y="1520476"/>
                </a:lnTo>
                <a:cubicBezTo>
                  <a:pt x="1191673" y="1522762"/>
                  <a:pt x="1184148" y="1524953"/>
                  <a:pt x="1176528" y="1527048"/>
                </a:cubicBezTo>
                <a:close/>
                <a:moveTo>
                  <a:pt x="456724" y="1521143"/>
                </a:moveTo>
                <a:cubicBezTo>
                  <a:pt x="449390" y="1518285"/>
                  <a:pt x="442055" y="1515428"/>
                  <a:pt x="434721" y="1512380"/>
                </a:cubicBezTo>
                <a:lnTo>
                  <a:pt x="439960" y="1499711"/>
                </a:lnTo>
                <a:cubicBezTo>
                  <a:pt x="447104" y="1502664"/>
                  <a:pt x="454342" y="1505522"/>
                  <a:pt x="461581" y="1508284"/>
                </a:cubicBezTo>
                <a:lnTo>
                  <a:pt x="456724" y="1521047"/>
                </a:lnTo>
                <a:close/>
                <a:moveTo>
                  <a:pt x="1221772" y="1513523"/>
                </a:moveTo>
                <a:lnTo>
                  <a:pt x="1217676" y="1500473"/>
                </a:lnTo>
                <a:cubicBezTo>
                  <a:pt x="1225106" y="1498187"/>
                  <a:pt x="1232535" y="1495806"/>
                  <a:pt x="1239965" y="1493330"/>
                </a:cubicBezTo>
                <a:lnTo>
                  <a:pt x="1244251" y="1506379"/>
                </a:lnTo>
                <a:cubicBezTo>
                  <a:pt x="1236726" y="1508855"/>
                  <a:pt x="1229297" y="1511237"/>
                  <a:pt x="1221772" y="1513618"/>
                </a:cubicBezTo>
                <a:close/>
                <a:moveTo>
                  <a:pt x="413004" y="1503045"/>
                </a:moveTo>
                <a:cubicBezTo>
                  <a:pt x="405765" y="1499807"/>
                  <a:pt x="398621" y="1496473"/>
                  <a:pt x="391573" y="1493044"/>
                </a:cubicBezTo>
                <a:lnTo>
                  <a:pt x="397478" y="1480661"/>
                </a:lnTo>
                <a:cubicBezTo>
                  <a:pt x="404431" y="1483995"/>
                  <a:pt x="411480" y="1487329"/>
                  <a:pt x="418624" y="1490472"/>
                </a:cubicBezTo>
                <a:lnTo>
                  <a:pt x="413004" y="1502950"/>
                </a:lnTo>
                <a:close/>
                <a:moveTo>
                  <a:pt x="1266539" y="1498759"/>
                </a:moveTo>
                <a:lnTo>
                  <a:pt x="1262063" y="1485805"/>
                </a:lnTo>
                <a:cubicBezTo>
                  <a:pt x="1269397" y="1483233"/>
                  <a:pt x="1276731" y="1480661"/>
                  <a:pt x="1284066" y="1477994"/>
                </a:cubicBezTo>
                <a:lnTo>
                  <a:pt x="1288733" y="1490853"/>
                </a:lnTo>
                <a:cubicBezTo>
                  <a:pt x="1281303" y="1493520"/>
                  <a:pt x="1273969" y="1496187"/>
                  <a:pt x="1266539" y="1498759"/>
                </a:cubicBezTo>
                <a:close/>
                <a:moveTo>
                  <a:pt x="1310831" y="1482566"/>
                </a:moveTo>
                <a:lnTo>
                  <a:pt x="1305878" y="1469803"/>
                </a:lnTo>
                <a:cubicBezTo>
                  <a:pt x="1313117" y="1467041"/>
                  <a:pt x="1320356" y="1464088"/>
                  <a:pt x="1327594" y="1461135"/>
                </a:cubicBezTo>
                <a:lnTo>
                  <a:pt x="1332738" y="1473803"/>
                </a:lnTo>
                <a:cubicBezTo>
                  <a:pt x="1325404" y="1476756"/>
                  <a:pt x="1318165" y="1479709"/>
                  <a:pt x="1310831" y="1482566"/>
                </a:cubicBezTo>
                <a:close/>
                <a:moveTo>
                  <a:pt x="370332" y="1482471"/>
                </a:moveTo>
                <a:cubicBezTo>
                  <a:pt x="363283" y="1478852"/>
                  <a:pt x="356330" y="1475137"/>
                  <a:pt x="349473" y="1471232"/>
                </a:cubicBezTo>
                <a:lnTo>
                  <a:pt x="356140" y="1459230"/>
                </a:lnTo>
                <a:cubicBezTo>
                  <a:pt x="362903" y="1463040"/>
                  <a:pt x="369760" y="1466660"/>
                  <a:pt x="376619" y="1470279"/>
                </a:cubicBezTo>
                <a:lnTo>
                  <a:pt x="370332" y="1482471"/>
                </a:lnTo>
                <a:close/>
                <a:moveTo>
                  <a:pt x="1354550" y="1464659"/>
                </a:moveTo>
                <a:lnTo>
                  <a:pt x="1349121" y="1452086"/>
                </a:lnTo>
                <a:cubicBezTo>
                  <a:pt x="1356265" y="1449038"/>
                  <a:pt x="1363408" y="1445800"/>
                  <a:pt x="1370457" y="1442561"/>
                </a:cubicBezTo>
                <a:lnTo>
                  <a:pt x="1376172" y="1455039"/>
                </a:lnTo>
                <a:cubicBezTo>
                  <a:pt x="1369028" y="1458278"/>
                  <a:pt x="1361789" y="1461516"/>
                  <a:pt x="1354550" y="1464659"/>
                </a:cubicBezTo>
                <a:close/>
                <a:moveTo>
                  <a:pt x="328994" y="1459516"/>
                </a:moveTo>
                <a:cubicBezTo>
                  <a:pt x="322231" y="1455515"/>
                  <a:pt x="315468" y="1451324"/>
                  <a:pt x="308801" y="1447038"/>
                </a:cubicBezTo>
                <a:lnTo>
                  <a:pt x="316135" y="1435513"/>
                </a:lnTo>
                <a:cubicBezTo>
                  <a:pt x="322707" y="1439704"/>
                  <a:pt x="329279" y="1443800"/>
                  <a:pt x="335947" y="1447705"/>
                </a:cubicBezTo>
                <a:lnTo>
                  <a:pt x="328898" y="1459516"/>
                </a:lnTo>
                <a:close/>
                <a:moveTo>
                  <a:pt x="1397603" y="1445038"/>
                </a:moveTo>
                <a:lnTo>
                  <a:pt x="1391603" y="1432751"/>
                </a:lnTo>
                <a:cubicBezTo>
                  <a:pt x="1398651" y="1429322"/>
                  <a:pt x="1405604" y="1425893"/>
                  <a:pt x="1412462" y="1422368"/>
                </a:cubicBezTo>
                <a:lnTo>
                  <a:pt x="1418749" y="1434560"/>
                </a:lnTo>
                <a:cubicBezTo>
                  <a:pt x="1411700" y="1438180"/>
                  <a:pt x="1404652" y="1441704"/>
                  <a:pt x="1397603" y="1445133"/>
                </a:cubicBezTo>
                <a:close/>
                <a:moveTo>
                  <a:pt x="289084" y="1433989"/>
                </a:moveTo>
                <a:cubicBezTo>
                  <a:pt x="282607" y="1429512"/>
                  <a:pt x="276130" y="1424940"/>
                  <a:pt x="269748" y="1420273"/>
                </a:cubicBezTo>
                <a:lnTo>
                  <a:pt x="277844" y="1409224"/>
                </a:lnTo>
                <a:cubicBezTo>
                  <a:pt x="284131" y="1413796"/>
                  <a:pt x="290417" y="1418273"/>
                  <a:pt x="296799" y="1422654"/>
                </a:cubicBezTo>
                <a:lnTo>
                  <a:pt x="289084" y="1433989"/>
                </a:lnTo>
                <a:close/>
                <a:moveTo>
                  <a:pt x="1439704" y="1423416"/>
                </a:moveTo>
                <a:lnTo>
                  <a:pt x="1433131" y="1411414"/>
                </a:lnTo>
                <a:cubicBezTo>
                  <a:pt x="1439990" y="1407700"/>
                  <a:pt x="1446752" y="1403890"/>
                  <a:pt x="1453515" y="1399985"/>
                </a:cubicBezTo>
                <a:lnTo>
                  <a:pt x="1460373" y="1411891"/>
                </a:lnTo>
                <a:cubicBezTo>
                  <a:pt x="1453515" y="1415796"/>
                  <a:pt x="1446657" y="1419701"/>
                  <a:pt x="1439704" y="1423511"/>
                </a:cubicBezTo>
                <a:close/>
                <a:moveTo>
                  <a:pt x="250793" y="1405985"/>
                </a:moveTo>
                <a:cubicBezTo>
                  <a:pt x="244602" y="1401128"/>
                  <a:pt x="238411" y="1396175"/>
                  <a:pt x="232410" y="1391031"/>
                </a:cubicBezTo>
                <a:lnTo>
                  <a:pt x="241173" y="1380554"/>
                </a:lnTo>
                <a:cubicBezTo>
                  <a:pt x="247079" y="1385507"/>
                  <a:pt x="253174" y="1390460"/>
                  <a:pt x="259271" y="1395222"/>
                </a:cubicBezTo>
                <a:lnTo>
                  <a:pt x="250793" y="1405985"/>
                </a:lnTo>
                <a:close/>
                <a:moveTo>
                  <a:pt x="1480661" y="1399699"/>
                </a:moveTo>
                <a:lnTo>
                  <a:pt x="1473517" y="1388078"/>
                </a:lnTo>
                <a:cubicBezTo>
                  <a:pt x="1480185" y="1383983"/>
                  <a:pt x="1486757" y="1379792"/>
                  <a:pt x="1493234" y="1375601"/>
                </a:cubicBezTo>
                <a:lnTo>
                  <a:pt x="1500759" y="1387031"/>
                </a:lnTo>
                <a:cubicBezTo>
                  <a:pt x="1494187" y="1391317"/>
                  <a:pt x="1487519" y="1395603"/>
                  <a:pt x="1480756" y="1399699"/>
                </a:cubicBezTo>
                <a:close/>
                <a:moveTo>
                  <a:pt x="214408" y="1375505"/>
                </a:moveTo>
                <a:cubicBezTo>
                  <a:pt x="211455" y="1372838"/>
                  <a:pt x="208597" y="1370267"/>
                  <a:pt x="205740" y="1367600"/>
                </a:cubicBezTo>
                <a:cubicBezTo>
                  <a:pt x="202787" y="1364933"/>
                  <a:pt x="199930" y="1362170"/>
                  <a:pt x="197073" y="1359408"/>
                </a:cubicBezTo>
                <a:lnTo>
                  <a:pt x="206598" y="1349502"/>
                </a:lnTo>
                <a:cubicBezTo>
                  <a:pt x="209360" y="1352169"/>
                  <a:pt x="212217" y="1354836"/>
                  <a:pt x="215074" y="1357503"/>
                </a:cubicBezTo>
                <a:cubicBezTo>
                  <a:pt x="217932" y="1360170"/>
                  <a:pt x="220790" y="1362742"/>
                  <a:pt x="223647" y="1365314"/>
                </a:cubicBezTo>
                <a:lnTo>
                  <a:pt x="214503" y="1375505"/>
                </a:lnTo>
                <a:close/>
                <a:moveTo>
                  <a:pt x="1520285" y="1373696"/>
                </a:moveTo>
                <a:lnTo>
                  <a:pt x="1512475" y="1362456"/>
                </a:lnTo>
                <a:cubicBezTo>
                  <a:pt x="1518856" y="1357979"/>
                  <a:pt x="1525143" y="1353503"/>
                  <a:pt x="1531334" y="1348835"/>
                </a:cubicBezTo>
                <a:lnTo>
                  <a:pt x="1539526" y="1359789"/>
                </a:lnTo>
                <a:cubicBezTo>
                  <a:pt x="1533239" y="1364552"/>
                  <a:pt x="1526762" y="1369124"/>
                  <a:pt x="1520285" y="1373696"/>
                </a:cubicBezTo>
                <a:close/>
                <a:moveTo>
                  <a:pt x="1558290" y="1345311"/>
                </a:moveTo>
                <a:lnTo>
                  <a:pt x="1549717" y="1334643"/>
                </a:lnTo>
                <a:cubicBezTo>
                  <a:pt x="1555814" y="1329785"/>
                  <a:pt x="1561719" y="1324832"/>
                  <a:pt x="1567624" y="1319784"/>
                </a:cubicBezTo>
                <a:lnTo>
                  <a:pt x="1576578" y="1330166"/>
                </a:lnTo>
                <a:cubicBezTo>
                  <a:pt x="1570577" y="1335310"/>
                  <a:pt x="1564482" y="1340358"/>
                  <a:pt x="1558290" y="1345311"/>
                </a:cubicBezTo>
                <a:close/>
                <a:moveTo>
                  <a:pt x="180213" y="1342549"/>
                </a:moveTo>
                <a:cubicBezTo>
                  <a:pt x="174688" y="1336834"/>
                  <a:pt x="169354" y="1331119"/>
                  <a:pt x="164021" y="1325213"/>
                </a:cubicBezTo>
                <a:lnTo>
                  <a:pt x="174212" y="1316069"/>
                </a:lnTo>
                <a:cubicBezTo>
                  <a:pt x="179356" y="1321784"/>
                  <a:pt x="184690" y="1327499"/>
                  <a:pt x="190024" y="1333024"/>
                </a:cubicBezTo>
                <a:lnTo>
                  <a:pt x="180213" y="1342549"/>
                </a:lnTo>
                <a:close/>
                <a:moveTo>
                  <a:pt x="1594294" y="1314355"/>
                </a:moveTo>
                <a:lnTo>
                  <a:pt x="1584960" y="1304258"/>
                </a:lnTo>
                <a:cubicBezTo>
                  <a:pt x="1590675" y="1299020"/>
                  <a:pt x="1596199" y="1293590"/>
                  <a:pt x="1601724" y="1288161"/>
                </a:cubicBezTo>
                <a:lnTo>
                  <a:pt x="1611440" y="1297877"/>
                </a:lnTo>
                <a:cubicBezTo>
                  <a:pt x="1605820" y="1303496"/>
                  <a:pt x="1600105" y="1308926"/>
                  <a:pt x="1594294" y="1314355"/>
                </a:cubicBezTo>
                <a:close/>
                <a:moveTo>
                  <a:pt x="148495" y="1307306"/>
                </a:moveTo>
                <a:cubicBezTo>
                  <a:pt x="143447" y="1301210"/>
                  <a:pt x="138398" y="1295114"/>
                  <a:pt x="133540" y="1288828"/>
                </a:cubicBezTo>
                <a:lnTo>
                  <a:pt x="144304" y="1280446"/>
                </a:lnTo>
                <a:cubicBezTo>
                  <a:pt x="149066" y="1286542"/>
                  <a:pt x="153924" y="1292543"/>
                  <a:pt x="158877" y="1298543"/>
                </a:cubicBezTo>
                <a:lnTo>
                  <a:pt x="148399" y="1307306"/>
                </a:lnTo>
                <a:close/>
                <a:moveTo>
                  <a:pt x="1627918" y="1280827"/>
                </a:moveTo>
                <a:lnTo>
                  <a:pt x="1617821" y="1271492"/>
                </a:lnTo>
                <a:cubicBezTo>
                  <a:pt x="1623060" y="1265777"/>
                  <a:pt x="1628204" y="1260062"/>
                  <a:pt x="1633252" y="1254157"/>
                </a:cubicBezTo>
                <a:lnTo>
                  <a:pt x="1643634" y="1263015"/>
                </a:lnTo>
                <a:cubicBezTo>
                  <a:pt x="1638490" y="1269016"/>
                  <a:pt x="1633252" y="1274921"/>
                  <a:pt x="1627823" y="1280732"/>
                </a:cubicBezTo>
                <a:close/>
                <a:moveTo>
                  <a:pt x="119348" y="1269873"/>
                </a:moveTo>
                <a:cubicBezTo>
                  <a:pt x="114681" y="1263491"/>
                  <a:pt x="110204" y="1257014"/>
                  <a:pt x="105823" y="1250442"/>
                </a:cubicBezTo>
                <a:lnTo>
                  <a:pt x="117158" y="1242822"/>
                </a:lnTo>
                <a:cubicBezTo>
                  <a:pt x="121444" y="1249299"/>
                  <a:pt x="125921" y="1255585"/>
                  <a:pt x="130398" y="1261872"/>
                </a:cubicBezTo>
                <a:lnTo>
                  <a:pt x="119253" y="1269873"/>
                </a:lnTo>
                <a:close/>
                <a:moveTo>
                  <a:pt x="1658683" y="1244632"/>
                </a:moveTo>
                <a:lnTo>
                  <a:pt x="1647920" y="1236155"/>
                </a:lnTo>
                <a:cubicBezTo>
                  <a:pt x="1652683" y="1230059"/>
                  <a:pt x="1657255" y="1223867"/>
                  <a:pt x="1661827" y="1217581"/>
                </a:cubicBezTo>
                <a:lnTo>
                  <a:pt x="1672971" y="1225487"/>
                </a:lnTo>
                <a:cubicBezTo>
                  <a:pt x="1668399" y="1231964"/>
                  <a:pt x="1663637" y="1238250"/>
                  <a:pt x="1658779" y="1244537"/>
                </a:cubicBezTo>
                <a:close/>
                <a:moveTo>
                  <a:pt x="92964" y="1230439"/>
                </a:moveTo>
                <a:cubicBezTo>
                  <a:pt x="88773" y="1223677"/>
                  <a:pt x="84772" y="1216914"/>
                  <a:pt x="80867" y="1210056"/>
                </a:cubicBezTo>
                <a:lnTo>
                  <a:pt x="92774" y="1203293"/>
                </a:lnTo>
                <a:cubicBezTo>
                  <a:pt x="96583" y="1210056"/>
                  <a:pt x="100584" y="1216724"/>
                  <a:pt x="104680" y="1223296"/>
                </a:cubicBezTo>
                <a:lnTo>
                  <a:pt x="93059" y="1230535"/>
                </a:lnTo>
                <a:close/>
                <a:moveTo>
                  <a:pt x="1686306" y="1205960"/>
                </a:moveTo>
                <a:lnTo>
                  <a:pt x="1674781" y="1198531"/>
                </a:lnTo>
                <a:cubicBezTo>
                  <a:pt x="1677257" y="1194721"/>
                  <a:pt x="1679639" y="1190911"/>
                  <a:pt x="1682020" y="1187006"/>
                </a:cubicBezTo>
                <a:cubicBezTo>
                  <a:pt x="1683734" y="1184243"/>
                  <a:pt x="1685354" y="1181481"/>
                  <a:pt x="1686973" y="1178814"/>
                </a:cubicBezTo>
                <a:lnTo>
                  <a:pt x="1698784" y="1185767"/>
                </a:lnTo>
                <a:cubicBezTo>
                  <a:pt x="1697165" y="1188625"/>
                  <a:pt x="1695450" y="1191387"/>
                  <a:pt x="1693735" y="1194245"/>
                </a:cubicBezTo>
                <a:cubicBezTo>
                  <a:pt x="1691354" y="1198245"/>
                  <a:pt x="1688783" y="1202150"/>
                  <a:pt x="1686306" y="1206056"/>
                </a:cubicBezTo>
                <a:close/>
                <a:moveTo>
                  <a:pt x="69437" y="1189196"/>
                </a:moveTo>
                <a:cubicBezTo>
                  <a:pt x="65722" y="1182148"/>
                  <a:pt x="62198" y="1175099"/>
                  <a:pt x="58865" y="1167956"/>
                </a:cubicBezTo>
                <a:lnTo>
                  <a:pt x="71247" y="1162050"/>
                </a:lnTo>
                <a:cubicBezTo>
                  <a:pt x="74581" y="1169003"/>
                  <a:pt x="78010" y="1175957"/>
                  <a:pt x="81629" y="1182814"/>
                </a:cubicBezTo>
                <a:lnTo>
                  <a:pt x="69533" y="1189196"/>
                </a:lnTo>
                <a:close/>
                <a:moveTo>
                  <a:pt x="1710404" y="1164908"/>
                </a:moveTo>
                <a:lnTo>
                  <a:pt x="1698308" y="1158526"/>
                </a:lnTo>
                <a:cubicBezTo>
                  <a:pt x="1701927" y="1151668"/>
                  <a:pt x="1705356" y="1144714"/>
                  <a:pt x="1708594" y="1137761"/>
                </a:cubicBezTo>
                <a:lnTo>
                  <a:pt x="1720977" y="1143572"/>
                </a:lnTo>
                <a:cubicBezTo>
                  <a:pt x="1717643" y="1150715"/>
                  <a:pt x="1714119" y="1157859"/>
                  <a:pt x="1710404" y="1164908"/>
                </a:cubicBezTo>
                <a:close/>
                <a:moveTo>
                  <a:pt x="48958" y="1146429"/>
                </a:moveTo>
                <a:cubicBezTo>
                  <a:pt x="45816" y="1139190"/>
                  <a:pt x="42767" y="1131856"/>
                  <a:pt x="39910" y="1124426"/>
                </a:cubicBezTo>
                <a:lnTo>
                  <a:pt x="52673" y="1119473"/>
                </a:lnTo>
                <a:cubicBezTo>
                  <a:pt x="55435" y="1126712"/>
                  <a:pt x="58388" y="1133856"/>
                  <a:pt x="61436" y="1141000"/>
                </a:cubicBezTo>
                <a:lnTo>
                  <a:pt x="48863" y="1146429"/>
                </a:lnTo>
                <a:close/>
                <a:moveTo>
                  <a:pt x="1730598" y="1121855"/>
                </a:moveTo>
                <a:lnTo>
                  <a:pt x="1717929" y="1116616"/>
                </a:lnTo>
                <a:cubicBezTo>
                  <a:pt x="1720882" y="1109472"/>
                  <a:pt x="1723739" y="1102233"/>
                  <a:pt x="1726407" y="1094994"/>
                </a:cubicBezTo>
                <a:lnTo>
                  <a:pt x="1739265" y="1099757"/>
                </a:lnTo>
                <a:cubicBezTo>
                  <a:pt x="1736503" y="1107186"/>
                  <a:pt x="1733645" y="1114616"/>
                  <a:pt x="1730598" y="1121950"/>
                </a:cubicBezTo>
                <a:close/>
                <a:moveTo>
                  <a:pt x="31813" y="1102138"/>
                </a:moveTo>
                <a:cubicBezTo>
                  <a:pt x="29242" y="1094613"/>
                  <a:pt x="26765" y="1087088"/>
                  <a:pt x="24479" y="1079564"/>
                </a:cubicBezTo>
                <a:lnTo>
                  <a:pt x="37624" y="1075563"/>
                </a:lnTo>
                <a:cubicBezTo>
                  <a:pt x="39814" y="1082993"/>
                  <a:pt x="42196" y="1090327"/>
                  <a:pt x="44767" y="1097661"/>
                </a:cubicBezTo>
                <a:lnTo>
                  <a:pt x="31813" y="1102138"/>
                </a:lnTo>
                <a:close/>
                <a:moveTo>
                  <a:pt x="1746980" y="1077278"/>
                </a:moveTo>
                <a:lnTo>
                  <a:pt x="1733931" y="1073087"/>
                </a:lnTo>
                <a:cubicBezTo>
                  <a:pt x="1736312" y="1065752"/>
                  <a:pt x="1738503" y="1058323"/>
                  <a:pt x="1740503" y="1050893"/>
                </a:cubicBezTo>
                <a:lnTo>
                  <a:pt x="1753743" y="1054513"/>
                </a:lnTo>
                <a:cubicBezTo>
                  <a:pt x="1751648" y="1062133"/>
                  <a:pt x="1749362" y="1069753"/>
                  <a:pt x="1746980" y="1077278"/>
                </a:cubicBezTo>
                <a:close/>
                <a:moveTo>
                  <a:pt x="18097" y="1056608"/>
                </a:moveTo>
                <a:cubicBezTo>
                  <a:pt x="16097" y="1048893"/>
                  <a:pt x="14288" y="1041273"/>
                  <a:pt x="12573" y="1033463"/>
                </a:cubicBezTo>
                <a:lnTo>
                  <a:pt x="26003" y="1030605"/>
                </a:lnTo>
                <a:cubicBezTo>
                  <a:pt x="27622" y="1038130"/>
                  <a:pt x="29432" y="1045655"/>
                  <a:pt x="31337" y="1053179"/>
                </a:cubicBezTo>
                <a:lnTo>
                  <a:pt x="18097" y="1056608"/>
                </a:lnTo>
                <a:close/>
                <a:moveTo>
                  <a:pt x="1759553" y="1031462"/>
                </a:moveTo>
                <a:lnTo>
                  <a:pt x="1746218" y="1028319"/>
                </a:lnTo>
                <a:cubicBezTo>
                  <a:pt x="1747933" y="1020794"/>
                  <a:pt x="1749552" y="1013174"/>
                  <a:pt x="1750981" y="1005650"/>
                </a:cubicBezTo>
                <a:lnTo>
                  <a:pt x="1764411" y="1008221"/>
                </a:lnTo>
                <a:cubicBezTo>
                  <a:pt x="1762887" y="1016032"/>
                  <a:pt x="1761268" y="1023747"/>
                  <a:pt x="1759458" y="1031462"/>
                </a:cubicBezTo>
                <a:close/>
                <a:moveTo>
                  <a:pt x="8096" y="1010222"/>
                </a:moveTo>
                <a:cubicBezTo>
                  <a:pt x="6763" y="1002411"/>
                  <a:pt x="5525" y="994601"/>
                  <a:pt x="4572" y="986695"/>
                </a:cubicBezTo>
                <a:lnTo>
                  <a:pt x="18193" y="984885"/>
                </a:lnTo>
                <a:cubicBezTo>
                  <a:pt x="19145" y="992600"/>
                  <a:pt x="20384" y="1000220"/>
                  <a:pt x="21622" y="1007840"/>
                </a:cubicBezTo>
                <a:lnTo>
                  <a:pt x="8096" y="1010126"/>
                </a:lnTo>
                <a:close/>
                <a:moveTo>
                  <a:pt x="1768412" y="984790"/>
                </a:moveTo>
                <a:lnTo>
                  <a:pt x="1754886" y="982694"/>
                </a:lnTo>
                <a:cubicBezTo>
                  <a:pt x="1756029" y="975074"/>
                  <a:pt x="1757077" y="967359"/>
                  <a:pt x="1757934" y="959644"/>
                </a:cubicBezTo>
                <a:lnTo>
                  <a:pt x="1771555" y="961263"/>
                </a:lnTo>
                <a:cubicBezTo>
                  <a:pt x="1770602" y="969169"/>
                  <a:pt x="1769555" y="976979"/>
                  <a:pt x="1768412" y="984790"/>
                </a:cubicBezTo>
                <a:close/>
                <a:moveTo>
                  <a:pt x="2000" y="963073"/>
                </a:moveTo>
                <a:cubicBezTo>
                  <a:pt x="1334" y="955167"/>
                  <a:pt x="762" y="947261"/>
                  <a:pt x="476" y="939355"/>
                </a:cubicBezTo>
                <a:lnTo>
                  <a:pt x="14192" y="938784"/>
                </a:lnTo>
                <a:cubicBezTo>
                  <a:pt x="14478" y="946499"/>
                  <a:pt x="15050" y="954214"/>
                  <a:pt x="15716" y="961930"/>
                </a:cubicBezTo>
                <a:lnTo>
                  <a:pt x="2096" y="963073"/>
                </a:lnTo>
                <a:close/>
                <a:moveTo>
                  <a:pt x="1773936" y="937641"/>
                </a:moveTo>
                <a:lnTo>
                  <a:pt x="1760316" y="936593"/>
                </a:lnTo>
                <a:cubicBezTo>
                  <a:pt x="1760887" y="928878"/>
                  <a:pt x="1761363" y="921163"/>
                  <a:pt x="1761744" y="913352"/>
                </a:cubicBezTo>
                <a:lnTo>
                  <a:pt x="1775460" y="914019"/>
                </a:lnTo>
                <a:cubicBezTo>
                  <a:pt x="1775079" y="921925"/>
                  <a:pt x="1774603" y="929830"/>
                  <a:pt x="1774032" y="937641"/>
                </a:cubicBezTo>
                <a:close/>
                <a:moveTo>
                  <a:pt x="13716" y="915543"/>
                </a:moveTo>
                <a:lnTo>
                  <a:pt x="0" y="915543"/>
                </a:lnTo>
                <a:cubicBezTo>
                  <a:pt x="0" y="907637"/>
                  <a:pt x="190" y="899636"/>
                  <a:pt x="571" y="891730"/>
                </a:cubicBezTo>
                <a:lnTo>
                  <a:pt x="14288" y="892397"/>
                </a:lnTo>
                <a:cubicBezTo>
                  <a:pt x="13906" y="900113"/>
                  <a:pt x="13716" y="907828"/>
                  <a:pt x="13716" y="915543"/>
                </a:cubicBezTo>
                <a:close/>
                <a:moveTo>
                  <a:pt x="1776031" y="890302"/>
                </a:moveTo>
                <a:lnTo>
                  <a:pt x="1762315" y="890111"/>
                </a:lnTo>
                <a:cubicBezTo>
                  <a:pt x="1762315" y="887254"/>
                  <a:pt x="1762315" y="884396"/>
                  <a:pt x="1762315" y="881539"/>
                </a:cubicBezTo>
                <a:cubicBezTo>
                  <a:pt x="1762315" y="876586"/>
                  <a:pt x="1762315" y="871728"/>
                  <a:pt x="1762125" y="866775"/>
                </a:cubicBezTo>
                <a:lnTo>
                  <a:pt x="1775841" y="866489"/>
                </a:lnTo>
                <a:cubicBezTo>
                  <a:pt x="1775936" y="871538"/>
                  <a:pt x="1776031" y="876491"/>
                  <a:pt x="1776031" y="881539"/>
                </a:cubicBezTo>
                <a:cubicBezTo>
                  <a:pt x="1776031" y="884492"/>
                  <a:pt x="1776031" y="887349"/>
                  <a:pt x="1776031" y="890207"/>
                </a:cubicBezTo>
                <a:close/>
                <a:moveTo>
                  <a:pt x="15907" y="869347"/>
                </a:moveTo>
                <a:lnTo>
                  <a:pt x="2286" y="868013"/>
                </a:lnTo>
                <a:cubicBezTo>
                  <a:pt x="3048" y="860108"/>
                  <a:pt x="4001" y="852202"/>
                  <a:pt x="5144" y="844391"/>
                </a:cubicBezTo>
                <a:lnTo>
                  <a:pt x="18669" y="846392"/>
                </a:lnTo>
                <a:cubicBezTo>
                  <a:pt x="17526" y="854011"/>
                  <a:pt x="16669" y="861727"/>
                  <a:pt x="15907" y="869347"/>
                </a:cubicBezTo>
                <a:close/>
                <a:moveTo>
                  <a:pt x="1761363" y="843629"/>
                </a:moveTo>
                <a:cubicBezTo>
                  <a:pt x="1760982" y="835914"/>
                  <a:pt x="1760410" y="828104"/>
                  <a:pt x="1759839" y="820388"/>
                </a:cubicBezTo>
                <a:lnTo>
                  <a:pt x="1773460" y="819245"/>
                </a:lnTo>
                <a:cubicBezTo>
                  <a:pt x="1774126" y="827151"/>
                  <a:pt x="1774603" y="834961"/>
                  <a:pt x="1775079" y="842867"/>
                </a:cubicBezTo>
                <a:lnTo>
                  <a:pt x="1761363" y="843534"/>
                </a:lnTo>
                <a:close/>
                <a:moveTo>
                  <a:pt x="22479" y="823436"/>
                </a:moveTo>
                <a:lnTo>
                  <a:pt x="9049" y="820865"/>
                </a:lnTo>
                <a:cubicBezTo>
                  <a:pt x="10573" y="813054"/>
                  <a:pt x="12287" y="805339"/>
                  <a:pt x="14097" y="797624"/>
                </a:cubicBezTo>
                <a:lnTo>
                  <a:pt x="27432" y="800862"/>
                </a:lnTo>
                <a:cubicBezTo>
                  <a:pt x="25622" y="808387"/>
                  <a:pt x="24003" y="815911"/>
                  <a:pt x="22479" y="823532"/>
                </a:cubicBezTo>
                <a:close/>
                <a:moveTo>
                  <a:pt x="1757553" y="797243"/>
                </a:moveTo>
                <a:cubicBezTo>
                  <a:pt x="1756696" y="789527"/>
                  <a:pt x="1755743" y="781812"/>
                  <a:pt x="1754600" y="774097"/>
                </a:cubicBezTo>
                <a:lnTo>
                  <a:pt x="1768126" y="772192"/>
                </a:lnTo>
                <a:cubicBezTo>
                  <a:pt x="1769269" y="780002"/>
                  <a:pt x="1770221" y="787813"/>
                  <a:pt x="1771079" y="795719"/>
                </a:cubicBezTo>
                <a:lnTo>
                  <a:pt x="1757458" y="797243"/>
                </a:lnTo>
                <a:close/>
                <a:moveTo>
                  <a:pt x="33433" y="778478"/>
                </a:moveTo>
                <a:lnTo>
                  <a:pt x="20288" y="774668"/>
                </a:lnTo>
                <a:cubicBezTo>
                  <a:pt x="22479" y="767048"/>
                  <a:pt x="24860" y="759524"/>
                  <a:pt x="27432" y="751999"/>
                </a:cubicBezTo>
                <a:lnTo>
                  <a:pt x="40386" y="756476"/>
                </a:lnTo>
                <a:cubicBezTo>
                  <a:pt x="37910" y="763810"/>
                  <a:pt x="35528" y="771144"/>
                  <a:pt x="33433" y="778574"/>
                </a:cubicBezTo>
                <a:close/>
                <a:moveTo>
                  <a:pt x="1751076" y="751046"/>
                </a:moveTo>
                <a:cubicBezTo>
                  <a:pt x="1749742" y="743426"/>
                  <a:pt x="1748314" y="735711"/>
                  <a:pt x="1746885" y="728186"/>
                </a:cubicBezTo>
                <a:lnTo>
                  <a:pt x="1760316" y="725519"/>
                </a:lnTo>
                <a:cubicBezTo>
                  <a:pt x="1761839" y="733234"/>
                  <a:pt x="1763268" y="741045"/>
                  <a:pt x="1764601" y="748760"/>
                </a:cubicBezTo>
                <a:lnTo>
                  <a:pt x="1751076" y="751046"/>
                </a:lnTo>
                <a:close/>
                <a:moveTo>
                  <a:pt x="48387" y="734568"/>
                </a:moveTo>
                <a:lnTo>
                  <a:pt x="35623" y="729520"/>
                </a:lnTo>
                <a:cubicBezTo>
                  <a:pt x="38576" y="722186"/>
                  <a:pt x="41624" y="714851"/>
                  <a:pt x="44863" y="707612"/>
                </a:cubicBezTo>
                <a:lnTo>
                  <a:pt x="57340" y="713232"/>
                </a:lnTo>
                <a:cubicBezTo>
                  <a:pt x="54198" y="720281"/>
                  <a:pt x="51149" y="727424"/>
                  <a:pt x="48387" y="734568"/>
                </a:cubicBezTo>
                <a:close/>
                <a:moveTo>
                  <a:pt x="1741932" y="705422"/>
                </a:moveTo>
                <a:cubicBezTo>
                  <a:pt x="1740217" y="697802"/>
                  <a:pt x="1738408" y="690277"/>
                  <a:pt x="1736408" y="682752"/>
                </a:cubicBezTo>
                <a:lnTo>
                  <a:pt x="1749648" y="679323"/>
                </a:lnTo>
                <a:cubicBezTo>
                  <a:pt x="1751648" y="686943"/>
                  <a:pt x="1753457" y="694658"/>
                  <a:pt x="1755267" y="702374"/>
                </a:cubicBezTo>
                <a:lnTo>
                  <a:pt x="1741932" y="705422"/>
                </a:lnTo>
                <a:close/>
                <a:moveTo>
                  <a:pt x="67342" y="692277"/>
                </a:moveTo>
                <a:lnTo>
                  <a:pt x="55054" y="686086"/>
                </a:lnTo>
                <a:cubicBezTo>
                  <a:pt x="58579" y="679037"/>
                  <a:pt x="62389" y="671989"/>
                  <a:pt x="66199" y="665036"/>
                </a:cubicBezTo>
                <a:lnTo>
                  <a:pt x="78105" y="671703"/>
                </a:lnTo>
                <a:cubicBezTo>
                  <a:pt x="74295" y="678466"/>
                  <a:pt x="70676" y="685229"/>
                  <a:pt x="67247" y="692182"/>
                </a:cubicBezTo>
                <a:close/>
                <a:moveTo>
                  <a:pt x="1730407" y="660273"/>
                </a:moveTo>
                <a:cubicBezTo>
                  <a:pt x="1728311" y="652748"/>
                  <a:pt x="1726025" y="645319"/>
                  <a:pt x="1723739" y="637984"/>
                </a:cubicBezTo>
                <a:lnTo>
                  <a:pt x="1736789" y="633889"/>
                </a:lnTo>
                <a:cubicBezTo>
                  <a:pt x="1739170" y="641413"/>
                  <a:pt x="1741456" y="648938"/>
                  <a:pt x="1743551" y="656558"/>
                </a:cubicBezTo>
                <a:lnTo>
                  <a:pt x="1730407" y="660273"/>
                </a:lnTo>
                <a:close/>
                <a:moveTo>
                  <a:pt x="90011" y="651986"/>
                </a:moveTo>
                <a:lnTo>
                  <a:pt x="78391" y="644747"/>
                </a:lnTo>
                <a:cubicBezTo>
                  <a:pt x="82582" y="637984"/>
                  <a:pt x="86963" y="631412"/>
                  <a:pt x="91440" y="624840"/>
                </a:cubicBezTo>
                <a:lnTo>
                  <a:pt x="102679" y="632651"/>
                </a:lnTo>
                <a:cubicBezTo>
                  <a:pt x="98298" y="639032"/>
                  <a:pt x="94012" y="645414"/>
                  <a:pt x="89916" y="651986"/>
                </a:cubicBezTo>
                <a:close/>
                <a:moveTo>
                  <a:pt x="1716405" y="615791"/>
                </a:moveTo>
                <a:cubicBezTo>
                  <a:pt x="1713834" y="608457"/>
                  <a:pt x="1711262" y="601123"/>
                  <a:pt x="1708594" y="593884"/>
                </a:cubicBezTo>
                <a:lnTo>
                  <a:pt x="1721453" y="589121"/>
                </a:lnTo>
                <a:cubicBezTo>
                  <a:pt x="1724215" y="596456"/>
                  <a:pt x="1726883" y="603885"/>
                  <a:pt x="1729454" y="611410"/>
                </a:cubicBezTo>
                <a:lnTo>
                  <a:pt x="1716500" y="615886"/>
                </a:lnTo>
                <a:close/>
                <a:moveTo>
                  <a:pt x="116396" y="613886"/>
                </a:moveTo>
                <a:lnTo>
                  <a:pt x="105537" y="605600"/>
                </a:lnTo>
                <a:cubicBezTo>
                  <a:pt x="110395" y="599313"/>
                  <a:pt x="115348" y="593122"/>
                  <a:pt x="120396" y="587026"/>
                </a:cubicBezTo>
                <a:lnTo>
                  <a:pt x="130874" y="595884"/>
                </a:lnTo>
                <a:cubicBezTo>
                  <a:pt x="125921" y="601790"/>
                  <a:pt x="121063" y="607790"/>
                  <a:pt x="116396" y="613982"/>
                </a:cubicBezTo>
                <a:close/>
                <a:moveTo>
                  <a:pt x="146209" y="578453"/>
                </a:moveTo>
                <a:lnTo>
                  <a:pt x="136208" y="569119"/>
                </a:lnTo>
                <a:cubicBezTo>
                  <a:pt x="141637" y="563309"/>
                  <a:pt x="147161" y="557594"/>
                  <a:pt x="152876" y="552069"/>
                </a:cubicBezTo>
                <a:lnTo>
                  <a:pt x="162401" y="561880"/>
                </a:lnTo>
                <a:cubicBezTo>
                  <a:pt x="156877" y="567214"/>
                  <a:pt x="151447" y="572738"/>
                  <a:pt x="146209" y="578453"/>
                </a:cubicBezTo>
                <a:close/>
                <a:moveTo>
                  <a:pt x="1700308" y="571976"/>
                </a:moveTo>
                <a:cubicBezTo>
                  <a:pt x="1697546" y="564737"/>
                  <a:pt x="1694688" y="557403"/>
                  <a:pt x="1691831" y="550164"/>
                </a:cubicBezTo>
                <a:lnTo>
                  <a:pt x="1704594" y="545116"/>
                </a:lnTo>
                <a:cubicBezTo>
                  <a:pt x="1707451" y="552450"/>
                  <a:pt x="1710309" y="559784"/>
                  <a:pt x="1713071" y="567023"/>
                </a:cubicBezTo>
                <a:lnTo>
                  <a:pt x="1700308" y="571881"/>
                </a:lnTo>
                <a:close/>
                <a:moveTo>
                  <a:pt x="179260" y="546163"/>
                </a:moveTo>
                <a:lnTo>
                  <a:pt x="170212" y="535877"/>
                </a:lnTo>
                <a:cubicBezTo>
                  <a:pt x="176213" y="530638"/>
                  <a:pt x="182308" y="525494"/>
                  <a:pt x="188500" y="520636"/>
                </a:cubicBezTo>
                <a:lnTo>
                  <a:pt x="196977" y="531400"/>
                </a:lnTo>
                <a:cubicBezTo>
                  <a:pt x="190976" y="536162"/>
                  <a:pt x="184976" y="541115"/>
                  <a:pt x="179260" y="546259"/>
                </a:cubicBezTo>
                <a:close/>
                <a:moveTo>
                  <a:pt x="1683163" y="528352"/>
                </a:moveTo>
                <a:cubicBezTo>
                  <a:pt x="1680210" y="521113"/>
                  <a:pt x="1677257" y="513874"/>
                  <a:pt x="1674305" y="506730"/>
                </a:cubicBezTo>
                <a:lnTo>
                  <a:pt x="1686973" y="501491"/>
                </a:lnTo>
                <a:cubicBezTo>
                  <a:pt x="1690021" y="508730"/>
                  <a:pt x="1692974" y="515969"/>
                  <a:pt x="1695926" y="523304"/>
                </a:cubicBezTo>
                <a:lnTo>
                  <a:pt x="1683258" y="528447"/>
                </a:lnTo>
                <a:close/>
                <a:moveTo>
                  <a:pt x="215551" y="517493"/>
                </a:moveTo>
                <a:lnTo>
                  <a:pt x="207645" y="506349"/>
                </a:lnTo>
                <a:cubicBezTo>
                  <a:pt x="214122" y="501777"/>
                  <a:pt x="220790" y="497300"/>
                  <a:pt x="227457" y="493109"/>
                </a:cubicBezTo>
                <a:lnTo>
                  <a:pt x="234791" y="504730"/>
                </a:lnTo>
                <a:cubicBezTo>
                  <a:pt x="228314" y="508825"/>
                  <a:pt x="221837" y="513112"/>
                  <a:pt x="215551" y="517588"/>
                </a:cubicBezTo>
                <a:close/>
                <a:moveTo>
                  <a:pt x="254699" y="492919"/>
                </a:moveTo>
                <a:lnTo>
                  <a:pt x="248031" y="480917"/>
                </a:lnTo>
                <a:cubicBezTo>
                  <a:pt x="254984" y="477012"/>
                  <a:pt x="262128" y="473392"/>
                  <a:pt x="269272" y="469963"/>
                </a:cubicBezTo>
                <a:lnTo>
                  <a:pt x="275177" y="482251"/>
                </a:lnTo>
                <a:cubicBezTo>
                  <a:pt x="268319" y="485584"/>
                  <a:pt x="261366" y="489109"/>
                  <a:pt x="254699" y="492919"/>
                </a:cubicBezTo>
                <a:close/>
                <a:moveTo>
                  <a:pt x="1665160" y="485204"/>
                </a:moveTo>
                <a:cubicBezTo>
                  <a:pt x="1662113" y="478060"/>
                  <a:pt x="1658969" y="470916"/>
                  <a:pt x="1655826" y="463772"/>
                </a:cubicBezTo>
                <a:lnTo>
                  <a:pt x="1668304" y="458248"/>
                </a:lnTo>
                <a:cubicBezTo>
                  <a:pt x="1671447" y="465392"/>
                  <a:pt x="1674685" y="472631"/>
                  <a:pt x="1677733" y="479869"/>
                </a:cubicBezTo>
                <a:lnTo>
                  <a:pt x="1665160" y="485299"/>
                </a:lnTo>
                <a:close/>
                <a:moveTo>
                  <a:pt x="296228" y="472821"/>
                </a:moveTo>
                <a:lnTo>
                  <a:pt x="290989" y="460153"/>
                </a:lnTo>
                <a:cubicBezTo>
                  <a:pt x="298323" y="457105"/>
                  <a:pt x="305753" y="454247"/>
                  <a:pt x="313182" y="451580"/>
                </a:cubicBezTo>
                <a:lnTo>
                  <a:pt x="317754" y="464439"/>
                </a:lnTo>
                <a:cubicBezTo>
                  <a:pt x="310515" y="467011"/>
                  <a:pt x="303276" y="469773"/>
                  <a:pt x="296132" y="472726"/>
                </a:cubicBezTo>
                <a:close/>
                <a:moveTo>
                  <a:pt x="339852" y="457295"/>
                </a:moveTo>
                <a:lnTo>
                  <a:pt x="335851" y="444151"/>
                </a:lnTo>
                <a:cubicBezTo>
                  <a:pt x="343376" y="441865"/>
                  <a:pt x="350996" y="439674"/>
                  <a:pt x="358712" y="437674"/>
                </a:cubicBezTo>
                <a:lnTo>
                  <a:pt x="362236" y="450913"/>
                </a:lnTo>
                <a:cubicBezTo>
                  <a:pt x="354711" y="452914"/>
                  <a:pt x="347281" y="455009"/>
                  <a:pt x="339852" y="457295"/>
                </a:cubicBezTo>
                <a:close/>
                <a:moveTo>
                  <a:pt x="384810" y="445389"/>
                </a:moveTo>
                <a:lnTo>
                  <a:pt x="381762" y="432054"/>
                </a:lnTo>
                <a:cubicBezTo>
                  <a:pt x="389477" y="430244"/>
                  <a:pt x="397192" y="428625"/>
                  <a:pt x="404908" y="427101"/>
                </a:cubicBezTo>
                <a:lnTo>
                  <a:pt x="407575" y="440531"/>
                </a:lnTo>
                <a:cubicBezTo>
                  <a:pt x="399955" y="442055"/>
                  <a:pt x="392335" y="443675"/>
                  <a:pt x="384810" y="445389"/>
                </a:cubicBezTo>
                <a:close/>
                <a:moveTo>
                  <a:pt x="1646206" y="442436"/>
                </a:moveTo>
                <a:cubicBezTo>
                  <a:pt x="1642968" y="435388"/>
                  <a:pt x="1639633" y="428339"/>
                  <a:pt x="1636300" y="421291"/>
                </a:cubicBezTo>
                <a:lnTo>
                  <a:pt x="1648682" y="415385"/>
                </a:lnTo>
                <a:cubicBezTo>
                  <a:pt x="1652111" y="422434"/>
                  <a:pt x="1655445" y="429578"/>
                  <a:pt x="1658683" y="436721"/>
                </a:cubicBezTo>
                <a:lnTo>
                  <a:pt x="1646206" y="442436"/>
                </a:lnTo>
                <a:close/>
                <a:moveTo>
                  <a:pt x="430530" y="436150"/>
                </a:moveTo>
                <a:lnTo>
                  <a:pt x="428149" y="422624"/>
                </a:lnTo>
                <a:cubicBezTo>
                  <a:pt x="435864" y="421291"/>
                  <a:pt x="443674" y="419957"/>
                  <a:pt x="451390" y="418719"/>
                </a:cubicBezTo>
                <a:lnTo>
                  <a:pt x="453581" y="432244"/>
                </a:lnTo>
                <a:cubicBezTo>
                  <a:pt x="445866" y="433483"/>
                  <a:pt x="438150" y="434816"/>
                  <a:pt x="430530" y="436150"/>
                </a:cubicBezTo>
                <a:close/>
                <a:moveTo>
                  <a:pt x="476726" y="428720"/>
                </a:moveTo>
                <a:lnTo>
                  <a:pt x="474726" y="415195"/>
                </a:lnTo>
                <a:cubicBezTo>
                  <a:pt x="482441" y="414052"/>
                  <a:pt x="490252" y="412909"/>
                  <a:pt x="498062" y="411861"/>
                </a:cubicBezTo>
                <a:lnTo>
                  <a:pt x="499967" y="425386"/>
                </a:lnTo>
                <a:cubicBezTo>
                  <a:pt x="492252" y="426530"/>
                  <a:pt x="484537" y="427577"/>
                  <a:pt x="476726" y="428720"/>
                </a:cubicBezTo>
                <a:close/>
                <a:moveTo>
                  <a:pt x="523208" y="422053"/>
                </a:moveTo>
                <a:lnTo>
                  <a:pt x="521303" y="408527"/>
                </a:lnTo>
                <a:lnTo>
                  <a:pt x="544544" y="405194"/>
                </a:lnTo>
                <a:lnTo>
                  <a:pt x="546544" y="418719"/>
                </a:lnTo>
                <a:lnTo>
                  <a:pt x="523304" y="422053"/>
                </a:lnTo>
                <a:close/>
                <a:moveTo>
                  <a:pt x="569785" y="415290"/>
                </a:moveTo>
                <a:lnTo>
                  <a:pt x="567690" y="401765"/>
                </a:lnTo>
                <a:cubicBezTo>
                  <a:pt x="575405" y="400621"/>
                  <a:pt x="583121" y="399383"/>
                  <a:pt x="590740" y="398050"/>
                </a:cubicBezTo>
                <a:lnTo>
                  <a:pt x="593026" y="411575"/>
                </a:lnTo>
                <a:cubicBezTo>
                  <a:pt x="585311" y="412909"/>
                  <a:pt x="577501" y="414147"/>
                  <a:pt x="569785" y="415290"/>
                </a:cubicBezTo>
                <a:close/>
                <a:moveTo>
                  <a:pt x="616267" y="407480"/>
                </a:moveTo>
                <a:lnTo>
                  <a:pt x="613696" y="394049"/>
                </a:lnTo>
                <a:cubicBezTo>
                  <a:pt x="621316" y="392621"/>
                  <a:pt x="628936" y="391096"/>
                  <a:pt x="636556" y="389477"/>
                </a:cubicBezTo>
                <a:lnTo>
                  <a:pt x="639413" y="402908"/>
                </a:lnTo>
                <a:cubicBezTo>
                  <a:pt x="631698" y="404527"/>
                  <a:pt x="623983" y="406146"/>
                  <a:pt x="616267" y="407575"/>
                </a:cubicBezTo>
                <a:close/>
                <a:moveTo>
                  <a:pt x="1625917" y="400240"/>
                </a:moveTo>
                <a:cubicBezTo>
                  <a:pt x="1622393" y="393287"/>
                  <a:pt x="1618869" y="386334"/>
                  <a:pt x="1615249" y="379381"/>
                </a:cubicBezTo>
                <a:lnTo>
                  <a:pt x="1627346" y="372999"/>
                </a:lnTo>
                <a:cubicBezTo>
                  <a:pt x="1630966" y="379952"/>
                  <a:pt x="1634585" y="387001"/>
                  <a:pt x="1638110" y="394049"/>
                </a:cubicBezTo>
                <a:lnTo>
                  <a:pt x="1625823" y="400145"/>
                </a:lnTo>
                <a:close/>
                <a:moveTo>
                  <a:pt x="662464" y="397383"/>
                </a:moveTo>
                <a:lnTo>
                  <a:pt x="659130" y="384048"/>
                </a:lnTo>
                <a:cubicBezTo>
                  <a:pt x="666655" y="382143"/>
                  <a:pt x="674084" y="380143"/>
                  <a:pt x="681514" y="378047"/>
                </a:cubicBezTo>
                <a:lnTo>
                  <a:pt x="685324" y="391192"/>
                </a:lnTo>
                <a:cubicBezTo>
                  <a:pt x="677799" y="393383"/>
                  <a:pt x="670084" y="395478"/>
                  <a:pt x="662464" y="397383"/>
                </a:cubicBezTo>
                <a:close/>
                <a:moveTo>
                  <a:pt x="708088" y="384143"/>
                </a:moveTo>
                <a:lnTo>
                  <a:pt x="703707" y="371189"/>
                </a:lnTo>
                <a:cubicBezTo>
                  <a:pt x="711041" y="368713"/>
                  <a:pt x="718280" y="366046"/>
                  <a:pt x="725424" y="363284"/>
                </a:cubicBezTo>
                <a:lnTo>
                  <a:pt x="730473" y="376047"/>
                </a:lnTo>
                <a:cubicBezTo>
                  <a:pt x="723138" y="379000"/>
                  <a:pt x="715613" y="381667"/>
                  <a:pt x="708088" y="384238"/>
                </a:cubicBezTo>
                <a:close/>
                <a:moveTo>
                  <a:pt x="752380" y="366522"/>
                </a:moveTo>
                <a:lnTo>
                  <a:pt x="746569" y="354140"/>
                </a:lnTo>
                <a:cubicBezTo>
                  <a:pt x="753618" y="350806"/>
                  <a:pt x="760571" y="347377"/>
                  <a:pt x="767144" y="343757"/>
                </a:cubicBezTo>
                <a:lnTo>
                  <a:pt x="773716" y="355759"/>
                </a:lnTo>
                <a:cubicBezTo>
                  <a:pt x="766858" y="359473"/>
                  <a:pt x="759714" y="363093"/>
                  <a:pt x="752380" y="366522"/>
                </a:cubicBezTo>
                <a:close/>
                <a:moveTo>
                  <a:pt x="1604296" y="358807"/>
                </a:moveTo>
                <a:cubicBezTo>
                  <a:pt x="1600581" y="351949"/>
                  <a:pt x="1596771" y="345186"/>
                  <a:pt x="1592866" y="338423"/>
                </a:cubicBezTo>
                <a:lnTo>
                  <a:pt x="1604772" y="331565"/>
                </a:lnTo>
                <a:cubicBezTo>
                  <a:pt x="1608677" y="338423"/>
                  <a:pt x="1612583" y="345281"/>
                  <a:pt x="1616298" y="352234"/>
                </a:cubicBezTo>
                <a:lnTo>
                  <a:pt x="1604296" y="358807"/>
                </a:lnTo>
                <a:close/>
                <a:moveTo>
                  <a:pt x="794385" y="343757"/>
                </a:moveTo>
                <a:lnTo>
                  <a:pt x="787051" y="332137"/>
                </a:lnTo>
                <a:cubicBezTo>
                  <a:pt x="792385" y="328708"/>
                  <a:pt x="797719" y="325184"/>
                  <a:pt x="802958" y="321373"/>
                </a:cubicBezTo>
                <a:lnTo>
                  <a:pt x="806006" y="319183"/>
                </a:lnTo>
                <a:lnTo>
                  <a:pt x="814102" y="330232"/>
                </a:lnTo>
                <a:lnTo>
                  <a:pt x="810863" y="332518"/>
                </a:lnTo>
                <a:cubicBezTo>
                  <a:pt x="805434" y="336423"/>
                  <a:pt x="799910" y="340138"/>
                  <a:pt x="794290" y="343662"/>
                </a:cubicBezTo>
                <a:close/>
                <a:moveTo>
                  <a:pt x="1580960" y="318325"/>
                </a:moveTo>
                <a:cubicBezTo>
                  <a:pt x="1576959" y="311658"/>
                  <a:pt x="1572863" y="305086"/>
                  <a:pt x="1568673" y="298513"/>
                </a:cubicBezTo>
                <a:lnTo>
                  <a:pt x="1580198" y="291179"/>
                </a:lnTo>
                <a:cubicBezTo>
                  <a:pt x="1584389" y="297847"/>
                  <a:pt x="1588580" y="304514"/>
                  <a:pt x="1592675" y="311277"/>
                </a:cubicBezTo>
                <a:lnTo>
                  <a:pt x="1580960" y="318325"/>
                </a:lnTo>
                <a:close/>
                <a:moveTo>
                  <a:pt x="832866" y="315373"/>
                </a:moveTo>
                <a:lnTo>
                  <a:pt x="824008" y="304895"/>
                </a:lnTo>
                <a:cubicBezTo>
                  <a:pt x="829723" y="300038"/>
                  <a:pt x="835533" y="294894"/>
                  <a:pt x="841153" y="289465"/>
                </a:cubicBezTo>
                <a:lnTo>
                  <a:pt x="850583" y="299371"/>
                </a:lnTo>
                <a:cubicBezTo>
                  <a:pt x="844677" y="304990"/>
                  <a:pt x="838676" y="310325"/>
                  <a:pt x="832771" y="315373"/>
                </a:cubicBezTo>
                <a:close/>
                <a:moveTo>
                  <a:pt x="867442" y="282607"/>
                </a:moveTo>
                <a:lnTo>
                  <a:pt x="857536" y="273177"/>
                </a:lnTo>
                <a:cubicBezTo>
                  <a:pt x="862870" y="267557"/>
                  <a:pt x="868108" y="261842"/>
                  <a:pt x="873252" y="256032"/>
                </a:cubicBezTo>
                <a:lnTo>
                  <a:pt x="883539" y="265081"/>
                </a:lnTo>
                <a:cubicBezTo>
                  <a:pt x="878300" y="270986"/>
                  <a:pt x="872966" y="276892"/>
                  <a:pt x="867442" y="282607"/>
                </a:cubicBezTo>
                <a:close/>
                <a:moveTo>
                  <a:pt x="1555909" y="278987"/>
                </a:moveTo>
                <a:cubicBezTo>
                  <a:pt x="1551527" y="272510"/>
                  <a:pt x="1547146" y="266129"/>
                  <a:pt x="1542574" y="259842"/>
                </a:cubicBezTo>
                <a:lnTo>
                  <a:pt x="1553718" y="251936"/>
                </a:lnTo>
                <a:cubicBezTo>
                  <a:pt x="1558290" y="258318"/>
                  <a:pt x="1562767" y="264890"/>
                  <a:pt x="1567244" y="271367"/>
                </a:cubicBezTo>
                <a:lnTo>
                  <a:pt x="1555909" y="278987"/>
                </a:lnTo>
                <a:close/>
                <a:moveTo>
                  <a:pt x="898969" y="247078"/>
                </a:moveTo>
                <a:lnTo>
                  <a:pt x="888492" y="238316"/>
                </a:lnTo>
                <a:cubicBezTo>
                  <a:pt x="893445" y="232315"/>
                  <a:pt x="898398" y="226314"/>
                  <a:pt x="903256" y="220218"/>
                </a:cubicBezTo>
                <a:lnTo>
                  <a:pt x="913924" y="228791"/>
                </a:lnTo>
                <a:cubicBezTo>
                  <a:pt x="908971" y="234982"/>
                  <a:pt x="904018" y="241078"/>
                  <a:pt x="898969" y="247078"/>
                </a:cubicBezTo>
                <a:close/>
                <a:moveTo>
                  <a:pt x="1528763" y="240983"/>
                </a:moveTo>
                <a:cubicBezTo>
                  <a:pt x="1524095" y="234791"/>
                  <a:pt x="1519238" y="228695"/>
                  <a:pt x="1514380" y="222599"/>
                </a:cubicBezTo>
                <a:lnTo>
                  <a:pt x="1525048" y="214027"/>
                </a:lnTo>
                <a:cubicBezTo>
                  <a:pt x="1530001" y="220218"/>
                  <a:pt x="1534858" y="226409"/>
                  <a:pt x="1539621" y="232696"/>
                </a:cubicBezTo>
                <a:lnTo>
                  <a:pt x="1528668" y="240983"/>
                </a:lnTo>
                <a:close/>
                <a:moveTo>
                  <a:pt x="928592" y="210407"/>
                </a:moveTo>
                <a:lnTo>
                  <a:pt x="917829" y="201930"/>
                </a:lnTo>
                <a:lnTo>
                  <a:pt x="932307" y="183451"/>
                </a:lnTo>
                <a:lnTo>
                  <a:pt x="943070" y="191929"/>
                </a:lnTo>
                <a:lnTo>
                  <a:pt x="928592" y="210407"/>
                </a:lnTo>
                <a:close/>
                <a:moveTo>
                  <a:pt x="1499521" y="204788"/>
                </a:moveTo>
                <a:cubicBezTo>
                  <a:pt x="1494473" y="198882"/>
                  <a:pt x="1489329" y="193072"/>
                  <a:pt x="1484091" y="187452"/>
                </a:cubicBezTo>
                <a:lnTo>
                  <a:pt x="1494187" y="178213"/>
                </a:lnTo>
                <a:cubicBezTo>
                  <a:pt x="1499521" y="184023"/>
                  <a:pt x="1504760" y="189928"/>
                  <a:pt x="1509998" y="195929"/>
                </a:cubicBezTo>
                <a:lnTo>
                  <a:pt x="1499616" y="204883"/>
                </a:lnTo>
                <a:close/>
                <a:moveTo>
                  <a:pt x="957644" y="173546"/>
                </a:moveTo>
                <a:lnTo>
                  <a:pt x="946976" y="164973"/>
                </a:lnTo>
                <a:cubicBezTo>
                  <a:pt x="951929" y="158877"/>
                  <a:pt x="956881" y="152686"/>
                  <a:pt x="961930" y="146685"/>
                </a:cubicBezTo>
                <a:lnTo>
                  <a:pt x="972503" y="155448"/>
                </a:lnTo>
                <a:cubicBezTo>
                  <a:pt x="967549" y="161449"/>
                  <a:pt x="962597" y="167449"/>
                  <a:pt x="957739" y="173546"/>
                </a:cubicBezTo>
                <a:close/>
                <a:moveTo>
                  <a:pt x="1467993" y="170593"/>
                </a:moveTo>
                <a:cubicBezTo>
                  <a:pt x="1462564" y="165068"/>
                  <a:pt x="1457039" y="159734"/>
                  <a:pt x="1451325" y="154400"/>
                </a:cubicBezTo>
                <a:lnTo>
                  <a:pt x="1460659" y="144399"/>
                </a:lnTo>
                <a:cubicBezTo>
                  <a:pt x="1466469" y="149828"/>
                  <a:pt x="1472089" y="155353"/>
                  <a:pt x="1477708" y="160972"/>
                </a:cubicBezTo>
                <a:lnTo>
                  <a:pt x="1467993" y="170593"/>
                </a:lnTo>
                <a:close/>
                <a:moveTo>
                  <a:pt x="1434179" y="138874"/>
                </a:moveTo>
                <a:cubicBezTo>
                  <a:pt x="1428369" y="133826"/>
                  <a:pt x="1422368" y="128873"/>
                  <a:pt x="1416367" y="124016"/>
                </a:cubicBezTo>
                <a:lnTo>
                  <a:pt x="1424940" y="113347"/>
                </a:lnTo>
                <a:cubicBezTo>
                  <a:pt x="1431132" y="118300"/>
                  <a:pt x="1437227" y="123349"/>
                  <a:pt x="1443133" y="128492"/>
                </a:cubicBezTo>
                <a:lnTo>
                  <a:pt x="1434179" y="138874"/>
                </a:lnTo>
                <a:close/>
                <a:moveTo>
                  <a:pt x="987552" y="137731"/>
                </a:moveTo>
                <a:lnTo>
                  <a:pt x="977265" y="128683"/>
                </a:lnTo>
                <a:lnTo>
                  <a:pt x="979456" y="126206"/>
                </a:lnTo>
                <a:cubicBezTo>
                  <a:pt x="983742" y="121348"/>
                  <a:pt x="988600" y="116396"/>
                  <a:pt x="993838" y="111347"/>
                </a:cubicBezTo>
                <a:lnTo>
                  <a:pt x="1003363" y="121158"/>
                </a:lnTo>
                <a:cubicBezTo>
                  <a:pt x="998410" y="126016"/>
                  <a:pt x="993838" y="130778"/>
                  <a:pt x="989743" y="135255"/>
                </a:cubicBezTo>
                <a:lnTo>
                  <a:pt x="987552" y="137731"/>
                </a:lnTo>
                <a:close/>
                <a:moveTo>
                  <a:pt x="1397984" y="109919"/>
                </a:moveTo>
                <a:cubicBezTo>
                  <a:pt x="1391793" y="105346"/>
                  <a:pt x="1385506" y="100965"/>
                  <a:pt x="1379030" y="96583"/>
                </a:cubicBezTo>
                <a:lnTo>
                  <a:pt x="1386649" y="85153"/>
                </a:lnTo>
                <a:cubicBezTo>
                  <a:pt x="1393222" y="89535"/>
                  <a:pt x="1399699" y="94107"/>
                  <a:pt x="1406081" y="98774"/>
                </a:cubicBezTo>
                <a:lnTo>
                  <a:pt x="1397984" y="109823"/>
                </a:lnTo>
                <a:close/>
                <a:moveTo>
                  <a:pt x="1020508" y="105632"/>
                </a:moveTo>
                <a:lnTo>
                  <a:pt x="1011650" y="95155"/>
                </a:lnTo>
                <a:cubicBezTo>
                  <a:pt x="1017556" y="90106"/>
                  <a:pt x="1023747" y="85153"/>
                  <a:pt x="1030224" y="80200"/>
                </a:cubicBezTo>
                <a:lnTo>
                  <a:pt x="1038511" y="91059"/>
                </a:lnTo>
                <a:cubicBezTo>
                  <a:pt x="1032225" y="95821"/>
                  <a:pt x="1026224" y="100679"/>
                  <a:pt x="1020508" y="105537"/>
                </a:cubicBezTo>
                <a:close/>
                <a:moveTo>
                  <a:pt x="1366743" y="88582"/>
                </a:moveTo>
                <a:lnTo>
                  <a:pt x="1346930" y="76009"/>
                </a:lnTo>
                <a:lnTo>
                  <a:pt x="1354265" y="64389"/>
                </a:lnTo>
                <a:lnTo>
                  <a:pt x="1374172" y="76962"/>
                </a:lnTo>
                <a:lnTo>
                  <a:pt x="1366838" y="88582"/>
                </a:lnTo>
                <a:close/>
                <a:moveTo>
                  <a:pt x="1057275" y="77533"/>
                </a:moveTo>
                <a:lnTo>
                  <a:pt x="1049465" y="66294"/>
                </a:lnTo>
                <a:cubicBezTo>
                  <a:pt x="1055942" y="61817"/>
                  <a:pt x="1062609" y="57436"/>
                  <a:pt x="1069372" y="53245"/>
                </a:cubicBezTo>
                <a:lnTo>
                  <a:pt x="1076611" y="64865"/>
                </a:lnTo>
                <a:cubicBezTo>
                  <a:pt x="1070039" y="68961"/>
                  <a:pt x="1063466" y="73247"/>
                  <a:pt x="1057180" y="77533"/>
                </a:cubicBezTo>
                <a:close/>
                <a:moveTo>
                  <a:pt x="1327023" y="63532"/>
                </a:moveTo>
                <a:lnTo>
                  <a:pt x="1307211" y="50959"/>
                </a:lnTo>
                <a:lnTo>
                  <a:pt x="1314545" y="39338"/>
                </a:lnTo>
                <a:lnTo>
                  <a:pt x="1334357" y="51911"/>
                </a:lnTo>
                <a:lnTo>
                  <a:pt x="1327023" y="63532"/>
                </a:lnTo>
                <a:close/>
                <a:moveTo>
                  <a:pt x="1096613" y="53054"/>
                </a:moveTo>
                <a:lnTo>
                  <a:pt x="1089946" y="41053"/>
                </a:lnTo>
                <a:cubicBezTo>
                  <a:pt x="1096899" y="37147"/>
                  <a:pt x="1103948" y="33433"/>
                  <a:pt x="1111091" y="30004"/>
                </a:cubicBezTo>
                <a:lnTo>
                  <a:pt x="1117092" y="42291"/>
                </a:lnTo>
                <a:cubicBezTo>
                  <a:pt x="1110234" y="45625"/>
                  <a:pt x="1103376" y="49244"/>
                  <a:pt x="1096613" y="53054"/>
                </a:cubicBezTo>
                <a:close/>
                <a:moveTo>
                  <a:pt x="1287304" y="38481"/>
                </a:moveTo>
                <a:lnTo>
                  <a:pt x="1267397" y="25908"/>
                </a:lnTo>
                <a:lnTo>
                  <a:pt x="1274731" y="14288"/>
                </a:lnTo>
                <a:lnTo>
                  <a:pt x="1294543" y="26860"/>
                </a:lnTo>
                <a:lnTo>
                  <a:pt x="1287208" y="38481"/>
                </a:lnTo>
                <a:close/>
                <a:moveTo>
                  <a:pt x="1138047" y="32861"/>
                </a:moveTo>
                <a:lnTo>
                  <a:pt x="1132809" y="20193"/>
                </a:lnTo>
                <a:cubicBezTo>
                  <a:pt x="1140428" y="17050"/>
                  <a:pt x="1147953" y="14192"/>
                  <a:pt x="1155287" y="11716"/>
                </a:cubicBezTo>
                <a:lnTo>
                  <a:pt x="1159669" y="24670"/>
                </a:lnTo>
                <a:cubicBezTo>
                  <a:pt x="1152715" y="27051"/>
                  <a:pt x="1145382" y="29718"/>
                  <a:pt x="1138143" y="32766"/>
                </a:cubicBezTo>
                <a:close/>
                <a:moveTo>
                  <a:pt x="1181576" y="18478"/>
                </a:moveTo>
                <a:lnTo>
                  <a:pt x="1178433" y="5144"/>
                </a:lnTo>
                <a:cubicBezTo>
                  <a:pt x="1186624" y="3239"/>
                  <a:pt x="1194721" y="1810"/>
                  <a:pt x="1202341" y="952"/>
                </a:cubicBezTo>
                <a:lnTo>
                  <a:pt x="1203865" y="14573"/>
                </a:lnTo>
                <a:cubicBezTo>
                  <a:pt x="1196721" y="15335"/>
                  <a:pt x="1189292" y="16669"/>
                  <a:pt x="1181576" y="18574"/>
                </a:cubicBezTo>
                <a:close/>
                <a:moveTo>
                  <a:pt x="1247870" y="17145"/>
                </a:moveTo>
                <a:cubicBezTo>
                  <a:pt x="1241203" y="15240"/>
                  <a:pt x="1233964" y="14097"/>
                  <a:pt x="1226249" y="13716"/>
                </a:cubicBezTo>
                <a:lnTo>
                  <a:pt x="1226916" y="0"/>
                </a:lnTo>
                <a:cubicBezTo>
                  <a:pt x="1235678" y="476"/>
                  <a:pt x="1243965" y="1810"/>
                  <a:pt x="1251585" y="4000"/>
                </a:cubicBezTo>
                <a:lnTo>
                  <a:pt x="1247775" y="17145"/>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Google Shape;517;p55"/>
          <p:cNvSpPr/>
          <p:nvPr/>
        </p:nvSpPr>
        <p:spPr>
          <a:xfrm>
            <a:off x="6765228" y="1878468"/>
            <a:ext cx="2428391" cy="1784235"/>
          </a:xfrm>
          <a:prstGeom prst="ellipse">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
        <p:nvSpPr>
          <p:cNvPr id="200" name="PlaceHolder 1"/>
          <p:cNvSpPr>
            <a:spLocks noGrp="1"/>
          </p:cNvSpPr>
          <p:nvPr>
            <p:ph type="title"/>
          </p:nvPr>
        </p:nvSpPr>
        <p:spPr>
          <a:xfrm>
            <a:off x="1298013" y="260144"/>
            <a:ext cx="3421011" cy="1053435"/>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 sz="3600" b="0" strike="noStrike" spc="-1" dirty="0">
                <a:solidFill>
                  <a:schemeClr val="lt1"/>
                </a:solidFill>
                <a:latin typeface="Caveat Brush"/>
                <a:ea typeface="Caveat Brush"/>
              </a:rPr>
              <a:t>Academic Punishment</a:t>
            </a:r>
            <a:endParaRPr lang="fr-FR" sz="3600" b="0" strike="noStrike" spc="-1" dirty="0">
              <a:solidFill>
                <a:schemeClr val="dk1"/>
              </a:solidFill>
              <a:latin typeface="Arial"/>
            </a:endParaRPr>
          </a:p>
        </p:txBody>
      </p:sp>
      <p:sp>
        <p:nvSpPr>
          <p:cNvPr id="201" name="PlaceHolder 2"/>
          <p:cNvSpPr>
            <a:spLocks noGrp="1"/>
          </p:cNvSpPr>
          <p:nvPr>
            <p:ph type="subTitle"/>
          </p:nvPr>
        </p:nvSpPr>
        <p:spPr>
          <a:xfrm>
            <a:off x="680169" y="1313579"/>
            <a:ext cx="6230034" cy="3008961"/>
          </a:xfrm>
          <a:prstGeom prst="rect">
            <a:avLst/>
          </a:prstGeom>
          <a:noFill/>
          <a:ln w="0">
            <a:noFill/>
          </a:ln>
        </p:spPr>
        <p:txBody>
          <a:bodyPr lIns="91440" tIns="91440" rIns="91440" bIns="91440" anchor="t">
            <a:noAutofit/>
          </a:bodyPr>
          <a:lstStyle/>
          <a:p>
            <a:pPr>
              <a:buNone/>
            </a:pPr>
            <a:r>
              <a:rPr lang="en-US" sz="1600" b="1" dirty="0">
                <a:latin typeface="ADLaM Display" panose="02010000000000000000" pitchFamily="2" charset="0"/>
                <a:ea typeface="ADLaM Display" panose="02010000000000000000" pitchFamily="2" charset="0"/>
                <a:cs typeface="ADLaM Display" panose="02010000000000000000" pitchFamily="2" charset="0"/>
              </a:rPr>
              <a:t>What happens if you plagiarize?</a:t>
            </a:r>
          </a:p>
          <a:p>
            <a:pPr>
              <a:buFont typeface="Wingdings" panose="05000000000000000000" pitchFamily="2" charset="2"/>
              <a:buChar char="q"/>
            </a:pPr>
            <a:r>
              <a:rPr lang="en-US" sz="1400" b="1" dirty="0">
                <a:latin typeface="Albert Sans"/>
              </a:rPr>
              <a:t>Failing the Assignment</a:t>
            </a:r>
            <a:br>
              <a:rPr lang="en-US" sz="1400" dirty="0">
                <a:latin typeface="Albert Sans"/>
              </a:rPr>
            </a:br>
            <a:r>
              <a:rPr lang="en-US" sz="1400" dirty="0">
                <a:latin typeface="Albert Sans"/>
              </a:rPr>
              <a:t>Your teacher may give you a zero on the task, no matter how much work you did.</a:t>
            </a:r>
          </a:p>
          <a:p>
            <a:pPr>
              <a:buFont typeface="Wingdings" panose="05000000000000000000" pitchFamily="2" charset="2"/>
              <a:buChar char="q"/>
            </a:pPr>
            <a:r>
              <a:rPr lang="en-US" sz="1400" dirty="0">
                <a:latin typeface="Albert Sans"/>
              </a:rPr>
              <a:t> </a:t>
            </a:r>
            <a:r>
              <a:rPr lang="en-US" sz="1400" b="1" dirty="0">
                <a:latin typeface="Albert Sans"/>
              </a:rPr>
              <a:t>Failing the Course</a:t>
            </a:r>
            <a:br>
              <a:rPr lang="en-US" sz="1400" dirty="0">
                <a:latin typeface="Albert Sans"/>
              </a:rPr>
            </a:br>
            <a:r>
              <a:rPr lang="en-US" sz="1400" dirty="0">
                <a:latin typeface="Albert Sans"/>
              </a:rPr>
              <a:t>In serious cases, your grade for the entire subject could be an “F”.</a:t>
            </a:r>
          </a:p>
          <a:p>
            <a:pPr>
              <a:buFont typeface="Wingdings" panose="05000000000000000000" pitchFamily="2" charset="2"/>
              <a:buChar char="q"/>
            </a:pPr>
            <a:r>
              <a:rPr lang="en-US" sz="1400" dirty="0">
                <a:latin typeface="Albert Sans"/>
              </a:rPr>
              <a:t> </a:t>
            </a:r>
            <a:r>
              <a:rPr lang="en-US" sz="1400" b="1" dirty="0">
                <a:latin typeface="Albert Sans"/>
              </a:rPr>
              <a:t>Academic Suspension</a:t>
            </a:r>
            <a:br>
              <a:rPr lang="en-US" sz="1400" dirty="0">
                <a:latin typeface="Albert Sans"/>
              </a:rPr>
            </a:br>
            <a:r>
              <a:rPr lang="en-US" sz="1400" dirty="0">
                <a:latin typeface="Albert Sans"/>
              </a:rPr>
              <a:t>Repeated plagiarism may lead to suspension or being put on academic watch.</a:t>
            </a:r>
          </a:p>
          <a:p>
            <a:pPr>
              <a:buFont typeface="Wingdings" panose="05000000000000000000" pitchFamily="2" charset="2"/>
              <a:buChar char="q"/>
            </a:pPr>
            <a:r>
              <a:rPr lang="en-US" sz="1400" dirty="0">
                <a:latin typeface="Albert Sans"/>
              </a:rPr>
              <a:t> </a:t>
            </a:r>
            <a:r>
              <a:rPr lang="en-US" sz="1400" b="1" dirty="0">
                <a:latin typeface="Albert Sans"/>
              </a:rPr>
              <a:t>Expulsion</a:t>
            </a:r>
            <a:br>
              <a:rPr lang="en-US" sz="1400" dirty="0">
                <a:latin typeface="Albert Sans"/>
              </a:rPr>
            </a:br>
            <a:r>
              <a:rPr lang="en-US" sz="1400" dirty="0">
                <a:latin typeface="Albert Sans"/>
              </a:rPr>
              <a:t>Some schools and universities have a zero-tolerance policy and may expel students.</a:t>
            </a:r>
          </a:p>
          <a:p>
            <a:pPr>
              <a:buFont typeface="Wingdings" panose="05000000000000000000" pitchFamily="2" charset="2"/>
              <a:buChar char="q"/>
            </a:pPr>
            <a:r>
              <a:rPr lang="en-US" sz="1400" b="1" dirty="0">
                <a:latin typeface="Albert Sans"/>
              </a:rPr>
              <a:t>Permanent Record Damage</a:t>
            </a:r>
            <a:br>
              <a:rPr lang="en-US" sz="1400" dirty="0">
                <a:latin typeface="Albert Sans"/>
              </a:rPr>
            </a:br>
            <a:r>
              <a:rPr lang="en-US" sz="1400" dirty="0">
                <a:latin typeface="Albert Sans"/>
              </a:rPr>
              <a:t>A note about plagiarism might be added to your student file, affecting scholarships or future admissions.</a:t>
            </a:r>
          </a:p>
          <a:p>
            <a:pPr indent="0">
              <a:lnSpc>
                <a:spcPct val="100000"/>
              </a:lnSpc>
              <a:spcAft>
                <a:spcPts val="1599"/>
              </a:spcAft>
              <a:buNone/>
              <a:tabLst>
                <a:tab pos="0" algn="l"/>
              </a:tabLst>
            </a:pPr>
            <a:endParaRPr lang="en-US" sz="1400" b="0" strike="noStrike" spc="-1" dirty="0">
              <a:solidFill>
                <a:srgbClr val="000000"/>
              </a:solidFill>
              <a:latin typeface="OpenSymbol"/>
            </a:endParaRPr>
          </a:p>
        </p:txBody>
      </p:sp>
      <p:sp>
        <p:nvSpPr>
          <p:cNvPr id="202" name="Google Shape;520;p55"/>
          <p:cNvSpPr/>
          <p:nvPr/>
        </p:nvSpPr>
        <p:spPr>
          <a:xfrm rot="2200200">
            <a:off x="6715716" y="3879849"/>
            <a:ext cx="1180080" cy="1366560"/>
          </a:xfrm>
          <a:custGeom>
            <a:avLst/>
            <a:gdLst>
              <a:gd name="textAreaLeft" fmla="*/ 0 w 1180080"/>
              <a:gd name="textAreaRight" fmla="*/ 1180440 w 1180080"/>
              <a:gd name="textAreaTop" fmla="*/ 0 h 1366560"/>
              <a:gd name="textAreaBottom" fmla="*/ 1366920 h 1366560"/>
            </a:gdLst>
            <a:ahLst/>
            <a:cxnLst/>
            <a:rect l="textAreaLeft" t="textAreaTop" r="textAreaRight" b="textAreaBottom"/>
            <a:pathLst>
              <a:path w="1075931" h="1245984">
                <a:moveTo>
                  <a:pt x="928294" y="352444"/>
                </a:moveTo>
                <a:cubicBezTo>
                  <a:pt x="982968" y="292056"/>
                  <a:pt x="1032403" y="226714"/>
                  <a:pt x="1075932" y="157563"/>
                </a:cubicBezTo>
                <a:cubicBezTo>
                  <a:pt x="986587" y="92888"/>
                  <a:pt x="880193" y="58122"/>
                  <a:pt x="773894" y="31262"/>
                </a:cubicBezTo>
                <a:cubicBezTo>
                  <a:pt x="694170" y="11164"/>
                  <a:pt x="612255" y="-5029"/>
                  <a:pt x="530435" y="1448"/>
                </a:cubicBezTo>
                <a:cubicBezTo>
                  <a:pt x="390322" y="12592"/>
                  <a:pt x="260211" y="91079"/>
                  <a:pt x="167152" y="198901"/>
                </a:cubicBezTo>
                <a:cubicBezTo>
                  <a:pt x="29325" y="358540"/>
                  <a:pt x="-31349" y="586759"/>
                  <a:pt x="15799" y="794309"/>
                </a:cubicBezTo>
                <a:cubicBezTo>
                  <a:pt x="62948" y="1001764"/>
                  <a:pt x="219444" y="1181405"/>
                  <a:pt x="417659" y="1245985"/>
                </a:cubicBezTo>
                <a:cubicBezTo>
                  <a:pt x="472523" y="1153592"/>
                  <a:pt x="527387" y="1061105"/>
                  <a:pt x="582251" y="968712"/>
                </a:cubicBezTo>
                <a:cubicBezTo>
                  <a:pt x="460807" y="931755"/>
                  <a:pt x="350794" y="844792"/>
                  <a:pt x="301930" y="725063"/>
                </a:cubicBezTo>
                <a:cubicBezTo>
                  <a:pt x="253067" y="605429"/>
                  <a:pt x="274594" y="454171"/>
                  <a:pt x="367367" y="365779"/>
                </a:cubicBezTo>
                <a:cubicBezTo>
                  <a:pt x="436900" y="299485"/>
                  <a:pt x="537007" y="274244"/>
                  <a:pt x="631876" y="280912"/>
                </a:cubicBezTo>
                <a:cubicBezTo>
                  <a:pt x="726650" y="287579"/>
                  <a:pt x="817328" y="323107"/>
                  <a:pt x="928199" y="35254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3" name="Google Shape;521;p55"/>
          <p:cNvSpPr/>
          <p:nvPr/>
        </p:nvSpPr>
        <p:spPr>
          <a:xfrm rot="5400000">
            <a:off x="6750355" y="-408668"/>
            <a:ext cx="1393920" cy="1229040"/>
          </a:xfrm>
          <a:custGeom>
            <a:avLst/>
            <a:gdLst>
              <a:gd name="textAreaLeft" fmla="*/ 0 w 1393920"/>
              <a:gd name="textAreaRight" fmla="*/ 1394280 w 1393920"/>
              <a:gd name="textAreaTop" fmla="*/ 0 h 1229040"/>
              <a:gd name="textAreaBottom" fmla="*/ 1229400 h 1229040"/>
            </a:gdLst>
            <a:ahLst/>
            <a:cxnLst/>
            <a:rect l="textAreaLeft" t="textAreaTop" r="textAreaRight" b="textAreaBottom"/>
            <a:pathLst>
              <a:path w="579097" h="510716">
                <a:moveTo>
                  <a:pt x="210945" y="39399"/>
                </a:moveTo>
                <a:cubicBezTo>
                  <a:pt x="111789" y="86929"/>
                  <a:pt x="35780" y="180083"/>
                  <a:pt x="9110" y="286668"/>
                </a:cubicBezTo>
                <a:cubicBezTo>
                  <a:pt x="-1749" y="330102"/>
                  <a:pt x="-4606" y="376870"/>
                  <a:pt x="10062" y="419161"/>
                </a:cubicBezTo>
                <a:cubicBezTo>
                  <a:pt x="24731" y="461452"/>
                  <a:pt x="59211" y="498504"/>
                  <a:pt x="102931" y="508124"/>
                </a:cubicBezTo>
                <a:cubicBezTo>
                  <a:pt x="170749" y="522983"/>
                  <a:pt x="234662" y="471453"/>
                  <a:pt x="278572" y="417827"/>
                </a:cubicBezTo>
                <a:cubicBezTo>
                  <a:pt x="322577" y="364106"/>
                  <a:pt x="363630" y="301051"/>
                  <a:pt x="429257" y="278476"/>
                </a:cubicBezTo>
                <a:cubicBezTo>
                  <a:pt x="453546" y="270094"/>
                  <a:pt x="479740" y="267999"/>
                  <a:pt x="503552" y="258188"/>
                </a:cubicBezTo>
                <a:cubicBezTo>
                  <a:pt x="589944" y="222469"/>
                  <a:pt x="606708" y="90548"/>
                  <a:pt x="530508" y="36541"/>
                </a:cubicBezTo>
                <a:cubicBezTo>
                  <a:pt x="446974" y="-22609"/>
                  <a:pt x="295907" y="-1273"/>
                  <a:pt x="211040" y="39399"/>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Google Shape;303;p41"/>
          <p:cNvSpPr/>
          <p:nvPr/>
        </p:nvSpPr>
        <p:spPr>
          <a:xfrm rot="8381400">
            <a:off x="-1546560" y="-739440"/>
            <a:ext cx="4253040" cy="3456000"/>
          </a:xfrm>
          <a:custGeom>
            <a:avLst/>
            <a:gdLst>
              <a:gd name="textAreaLeft" fmla="*/ 0 w 4253040"/>
              <a:gd name="textAreaRight" fmla="*/ 4253400 w 4253040"/>
              <a:gd name="textAreaTop" fmla="*/ 0 h 3456000"/>
              <a:gd name="textAreaBottom" fmla="*/ 3456360 h 3456000"/>
            </a:gdLst>
            <a:ahLst/>
            <a:cxnLst/>
            <a:rect l="textAreaLeft" t="textAreaTop" r="textAreaRight" b="textAreaBottom"/>
            <a:pathLst>
              <a:path w="1930774" h="1568974">
                <a:moveTo>
                  <a:pt x="11419" y="1021325"/>
                </a:moveTo>
                <a:cubicBezTo>
                  <a:pt x="-43064" y="785677"/>
                  <a:pt x="102383" y="500975"/>
                  <a:pt x="341841" y="467542"/>
                </a:cubicBezTo>
                <a:cubicBezTo>
                  <a:pt x="471953" y="449445"/>
                  <a:pt x="607398" y="503166"/>
                  <a:pt x="733985" y="467923"/>
                </a:cubicBezTo>
                <a:cubicBezTo>
                  <a:pt x="949917" y="407820"/>
                  <a:pt x="1030689" y="127690"/>
                  <a:pt x="1233477" y="32154"/>
                </a:cubicBezTo>
                <a:cubicBezTo>
                  <a:pt x="1407689" y="-49951"/>
                  <a:pt x="1623621" y="34726"/>
                  <a:pt x="1752113" y="178268"/>
                </a:cubicBezTo>
                <a:cubicBezTo>
                  <a:pt x="1937755" y="385627"/>
                  <a:pt x="1978236" y="702714"/>
                  <a:pt x="1875843" y="961509"/>
                </a:cubicBezTo>
                <a:cubicBezTo>
                  <a:pt x="1773449" y="1220303"/>
                  <a:pt x="1541610" y="1417661"/>
                  <a:pt x="1277577" y="1505672"/>
                </a:cubicBezTo>
                <a:cubicBezTo>
                  <a:pt x="832950" y="1653786"/>
                  <a:pt x="136482" y="1561298"/>
                  <a:pt x="11514" y="102123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5" name="PlaceHolder 1"/>
          <p:cNvSpPr>
            <a:spLocks noGrp="1"/>
          </p:cNvSpPr>
          <p:nvPr>
            <p:ph type="title"/>
          </p:nvPr>
        </p:nvSpPr>
        <p:spPr>
          <a:xfrm>
            <a:off x="1630638" y="975745"/>
            <a:ext cx="6232274" cy="687813"/>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 sz="6000" b="0" strike="noStrike" spc="-1" dirty="0">
                <a:solidFill>
                  <a:schemeClr val="accent1"/>
                </a:solidFill>
                <a:latin typeface="Caveat Brush"/>
                <a:ea typeface="Caveat Brush"/>
              </a:rPr>
              <a:t>Legal Repercussions</a:t>
            </a:r>
            <a:endParaRPr lang="fr-FR" sz="6000" b="0" strike="noStrike" spc="-1" dirty="0">
              <a:solidFill>
                <a:schemeClr val="dk1"/>
              </a:solidFill>
              <a:latin typeface="Arial"/>
            </a:endParaRPr>
          </a:p>
        </p:txBody>
      </p:sp>
      <p:sp>
        <p:nvSpPr>
          <p:cNvPr id="206" name="PlaceHolder 2"/>
          <p:cNvSpPr>
            <a:spLocks noGrp="1"/>
          </p:cNvSpPr>
          <p:nvPr>
            <p:ph type="subTitle"/>
          </p:nvPr>
        </p:nvSpPr>
        <p:spPr>
          <a:xfrm>
            <a:off x="1504542" y="1841904"/>
            <a:ext cx="6131586" cy="2928065"/>
          </a:xfrm>
          <a:prstGeom prst="rect">
            <a:avLst/>
          </a:prstGeom>
          <a:noFill/>
          <a:ln w="0">
            <a:noFill/>
          </a:ln>
        </p:spPr>
        <p:txBody>
          <a:bodyPr lIns="91440" tIns="91440" rIns="91440" bIns="91440" anchor="t">
            <a:noAutofit/>
          </a:bodyPr>
          <a:lstStyle/>
          <a:p>
            <a:pPr marL="0" indent="0">
              <a:buNone/>
            </a:pPr>
            <a:r>
              <a:rPr lang="en-US" sz="1400" b="1" dirty="0">
                <a:solidFill>
                  <a:schemeClr val="accent2"/>
                </a:solidFill>
                <a:latin typeface="ADLaM Display" panose="02010000000000000000" pitchFamily="2" charset="0"/>
                <a:ea typeface="ADLaM Display" panose="02010000000000000000" pitchFamily="2" charset="0"/>
                <a:cs typeface="ADLaM Display" panose="02010000000000000000" pitchFamily="2" charset="0"/>
              </a:rPr>
              <a:t>Plagiarism can be illegal in the real world, not just in University.</a:t>
            </a:r>
            <a:endParaRPr lang="en-US" sz="1400" dirty="0">
              <a:solidFill>
                <a:schemeClr val="accent2"/>
              </a:solidFill>
              <a:latin typeface="ADLaM Display" panose="02010000000000000000" pitchFamily="2" charset="0"/>
              <a:ea typeface="ADLaM Display" panose="02010000000000000000" pitchFamily="2" charset="0"/>
              <a:cs typeface="ADLaM Display" panose="02010000000000000000" pitchFamily="2" charset="0"/>
            </a:endParaRPr>
          </a:p>
          <a:p>
            <a:pPr>
              <a:buFont typeface="Wingdings" panose="05000000000000000000" pitchFamily="2" charset="2"/>
              <a:buChar char="q"/>
            </a:pPr>
            <a:r>
              <a:rPr lang="en-US" sz="1400" dirty="0">
                <a:solidFill>
                  <a:schemeClr val="accent2"/>
                </a:solidFill>
                <a:latin typeface="Albert Sans"/>
              </a:rPr>
              <a:t> </a:t>
            </a:r>
            <a:r>
              <a:rPr lang="en-US" sz="1400" b="1" dirty="0">
                <a:solidFill>
                  <a:schemeClr val="accent2"/>
                </a:solidFill>
                <a:latin typeface="Albert Sans"/>
              </a:rPr>
              <a:t>Copyright Violation</a:t>
            </a:r>
            <a:br>
              <a:rPr lang="en-US" sz="1400" dirty="0">
                <a:solidFill>
                  <a:schemeClr val="accent2"/>
                </a:solidFill>
                <a:latin typeface="Albert Sans"/>
              </a:rPr>
            </a:br>
            <a:r>
              <a:rPr lang="en-US" sz="1400" dirty="0">
                <a:solidFill>
                  <a:schemeClr val="accent2"/>
                </a:solidFill>
                <a:latin typeface="Albert Sans"/>
              </a:rPr>
              <a:t>Copying from books, songs, films, or software without permission can break copyright laws.</a:t>
            </a:r>
          </a:p>
          <a:p>
            <a:pPr>
              <a:buFont typeface="Wingdings" panose="05000000000000000000" pitchFamily="2" charset="2"/>
              <a:buChar char="q"/>
            </a:pPr>
            <a:r>
              <a:rPr lang="en-US" sz="1400" dirty="0">
                <a:solidFill>
                  <a:schemeClr val="accent2"/>
                </a:solidFill>
                <a:latin typeface="Albert Sans"/>
              </a:rPr>
              <a:t> </a:t>
            </a:r>
            <a:r>
              <a:rPr lang="en-US" sz="1400" b="1" dirty="0">
                <a:solidFill>
                  <a:schemeClr val="accent2"/>
                </a:solidFill>
                <a:latin typeface="Albert Sans"/>
              </a:rPr>
              <a:t>Fines or Financial Penalties</a:t>
            </a:r>
            <a:br>
              <a:rPr lang="en-US" sz="1400" dirty="0">
                <a:solidFill>
                  <a:schemeClr val="accent2"/>
                </a:solidFill>
                <a:latin typeface="Albert Sans"/>
              </a:rPr>
            </a:br>
            <a:r>
              <a:rPr lang="en-US" sz="1400" dirty="0">
                <a:solidFill>
                  <a:schemeClr val="accent2"/>
                </a:solidFill>
                <a:latin typeface="Albert Sans"/>
              </a:rPr>
              <a:t>If taken to court, you might have to pay large fines or damages to the original creator.</a:t>
            </a:r>
          </a:p>
          <a:p>
            <a:pPr>
              <a:buFont typeface="Wingdings" panose="05000000000000000000" pitchFamily="2" charset="2"/>
              <a:buChar char="q"/>
            </a:pPr>
            <a:r>
              <a:rPr lang="en-US" sz="1400" dirty="0">
                <a:solidFill>
                  <a:schemeClr val="accent2"/>
                </a:solidFill>
                <a:latin typeface="Albert Sans"/>
              </a:rPr>
              <a:t> </a:t>
            </a:r>
            <a:r>
              <a:rPr lang="en-US" sz="1400" b="1" dirty="0">
                <a:solidFill>
                  <a:schemeClr val="accent2"/>
                </a:solidFill>
                <a:latin typeface="Albert Sans"/>
              </a:rPr>
              <a:t>Legal Action</a:t>
            </a:r>
            <a:br>
              <a:rPr lang="en-US" sz="1400" dirty="0">
                <a:solidFill>
                  <a:schemeClr val="accent2"/>
                </a:solidFill>
                <a:latin typeface="Albert Sans"/>
              </a:rPr>
            </a:br>
            <a:r>
              <a:rPr lang="en-US" sz="1400" dirty="0">
                <a:solidFill>
                  <a:schemeClr val="accent2"/>
                </a:solidFill>
                <a:latin typeface="Albert Sans"/>
              </a:rPr>
              <a:t>Some authors or companies take legal action for plagiarism, and the cases can be very public.</a:t>
            </a:r>
          </a:p>
          <a:p>
            <a:pPr>
              <a:buFont typeface="Wingdings" panose="05000000000000000000" pitchFamily="2" charset="2"/>
              <a:buChar char="q"/>
            </a:pPr>
            <a:r>
              <a:rPr lang="en-US" sz="1400" dirty="0">
                <a:solidFill>
                  <a:schemeClr val="accent2"/>
                </a:solidFill>
                <a:latin typeface="Albert Sans"/>
              </a:rPr>
              <a:t> </a:t>
            </a:r>
            <a:r>
              <a:rPr lang="en-US" sz="1400" b="1" dirty="0">
                <a:solidFill>
                  <a:schemeClr val="accent2"/>
                </a:solidFill>
                <a:latin typeface="Albert Sans"/>
              </a:rPr>
              <a:t>Cancellation of Degrees or Certifications</a:t>
            </a:r>
            <a:br>
              <a:rPr lang="en-US" sz="1400" dirty="0">
                <a:solidFill>
                  <a:schemeClr val="accent2"/>
                </a:solidFill>
                <a:latin typeface="Albert Sans"/>
              </a:rPr>
            </a:br>
            <a:r>
              <a:rPr lang="en-US" sz="1400" dirty="0">
                <a:solidFill>
                  <a:schemeClr val="accent2"/>
                </a:solidFill>
                <a:latin typeface="Albert Sans"/>
              </a:rPr>
              <a:t>If plagiarism is discovered after graduation, your degree or professional license (e.g., medical or legal) could be taken away</a:t>
            </a:r>
          </a:p>
          <a:p>
            <a:pPr indent="0" algn="ctr">
              <a:lnSpc>
                <a:spcPct val="100000"/>
              </a:lnSpc>
              <a:buNone/>
              <a:tabLst>
                <a:tab pos="0" algn="l"/>
              </a:tabLst>
            </a:pPr>
            <a:endParaRPr lang="en-US" sz="1400" b="0" strike="noStrike" spc="-1" dirty="0">
              <a:solidFill>
                <a:schemeClr val="accent2"/>
              </a:solidFill>
              <a:latin typeface="Albert Sans"/>
            </a:endParaRPr>
          </a:p>
        </p:txBody>
      </p:sp>
      <p:sp>
        <p:nvSpPr>
          <p:cNvPr id="207" name="Google Shape;306;p41"/>
          <p:cNvSpPr/>
          <p:nvPr/>
        </p:nvSpPr>
        <p:spPr>
          <a:xfrm rot="2532600">
            <a:off x="3381480" y="163080"/>
            <a:ext cx="736560" cy="649440"/>
          </a:xfrm>
          <a:custGeom>
            <a:avLst/>
            <a:gdLst>
              <a:gd name="textAreaLeft" fmla="*/ 0 w 736560"/>
              <a:gd name="textAreaRight" fmla="*/ 736920 w 736560"/>
              <a:gd name="textAreaTop" fmla="*/ 0 h 649440"/>
              <a:gd name="textAreaBottom" fmla="*/ 649800 h 649440"/>
            </a:gdLst>
            <a:ahLst/>
            <a:cxnLst/>
            <a:rect l="textAreaLeft" t="textAreaTop" r="textAreaRight" b="textAreaBottom"/>
            <a:pathLst>
              <a:path w="579097" h="510716">
                <a:moveTo>
                  <a:pt x="210945" y="39399"/>
                </a:moveTo>
                <a:cubicBezTo>
                  <a:pt x="111789" y="86929"/>
                  <a:pt x="35780" y="180083"/>
                  <a:pt x="9110" y="286668"/>
                </a:cubicBezTo>
                <a:cubicBezTo>
                  <a:pt x="-1749" y="330102"/>
                  <a:pt x="-4606" y="376870"/>
                  <a:pt x="10062" y="419161"/>
                </a:cubicBezTo>
                <a:cubicBezTo>
                  <a:pt x="24731" y="461452"/>
                  <a:pt x="59211" y="498504"/>
                  <a:pt x="102931" y="508124"/>
                </a:cubicBezTo>
                <a:cubicBezTo>
                  <a:pt x="170749" y="522983"/>
                  <a:pt x="234662" y="471453"/>
                  <a:pt x="278572" y="417827"/>
                </a:cubicBezTo>
                <a:cubicBezTo>
                  <a:pt x="322577" y="364106"/>
                  <a:pt x="363630" y="301051"/>
                  <a:pt x="429257" y="278476"/>
                </a:cubicBezTo>
                <a:cubicBezTo>
                  <a:pt x="453546" y="270094"/>
                  <a:pt x="479740" y="267999"/>
                  <a:pt x="503552" y="258188"/>
                </a:cubicBezTo>
                <a:cubicBezTo>
                  <a:pt x="589944" y="222469"/>
                  <a:pt x="606708" y="90548"/>
                  <a:pt x="530508" y="36541"/>
                </a:cubicBezTo>
                <a:cubicBezTo>
                  <a:pt x="446974" y="-22609"/>
                  <a:pt x="295907" y="-1273"/>
                  <a:pt x="211040" y="39399"/>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8" name="Google Shape;307;p41"/>
          <p:cNvSpPr/>
          <p:nvPr/>
        </p:nvSpPr>
        <p:spPr>
          <a:xfrm rot="9907200">
            <a:off x="-89280" y="-581760"/>
            <a:ext cx="2714760" cy="2418840"/>
          </a:xfrm>
          <a:custGeom>
            <a:avLst/>
            <a:gdLst>
              <a:gd name="textAreaLeft" fmla="*/ 0 w 2714760"/>
              <a:gd name="textAreaRight" fmla="*/ 2715120 w 2714760"/>
              <a:gd name="textAreaTop" fmla="*/ 0 h 2418840"/>
              <a:gd name="textAreaBottom" fmla="*/ 2419200 h 2418840"/>
            </a:gdLst>
            <a:ahLst/>
            <a:cxnLst/>
            <a:rect l="textAreaLeft" t="textAreaTop" r="textAreaRight" b="textAreaBottom"/>
            <a:pathLst>
              <a:path w="1776031" h="1582483">
                <a:moveTo>
                  <a:pt x="804196" y="1582484"/>
                </a:moveTo>
                <a:lnTo>
                  <a:pt x="804196" y="1568768"/>
                </a:lnTo>
                <a:cubicBezTo>
                  <a:pt x="811911" y="1568768"/>
                  <a:pt x="819722" y="1568768"/>
                  <a:pt x="827532" y="1568482"/>
                </a:cubicBezTo>
                <a:lnTo>
                  <a:pt x="827818" y="1582198"/>
                </a:lnTo>
                <a:cubicBezTo>
                  <a:pt x="819912" y="1582388"/>
                  <a:pt x="812101" y="1582484"/>
                  <a:pt x="804196" y="1582484"/>
                </a:cubicBezTo>
                <a:close/>
                <a:moveTo>
                  <a:pt x="780574" y="1582293"/>
                </a:moveTo>
                <a:cubicBezTo>
                  <a:pt x="772668" y="1582103"/>
                  <a:pt x="764858" y="1581912"/>
                  <a:pt x="756952" y="1581531"/>
                </a:cubicBezTo>
                <a:lnTo>
                  <a:pt x="757523" y="1567815"/>
                </a:lnTo>
                <a:cubicBezTo>
                  <a:pt x="765334" y="1568101"/>
                  <a:pt x="773049" y="1568387"/>
                  <a:pt x="780860" y="1568577"/>
                </a:cubicBezTo>
                <a:lnTo>
                  <a:pt x="780574" y="1582293"/>
                </a:lnTo>
                <a:close/>
                <a:moveTo>
                  <a:pt x="851440" y="1581531"/>
                </a:moveTo>
                <a:lnTo>
                  <a:pt x="850868" y="1567815"/>
                </a:lnTo>
                <a:cubicBezTo>
                  <a:pt x="858679" y="1567529"/>
                  <a:pt x="866394" y="1567053"/>
                  <a:pt x="874205" y="1566577"/>
                </a:cubicBezTo>
                <a:lnTo>
                  <a:pt x="875062" y="1580293"/>
                </a:lnTo>
                <a:cubicBezTo>
                  <a:pt x="867156" y="1580769"/>
                  <a:pt x="859346" y="1581150"/>
                  <a:pt x="851440" y="1581531"/>
                </a:cubicBezTo>
                <a:close/>
                <a:moveTo>
                  <a:pt x="733330" y="1580293"/>
                </a:moveTo>
                <a:cubicBezTo>
                  <a:pt x="725424" y="1579817"/>
                  <a:pt x="717613" y="1579150"/>
                  <a:pt x="709708" y="1578483"/>
                </a:cubicBezTo>
                <a:lnTo>
                  <a:pt x="710851" y="1564862"/>
                </a:lnTo>
                <a:cubicBezTo>
                  <a:pt x="718566" y="1565529"/>
                  <a:pt x="726376" y="1566101"/>
                  <a:pt x="734092" y="1566577"/>
                </a:cubicBezTo>
                <a:lnTo>
                  <a:pt x="733235" y="1580293"/>
                </a:lnTo>
                <a:close/>
                <a:moveTo>
                  <a:pt x="898588" y="1578578"/>
                </a:moveTo>
                <a:lnTo>
                  <a:pt x="897446" y="1564958"/>
                </a:lnTo>
                <a:cubicBezTo>
                  <a:pt x="905161" y="1564291"/>
                  <a:pt x="912971" y="1563624"/>
                  <a:pt x="920687" y="1562862"/>
                </a:cubicBezTo>
                <a:lnTo>
                  <a:pt x="922020" y="1576483"/>
                </a:lnTo>
                <a:cubicBezTo>
                  <a:pt x="914210" y="1577245"/>
                  <a:pt x="906304" y="1578007"/>
                  <a:pt x="898493" y="1578578"/>
                </a:cubicBezTo>
                <a:close/>
                <a:moveTo>
                  <a:pt x="686276" y="1576197"/>
                </a:moveTo>
                <a:cubicBezTo>
                  <a:pt x="678466" y="1575340"/>
                  <a:pt x="670655" y="1574387"/>
                  <a:pt x="662749" y="1573339"/>
                </a:cubicBezTo>
                <a:lnTo>
                  <a:pt x="664559" y="1559719"/>
                </a:lnTo>
                <a:cubicBezTo>
                  <a:pt x="672274" y="1560767"/>
                  <a:pt x="679990" y="1561719"/>
                  <a:pt x="687705" y="1562576"/>
                </a:cubicBezTo>
                <a:lnTo>
                  <a:pt x="686181" y="1576197"/>
                </a:lnTo>
                <a:close/>
                <a:moveTo>
                  <a:pt x="945547" y="1573911"/>
                </a:moveTo>
                <a:lnTo>
                  <a:pt x="943928" y="1560290"/>
                </a:lnTo>
                <a:cubicBezTo>
                  <a:pt x="951643" y="1559338"/>
                  <a:pt x="959358" y="1558385"/>
                  <a:pt x="967073" y="1557338"/>
                </a:cubicBezTo>
                <a:lnTo>
                  <a:pt x="968978" y="1570958"/>
                </a:lnTo>
                <a:cubicBezTo>
                  <a:pt x="961168" y="1572006"/>
                  <a:pt x="953357" y="1573054"/>
                  <a:pt x="945547" y="1573911"/>
                </a:cubicBezTo>
                <a:close/>
                <a:moveTo>
                  <a:pt x="639318" y="1569815"/>
                </a:moveTo>
                <a:cubicBezTo>
                  <a:pt x="631508" y="1568577"/>
                  <a:pt x="623792" y="1567243"/>
                  <a:pt x="615982" y="1565815"/>
                </a:cubicBezTo>
                <a:lnTo>
                  <a:pt x="618459" y="1552385"/>
                </a:lnTo>
                <a:cubicBezTo>
                  <a:pt x="626078" y="1553813"/>
                  <a:pt x="633794" y="1555147"/>
                  <a:pt x="641413" y="1556385"/>
                </a:cubicBezTo>
                <a:lnTo>
                  <a:pt x="639223" y="1569910"/>
                </a:lnTo>
                <a:close/>
                <a:moveTo>
                  <a:pt x="992315" y="1567529"/>
                </a:moveTo>
                <a:lnTo>
                  <a:pt x="990219" y="1554004"/>
                </a:lnTo>
                <a:cubicBezTo>
                  <a:pt x="997934" y="1552861"/>
                  <a:pt x="1005649" y="1551527"/>
                  <a:pt x="1013269" y="1550289"/>
                </a:cubicBezTo>
                <a:lnTo>
                  <a:pt x="1015556" y="1563814"/>
                </a:lnTo>
                <a:cubicBezTo>
                  <a:pt x="1007841" y="1565148"/>
                  <a:pt x="1000030" y="1566386"/>
                  <a:pt x="992219" y="1567625"/>
                </a:cubicBezTo>
                <a:close/>
                <a:moveTo>
                  <a:pt x="592836" y="1561148"/>
                </a:moveTo>
                <a:cubicBezTo>
                  <a:pt x="585121" y="1559528"/>
                  <a:pt x="577406" y="1557814"/>
                  <a:pt x="569785" y="1555909"/>
                </a:cubicBezTo>
                <a:lnTo>
                  <a:pt x="572929" y="1542574"/>
                </a:lnTo>
                <a:cubicBezTo>
                  <a:pt x="580454" y="1544384"/>
                  <a:pt x="588074" y="1546098"/>
                  <a:pt x="595694" y="1547717"/>
                </a:cubicBezTo>
                <a:lnTo>
                  <a:pt x="592836" y="1561148"/>
                </a:lnTo>
                <a:close/>
                <a:moveTo>
                  <a:pt x="1038892" y="1559528"/>
                </a:moveTo>
                <a:lnTo>
                  <a:pt x="1036320" y="1546098"/>
                </a:lnTo>
                <a:cubicBezTo>
                  <a:pt x="1043940" y="1544669"/>
                  <a:pt x="1051655" y="1543145"/>
                  <a:pt x="1059275" y="1541621"/>
                </a:cubicBezTo>
                <a:lnTo>
                  <a:pt x="1062038" y="1555052"/>
                </a:lnTo>
                <a:cubicBezTo>
                  <a:pt x="1054323" y="1556671"/>
                  <a:pt x="1046607" y="1558195"/>
                  <a:pt x="1038892" y="1559624"/>
                </a:cubicBezTo>
                <a:close/>
                <a:moveTo>
                  <a:pt x="546830" y="1550194"/>
                </a:moveTo>
                <a:cubicBezTo>
                  <a:pt x="539210" y="1548193"/>
                  <a:pt x="531591" y="1546003"/>
                  <a:pt x="524065" y="1543812"/>
                </a:cubicBezTo>
                <a:lnTo>
                  <a:pt x="527971" y="1530668"/>
                </a:lnTo>
                <a:cubicBezTo>
                  <a:pt x="535400" y="1532858"/>
                  <a:pt x="542925" y="1534954"/>
                  <a:pt x="550450" y="1536954"/>
                </a:cubicBezTo>
                <a:lnTo>
                  <a:pt x="546926" y="1550194"/>
                </a:lnTo>
                <a:close/>
                <a:moveTo>
                  <a:pt x="1085088" y="1550099"/>
                </a:moveTo>
                <a:lnTo>
                  <a:pt x="1082135" y="1536764"/>
                </a:lnTo>
                <a:cubicBezTo>
                  <a:pt x="1089755" y="1535049"/>
                  <a:pt x="1097375" y="1533335"/>
                  <a:pt x="1104900" y="1531525"/>
                </a:cubicBezTo>
                <a:lnTo>
                  <a:pt x="1108043" y="1544860"/>
                </a:lnTo>
                <a:cubicBezTo>
                  <a:pt x="1100423" y="1546670"/>
                  <a:pt x="1092708" y="1548384"/>
                  <a:pt x="1085088" y="1550099"/>
                </a:cubicBezTo>
                <a:close/>
                <a:moveTo>
                  <a:pt x="1130999" y="1539240"/>
                </a:moveTo>
                <a:lnTo>
                  <a:pt x="1127665" y="1526000"/>
                </a:lnTo>
                <a:cubicBezTo>
                  <a:pt x="1135190" y="1524095"/>
                  <a:pt x="1142810" y="1522095"/>
                  <a:pt x="1150334" y="1520095"/>
                </a:cubicBezTo>
                <a:lnTo>
                  <a:pt x="1153858" y="1533335"/>
                </a:lnTo>
                <a:cubicBezTo>
                  <a:pt x="1146239" y="1535335"/>
                  <a:pt x="1138619" y="1537335"/>
                  <a:pt x="1130999" y="1539240"/>
                </a:cubicBezTo>
                <a:close/>
                <a:moveTo>
                  <a:pt x="501396" y="1536859"/>
                </a:moveTo>
                <a:cubicBezTo>
                  <a:pt x="493871" y="1534478"/>
                  <a:pt x="486442" y="1531906"/>
                  <a:pt x="478917" y="1529334"/>
                </a:cubicBezTo>
                <a:lnTo>
                  <a:pt x="483489" y="1516380"/>
                </a:lnTo>
                <a:cubicBezTo>
                  <a:pt x="490823" y="1518952"/>
                  <a:pt x="498158" y="1521428"/>
                  <a:pt x="505587" y="1523810"/>
                </a:cubicBezTo>
                <a:lnTo>
                  <a:pt x="501396" y="1536859"/>
                </a:lnTo>
                <a:close/>
                <a:moveTo>
                  <a:pt x="1176528" y="1527048"/>
                </a:moveTo>
                <a:lnTo>
                  <a:pt x="1172813" y="1513904"/>
                </a:lnTo>
                <a:cubicBezTo>
                  <a:pt x="1180338" y="1511808"/>
                  <a:pt x="1187767" y="1509617"/>
                  <a:pt x="1195293" y="1507331"/>
                </a:cubicBezTo>
                <a:lnTo>
                  <a:pt x="1199198" y="1520476"/>
                </a:lnTo>
                <a:cubicBezTo>
                  <a:pt x="1191673" y="1522762"/>
                  <a:pt x="1184148" y="1524953"/>
                  <a:pt x="1176528" y="1527048"/>
                </a:cubicBezTo>
                <a:close/>
                <a:moveTo>
                  <a:pt x="456724" y="1521143"/>
                </a:moveTo>
                <a:cubicBezTo>
                  <a:pt x="449390" y="1518285"/>
                  <a:pt x="442055" y="1515428"/>
                  <a:pt x="434721" y="1512380"/>
                </a:cubicBezTo>
                <a:lnTo>
                  <a:pt x="439960" y="1499711"/>
                </a:lnTo>
                <a:cubicBezTo>
                  <a:pt x="447104" y="1502664"/>
                  <a:pt x="454342" y="1505522"/>
                  <a:pt x="461581" y="1508284"/>
                </a:cubicBezTo>
                <a:lnTo>
                  <a:pt x="456724" y="1521047"/>
                </a:lnTo>
                <a:close/>
                <a:moveTo>
                  <a:pt x="1221772" y="1513523"/>
                </a:moveTo>
                <a:lnTo>
                  <a:pt x="1217676" y="1500473"/>
                </a:lnTo>
                <a:cubicBezTo>
                  <a:pt x="1225106" y="1498187"/>
                  <a:pt x="1232535" y="1495806"/>
                  <a:pt x="1239965" y="1493330"/>
                </a:cubicBezTo>
                <a:lnTo>
                  <a:pt x="1244251" y="1506379"/>
                </a:lnTo>
                <a:cubicBezTo>
                  <a:pt x="1236726" y="1508855"/>
                  <a:pt x="1229297" y="1511237"/>
                  <a:pt x="1221772" y="1513618"/>
                </a:cubicBezTo>
                <a:close/>
                <a:moveTo>
                  <a:pt x="413004" y="1503045"/>
                </a:moveTo>
                <a:cubicBezTo>
                  <a:pt x="405765" y="1499807"/>
                  <a:pt x="398621" y="1496473"/>
                  <a:pt x="391573" y="1493044"/>
                </a:cubicBezTo>
                <a:lnTo>
                  <a:pt x="397478" y="1480661"/>
                </a:lnTo>
                <a:cubicBezTo>
                  <a:pt x="404431" y="1483995"/>
                  <a:pt x="411480" y="1487329"/>
                  <a:pt x="418624" y="1490472"/>
                </a:cubicBezTo>
                <a:lnTo>
                  <a:pt x="413004" y="1502950"/>
                </a:lnTo>
                <a:close/>
                <a:moveTo>
                  <a:pt x="1266539" y="1498759"/>
                </a:moveTo>
                <a:lnTo>
                  <a:pt x="1262063" y="1485805"/>
                </a:lnTo>
                <a:cubicBezTo>
                  <a:pt x="1269397" y="1483233"/>
                  <a:pt x="1276731" y="1480661"/>
                  <a:pt x="1284066" y="1477994"/>
                </a:cubicBezTo>
                <a:lnTo>
                  <a:pt x="1288733" y="1490853"/>
                </a:lnTo>
                <a:cubicBezTo>
                  <a:pt x="1281303" y="1493520"/>
                  <a:pt x="1273969" y="1496187"/>
                  <a:pt x="1266539" y="1498759"/>
                </a:cubicBezTo>
                <a:close/>
                <a:moveTo>
                  <a:pt x="1310831" y="1482566"/>
                </a:moveTo>
                <a:lnTo>
                  <a:pt x="1305878" y="1469803"/>
                </a:lnTo>
                <a:cubicBezTo>
                  <a:pt x="1313117" y="1467041"/>
                  <a:pt x="1320356" y="1464088"/>
                  <a:pt x="1327594" y="1461135"/>
                </a:cubicBezTo>
                <a:lnTo>
                  <a:pt x="1332738" y="1473803"/>
                </a:lnTo>
                <a:cubicBezTo>
                  <a:pt x="1325404" y="1476756"/>
                  <a:pt x="1318165" y="1479709"/>
                  <a:pt x="1310831" y="1482566"/>
                </a:cubicBezTo>
                <a:close/>
                <a:moveTo>
                  <a:pt x="370332" y="1482471"/>
                </a:moveTo>
                <a:cubicBezTo>
                  <a:pt x="363283" y="1478852"/>
                  <a:pt x="356330" y="1475137"/>
                  <a:pt x="349473" y="1471232"/>
                </a:cubicBezTo>
                <a:lnTo>
                  <a:pt x="356140" y="1459230"/>
                </a:lnTo>
                <a:cubicBezTo>
                  <a:pt x="362903" y="1463040"/>
                  <a:pt x="369760" y="1466660"/>
                  <a:pt x="376619" y="1470279"/>
                </a:cubicBezTo>
                <a:lnTo>
                  <a:pt x="370332" y="1482471"/>
                </a:lnTo>
                <a:close/>
                <a:moveTo>
                  <a:pt x="1354550" y="1464659"/>
                </a:moveTo>
                <a:lnTo>
                  <a:pt x="1349121" y="1452086"/>
                </a:lnTo>
                <a:cubicBezTo>
                  <a:pt x="1356265" y="1449038"/>
                  <a:pt x="1363408" y="1445800"/>
                  <a:pt x="1370457" y="1442561"/>
                </a:cubicBezTo>
                <a:lnTo>
                  <a:pt x="1376172" y="1455039"/>
                </a:lnTo>
                <a:cubicBezTo>
                  <a:pt x="1369028" y="1458278"/>
                  <a:pt x="1361789" y="1461516"/>
                  <a:pt x="1354550" y="1464659"/>
                </a:cubicBezTo>
                <a:close/>
                <a:moveTo>
                  <a:pt x="328994" y="1459516"/>
                </a:moveTo>
                <a:cubicBezTo>
                  <a:pt x="322231" y="1455515"/>
                  <a:pt x="315468" y="1451324"/>
                  <a:pt x="308801" y="1447038"/>
                </a:cubicBezTo>
                <a:lnTo>
                  <a:pt x="316135" y="1435513"/>
                </a:lnTo>
                <a:cubicBezTo>
                  <a:pt x="322707" y="1439704"/>
                  <a:pt x="329279" y="1443800"/>
                  <a:pt x="335947" y="1447705"/>
                </a:cubicBezTo>
                <a:lnTo>
                  <a:pt x="328898" y="1459516"/>
                </a:lnTo>
                <a:close/>
                <a:moveTo>
                  <a:pt x="1397603" y="1445038"/>
                </a:moveTo>
                <a:lnTo>
                  <a:pt x="1391603" y="1432751"/>
                </a:lnTo>
                <a:cubicBezTo>
                  <a:pt x="1398651" y="1429322"/>
                  <a:pt x="1405604" y="1425893"/>
                  <a:pt x="1412462" y="1422368"/>
                </a:cubicBezTo>
                <a:lnTo>
                  <a:pt x="1418749" y="1434560"/>
                </a:lnTo>
                <a:cubicBezTo>
                  <a:pt x="1411700" y="1438180"/>
                  <a:pt x="1404652" y="1441704"/>
                  <a:pt x="1397603" y="1445133"/>
                </a:cubicBezTo>
                <a:close/>
                <a:moveTo>
                  <a:pt x="289084" y="1433989"/>
                </a:moveTo>
                <a:cubicBezTo>
                  <a:pt x="282607" y="1429512"/>
                  <a:pt x="276130" y="1424940"/>
                  <a:pt x="269748" y="1420273"/>
                </a:cubicBezTo>
                <a:lnTo>
                  <a:pt x="277844" y="1409224"/>
                </a:lnTo>
                <a:cubicBezTo>
                  <a:pt x="284131" y="1413796"/>
                  <a:pt x="290417" y="1418273"/>
                  <a:pt x="296799" y="1422654"/>
                </a:cubicBezTo>
                <a:lnTo>
                  <a:pt x="289084" y="1433989"/>
                </a:lnTo>
                <a:close/>
                <a:moveTo>
                  <a:pt x="1439704" y="1423416"/>
                </a:moveTo>
                <a:lnTo>
                  <a:pt x="1433131" y="1411414"/>
                </a:lnTo>
                <a:cubicBezTo>
                  <a:pt x="1439990" y="1407700"/>
                  <a:pt x="1446752" y="1403890"/>
                  <a:pt x="1453515" y="1399985"/>
                </a:cubicBezTo>
                <a:lnTo>
                  <a:pt x="1460373" y="1411891"/>
                </a:lnTo>
                <a:cubicBezTo>
                  <a:pt x="1453515" y="1415796"/>
                  <a:pt x="1446657" y="1419701"/>
                  <a:pt x="1439704" y="1423511"/>
                </a:cubicBezTo>
                <a:close/>
                <a:moveTo>
                  <a:pt x="250793" y="1405985"/>
                </a:moveTo>
                <a:cubicBezTo>
                  <a:pt x="244602" y="1401128"/>
                  <a:pt x="238411" y="1396175"/>
                  <a:pt x="232410" y="1391031"/>
                </a:cubicBezTo>
                <a:lnTo>
                  <a:pt x="241173" y="1380554"/>
                </a:lnTo>
                <a:cubicBezTo>
                  <a:pt x="247079" y="1385507"/>
                  <a:pt x="253174" y="1390460"/>
                  <a:pt x="259271" y="1395222"/>
                </a:cubicBezTo>
                <a:lnTo>
                  <a:pt x="250793" y="1405985"/>
                </a:lnTo>
                <a:close/>
                <a:moveTo>
                  <a:pt x="1480661" y="1399699"/>
                </a:moveTo>
                <a:lnTo>
                  <a:pt x="1473517" y="1388078"/>
                </a:lnTo>
                <a:cubicBezTo>
                  <a:pt x="1480185" y="1383983"/>
                  <a:pt x="1486757" y="1379792"/>
                  <a:pt x="1493234" y="1375601"/>
                </a:cubicBezTo>
                <a:lnTo>
                  <a:pt x="1500759" y="1387031"/>
                </a:lnTo>
                <a:cubicBezTo>
                  <a:pt x="1494187" y="1391317"/>
                  <a:pt x="1487519" y="1395603"/>
                  <a:pt x="1480756" y="1399699"/>
                </a:cubicBezTo>
                <a:close/>
                <a:moveTo>
                  <a:pt x="214408" y="1375505"/>
                </a:moveTo>
                <a:cubicBezTo>
                  <a:pt x="211455" y="1372838"/>
                  <a:pt x="208597" y="1370267"/>
                  <a:pt x="205740" y="1367600"/>
                </a:cubicBezTo>
                <a:cubicBezTo>
                  <a:pt x="202787" y="1364933"/>
                  <a:pt x="199930" y="1362170"/>
                  <a:pt x="197073" y="1359408"/>
                </a:cubicBezTo>
                <a:lnTo>
                  <a:pt x="206598" y="1349502"/>
                </a:lnTo>
                <a:cubicBezTo>
                  <a:pt x="209360" y="1352169"/>
                  <a:pt x="212217" y="1354836"/>
                  <a:pt x="215074" y="1357503"/>
                </a:cubicBezTo>
                <a:cubicBezTo>
                  <a:pt x="217932" y="1360170"/>
                  <a:pt x="220790" y="1362742"/>
                  <a:pt x="223647" y="1365314"/>
                </a:cubicBezTo>
                <a:lnTo>
                  <a:pt x="214503" y="1375505"/>
                </a:lnTo>
                <a:close/>
                <a:moveTo>
                  <a:pt x="1520285" y="1373696"/>
                </a:moveTo>
                <a:lnTo>
                  <a:pt x="1512475" y="1362456"/>
                </a:lnTo>
                <a:cubicBezTo>
                  <a:pt x="1518856" y="1357979"/>
                  <a:pt x="1525143" y="1353503"/>
                  <a:pt x="1531334" y="1348835"/>
                </a:cubicBezTo>
                <a:lnTo>
                  <a:pt x="1539526" y="1359789"/>
                </a:lnTo>
                <a:cubicBezTo>
                  <a:pt x="1533239" y="1364552"/>
                  <a:pt x="1526762" y="1369124"/>
                  <a:pt x="1520285" y="1373696"/>
                </a:cubicBezTo>
                <a:close/>
                <a:moveTo>
                  <a:pt x="1558290" y="1345311"/>
                </a:moveTo>
                <a:lnTo>
                  <a:pt x="1549717" y="1334643"/>
                </a:lnTo>
                <a:cubicBezTo>
                  <a:pt x="1555814" y="1329785"/>
                  <a:pt x="1561719" y="1324832"/>
                  <a:pt x="1567624" y="1319784"/>
                </a:cubicBezTo>
                <a:lnTo>
                  <a:pt x="1576578" y="1330166"/>
                </a:lnTo>
                <a:cubicBezTo>
                  <a:pt x="1570577" y="1335310"/>
                  <a:pt x="1564482" y="1340358"/>
                  <a:pt x="1558290" y="1345311"/>
                </a:cubicBezTo>
                <a:close/>
                <a:moveTo>
                  <a:pt x="180213" y="1342549"/>
                </a:moveTo>
                <a:cubicBezTo>
                  <a:pt x="174688" y="1336834"/>
                  <a:pt x="169354" y="1331119"/>
                  <a:pt x="164021" y="1325213"/>
                </a:cubicBezTo>
                <a:lnTo>
                  <a:pt x="174212" y="1316069"/>
                </a:lnTo>
                <a:cubicBezTo>
                  <a:pt x="179356" y="1321784"/>
                  <a:pt x="184690" y="1327499"/>
                  <a:pt x="190024" y="1333024"/>
                </a:cubicBezTo>
                <a:lnTo>
                  <a:pt x="180213" y="1342549"/>
                </a:lnTo>
                <a:close/>
                <a:moveTo>
                  <a:pt x="1594294" y="1314355"/>
                </a:moveTo>
                <a:lnTo>
                  <a:pt x="1584960" y="1304258"/>
                </a:lnTo>
                <a:cubicBezTo>
                  <a:pt x="1590675" y="1299020"/>
                  <a:pt x="1596199" y="1293590"/>
                  <a:pt x="1601724" y="1288161"/>
                </a:cubicBezTo>
                <a:lnTo>
                  <a:pt x="1611440" y="1297877"/>
                </a:lnTo>
                <a:cubicBezTo>
                  <a:pt x="1605820" y="1303496"/>
                  <a:pt x="1600105" y="1308926"/>
                  <a:pt x="1594294" y="1314355"/>
                </a:cubicBezTo>
                <a:close/>
                <a:moveTo>
                  <a:pt x="148495" y="1307306"/>
                </a:moveTo>
                <a:cubicBezTo>
                  <a:pt x="143447" y="1301210"/>
                  <a:pt x="138398" y="1295114"/>
                  <a:pt x="133540" y="1288828"/>
                </a:cubicBezTo>
                <a:lnTo>
                  <a:pt x="144304" y="1280446"/>
                </a:lnTo>
                <a:cubicBezTo>
                  <a:pt x="149066" y="1286542"/>
                  <a:pt x="153924" y="1292543"/>
                  <a:pt x="158877" y="1298543"/>
                </a:cubicBezTo>
                <a:lnTo>
                  <a:pt x="148399" y="1307306"/>
                </a:lnTo>
                <a:close/>
                <a:moveTo>
                  <a:pt x="1627918" y="1280827"/>
                </a:moveTo>
                <a:lnTo>
                  <a:pt x="1617821" y="1271492"/>
                </a:lnTo>
                <a:cubicBezTo>
                  <a:pt x="1623060" y="1265777"/>
                  <a:pt x="1628204" y="1260062"/>
                  <a:pt x="1633252" y="1254157"/>
                </a:cubicBezTo>
                <a:lnTo>
                  <a:pt x="1643634" y="1263015"/>
                </a:lnTo>
                <a:cubicBezTo>
                  <a:pt x="1638490" y="1269016"/>
                  <a:pt x="1633252" y="1274921"/>
                  <a:pt x="1627823" y="1280732"/>
                </a:cubicBezTo>
                <a:close/>
                <a:moveTo>
                  <a:pt x="119348" y="1269873"/>
                </a:moveTo>
                <a:cubicBezTo>
                  <a:pt x="114681" y="1263491"/>
                  <a:pt x="110204" y="1257014"/>
                  <a:pt x="105823" y="1250442"/>
                </a:cubicBezTo>
                <a:lnTo>
                  <a:pt x="117158" y="1242822"/>
                </a:lnTo>
                <a:cubicBezTo>
                  <a:pt x="121444" y="1249299"/>
                  <a:pt x="125921" y="1255585"/>
                  <a:pt x="130398" y="1261872"/>
                </a:cubicBezTo>
                <a:lnTo>
                  <a:pt x="119253" y="1269873"/>
                </a:lnTo>
                <a:close/>
                <a:moveTo>
                  <a:pt x="1658683" y="1244632"/>
                </a:moveTo>
                <a:lnTo>
                  <a:pt x="1647920" y="1236155"/>
                </a:lnTo>
                <a:cubicBezTo>
                  <a:pt x="1652683" y="1230059"/>
                  <a:pt x="1657255" y="1223867"/>
                  <a:pt x="1661827" y="1217581"/>
                </a:cubicBezTo>
                <a:lnTo>
                  <a:pt x="1672971" y="1225487"/>
                </a:lnTo>
                <a:cubicBezTo>
                  <a:pt x="1668399" y="1231964"/>
                  <a:pt x="1663637" y="1238250"/>
                  <a:pt x="1658779" y="1244537"/>
                </a:cubicBezTo>
                <a:close/>
                <a:moveTo>
                  <a:pt x="92964" y="1230439"/>
                </a:moveTo>
                <a:cubicBezTo>
                  <a:pt x="88773" y="1223677"/>
                  <a:pt x="84772" y="1216914"/>
                  <a:pt x="80867" y="1210056"/>
                </a:cubicBezTo>
                <a:lnTo>
                  <a:pt x="92774" y="1203293"/>
                </a:lnTo>
                <a:cubicBezTo>
                  <a:pt x="96583" y="1210056"/>
                  <a:pt x="100584" y="1216724"/>
                  <a:pt x="104680" y="1223296"/>
                </a:cubicBezTo>
                <a:lnTo>
                  <a:pt x="93059" y="1230535"/>
                </a:lnTo>
                <a:close/>
                <a:moveTo>
                  <a:pt x="1686306" y="1205960"/>
                </a:moveTo>
                <a:lnTo>
                  <a:pt x="1674781" y="1198531"/>
                </a:lnTo>
                <a:cubicBezTo>
                  <a:pt x="1677257" y="1194721"/>
                  <a:pt x="1679639" y="1190911"/>
                  <a:pt x="1682020" y="1187006"/>
                </a:cubicBezTo>
                <a:cubicBezTo>
                  <a:pt x="1683734" y="1184243"/>
                  <a:pt x="1685354" y="1181481"/>
                  <a:pt x="1686973" y="1178814"/>
                </a:cubicBezTo>
                <a:lnTo>
                  <a:pt x="1698784" y="1185767"/>
                </a:lnTo>
                <a:cubicBezTo>
                  <a:pt x="1697165" y="1188625"/>
                  <a:pt x="1695450" y="1191387"/>
                  <a:pt x="1693735" y="1194245"/>
                </a:cubicBezTo>
                <a:cubicBezTo>
                  <a:pt x="1691354" y="1198245"/>
                  <a:pt x="1688783" y="1202150"/>
                  <a:pt x="1686306" y="1206056"/>
                </a:cubicBezTo>
                <a:close/>
                <a:moveTo>
                  <a:pt x="69437" y="1189196"/>
                </a:moveTo>
                <a:cubicBezTo>
                  <a:pt x="65722" y="1182148"/>
                  <a:pt x="62198" y="1175099"/>
                  <a:pt x="58865" y="1167956"/>
                </a:cubicBezTo>
                <a:lnTo>
                  <a:pt x="71247" y="1162050"/>
                </a:lnTo>
                <a:cubicBezTo>
                  <a:pt x="74581" y="1169003"/>
                  <a:pt x="78010" y="1175957"/>
                  <a:pt x="81629" y="1182814"/>
                </a:cubicBezTo>
                <a:lnTo>
                  <a:pt x="69533" y="1189196"/>
                </a:lnTo>
                <a:close/>
                <a:moveTo>
                  <a:pt x="1710404" y="1164908"/>
                </a:moveTo>
                <a:lnTo>
                  <a:pt x="1698308" y="1158526"/>
                </a:lnTo>
                <a:cubicBezTo>
                  <a:pt x="1701927" y="1151668"/>
                  <a:pt x="1705356" y="1144714"/>
                  <a:pt x="1708594" y="1137761"/>
                </a:cubicBezTo>
                <a:lnTo>
                  <a:pt x="1720977" y="1143572"/>
                </a:lnTo>
                <a:cubicBezTo>
                  <a:pt x="1717643" y="1150715"/>
                  <a:pt x="1714119" y="1157859"/>
                  <a:pt x="1710404" y="1164908"/>
                </a:cubicBezTo>
                <a:close/>
                <a:moveTo>
                  <a:pt x="48958" y="1146429"/>
                </a:moveTo>
                <a:cubicBezTo>
                  <a:pt x="45816" y="1139190"/>
                  <a:pt x="42767" y="1131856"/>
                  <a:pt x="39910" y="1124426"/>
                </a:cubicBezTo>
                <a:lnTo>
                  <a:pt x="52673" y="1119473"/>
                </a:lnTo>
                <a:cubicBezTo>
                  <a:pt x="55435" y="1126712"/>
                  <a:pt x="58388" y="1133856"/>
                  <a:pt x="61436" y="1141000"/>
                </a:cubicBezTo>
                <a:lnTo>
                  <a:pt x="48863" y="1146429"/>
                </a:lnTo>
                <a:close/>
                <a:moveTo>
                  <a:pt x="1730598" y="1121855"/>
                </a:moveTo>
                <a:lnTo>
                  <a:pt x="1717929" y="1116616"/>
                </a:lnTo>
                <a:cubicBezTo>
                  <a:pt x="1720882" y="1109472"/>
                  <a:pt x="1723739" y="1102233"/>
                  <a:pt x="1726407" y="1094994"/>
                </a:cubicBezTo>
                <a:lnTo>
                  <a:pt x="1739265" y="1099757"/>
                </a:lnTo>
                <a:cubicBezTo>
                  <a:pt x="1736503" y="1107186"/>
                  <a:pt x="1733645" y="1114616"/>
                  <a:pt x="1730598" y="1121950"/>
                </a:cubicBezTo>
                <a:close/>
                <a:moveTo>
                  <a:pt x="31813" y="1102138"/>
                </a:moveTo>
                <a:cubicBezTo>
                  <a:pt x="29242" y="1094613"/>
                  <a:pt x="26765" y="1087088"/>
                  <a:pt x="24479" y="1079564"/>
                </a:cubicBezTo>
                <a:lnTo>
                  <a:pt x="37624" y="1075563"/>
                </a:lnTo>
                <a:cubicBezTo>
                  <a:pt x="39814" y="1082993"/>
                  <a:pt x="42196" y="1090327"/>
                  <a:pt x="44767" y="1097661"/>
                </a:cubicBezTo>
                <a:lnTo>
                  <a:pt x="31813" y="1102138"/>
                </a:lnTo>
                <a:close/>
                <a:moveTo>
                  <a:pt x="1746980" y="1077278"/>
                </a:moveTo>
                <a:lnTo>
                  <a:pt x="1733931" y="1073087"/>
                </a:lnTo>
                <a:cubicBezTo>
                  <a:pt x="1736312" y="1065752"/>
                  <a:pt x="1738503" y="1058323"/>
                  <a:pt x="1740503" y="1050893"/>
                </a:cubicBezTo>
                <a:lnTo>
                  <a:pt x="1753743" y="1054513"/>
                </a:lnTo>
                <a:cubicBezTo>
                  <a:pt x="1751648" y="1062133"/>
                  <a:pt x="1749362" y="1069753"/>
                  <a:pt x="1746980" y="1077278"/>
                </a:cubicBezTo>
                <a:close/>
                <a:moveTo>
                  <a:pt x="18097" y="1056608"/>
                </a:moveTo>
                <a:cubicBezTo>
                  <a:pt x="16097" y="1048893"/>
                  <a:pt x="14288" y="1041273"/>
                  <a:pt x="12573" y="1033463"/>
                </a:cubicBezTo>
                <a:lnTo>
                  <a:pt x="26003" y="1030605"/>
                </a:lnTo>
                <a:cubicBezTo>
                  <a:pt x="27622" y="1038130"/>
                  <a:pt x="29432" y="1045655"/>
                  <a:pt x="31337" y="1053179"/>
                </a:cubicBezTo>
                <a:lnTo>
                  <a:pt x="18097" y="1056608"/>
                </a:lnTo>
                <a:close/>
                <a:moveTo>
                  <a:pt x="1759553" y="1031462"/>
                </a:moveTo>
                <a:lnTo>
                  <a:pt x="1746218" y="1028319"/>
                </a:lnTo>
                <a:cubicBezTo>
                  <a:pt x="1747933" y="1020794"/>
                  <a:pt x="1749552" y="1013174"/>
                  <a:pt x="1750981" y="1005650"/>
                </a:cubicBezTo>
                <a:lnTo>
                  <a:pt x="1764411" y="1008221"/>
                </a:lnTo>
                <a:cubicBezTo>
                  <a:pt x="1762887" y="1016032"/>
                  <a:pt x="1761268" y="1023747"/>
                  <a:pt x="1759458" y="1031462"/>
                </a:cubicBezTo>
                <a:close/>
                <a:moveTo>
                  <a:pt x="8096" y="1010222"/>
                </a:moveTo>
                <a:cubicBezTo>
                  <a:pt x="6763" y="1002411"/>
                  <a:pt x="5525" y="994601"/>
                  <a:pt x="4572" y="986695"/>
                </a:cubicBezTo>
                <a:lnTo>
                  <a:pt x="18193" y="984885"/>
                </a:lnTo>
                <a:cubicBezTo>
                  <a:pt x="19145" y="992600"/>
                  <a:pt x="20384" y="1000220"/>
                  <a:pt x="21622" y="1007840"/>
                </a:cubicBezTo>
                <a:lnTo>
                  <a:pt x="8096" y="1010126"/>
                </a:lnTo>
                <a:close/>
                <a:moveTo>
                  <a:pt x="1768412" y="984790"/>
                </a:moveTo>
                <a:lnTo>
                  <a:pt x="1754886" y="982694"/>
                </a:lnTo>
                <a:cubicBezTo>
                  <a:pt x="1756029" y="975074"/>
                  <a:pt x="1757077" y="967359"/>
                  <a:pt x="1757934" y="959644"/>
                </a:cubicBezTo>
                <a:lnTo>
                  <a:pt x="1771555" y="961263"/>
                </a:lnTo>
                <a:cubicBezTo>
                  <a:pt x="1770602" y="969169"/>
                  <a:pt x="1769555" y="976979"/>
                  <a:pt x="1768412" y="984790"/>
                </a:cubicBezTo>
                <a:close/>
                <a:moveTo>
                  <a:pt x="2000" y="963073"/>
                </a:moveTo>
                <a:cubicBezTo>
                  <a:pt x="1334" y="955167"/>
                  <a:pt x="762" y="947261"/>
                  <a:pt x="476" y="939355"/>
                </a:cubicBezTo>
                <a:lnTo>
                  <a:pt x="14192" y="938784"/>
                </a:lnTo>
                <a:cubicBezTo>
                  <a:pt x="14478" y="946499"/>
                  <a:pt x="15050" y="954214"/>
                  <a:pt x="15716" y="961930"/>
                </a:cubicBezTo>
                <a:lnTo>
                  <a:pt x="2096" y="963073"/>
                </a:lnTo>
                <a:close/>
                <a:moveTo>
                  <a:pt x="1773936" y="937641"/>
                </a:moveTo>
                <a:lnTo>
                  <a:pt x="1760316" y="936593"/>
                </a:lnTo>
                <a:cubicBezTo>
                  <a:pt x="1760887" y="928878"/>
                  <a:pt x="1761363" y="921163"/>
                  <a:pt x="1761744" y="913352"/>
                </a:cubicBezTo>
                <a:lnTo>
                  <a:pt x="1775460" y="914019"/>
                </a:lnTo>
                <a:cubicBezTo>
                  <a:pt x="1775079" y="921925"/>
                  <a:pt x="1774603" y="929830"/>
                  <a:pt x="1774032" y="937641"/>
                </a:cubicBezTo>
                <a:close/>
                <a:moveTo>
                  <a:pt x="13716" y="915543"/>
                </a:moveTo>
                <a:lnTo>
                  <a:pt x="0" y="915543"/>
                </a:lnTo>
                <a:cubicBezTo>
                  <a:pt x="0" y="907637"/>
                  <a:pt x="190" y="899636"/>
                  <a:pt x="571" y="891730"/>
                </a:cubicBezTo>
                <a:lnTo>
                  <a:pt x="14288" y="892397"/>
                </a:lnTo>
                <a:cubicBezTo>
                  <a:pt x="13906" y="900113"/>
                  <a:pt x="13716" y="907828"/>
                  <a:pt x="13716" y="915543"/>
                </a:cubicBezTo>
                <a:close/>
                <a:moveTo>
                  <a:pt x="1776031" y="890302"/>
                </a:moveTo>
                <a:lnTo>
                  <a:pt x="1762315" y="890111"/>
                </a:lnTo>
                <a:cubicBezTo>
                  <a:pt x="1762315" y="887254"/>
                  <a:pt x="1762315" y="884396"/>
                  <a:pt x="1762315" y="881539"/>
                </a:cubicBezTo>
                <a:cubicBezTo>
                  <a:pt x="1762315" y="876586"/>
                  <a:pt x="1762315" y="871728"/>
                  <a:pt x="1762125" y="866775"/>
                </a:cubicBezTo>
                <a:lnTo>
                  <a:pt x="1775841" y="866489"/>
                </a:lnTo>
                <a:cubicBezTo>
                  <a:pt x="1775936" y="871538"/>
                  <a:pt x="1776031" y="876491"/>
                  <a:pt x="1776031" y="881539"/>
                </a:cubicBezTo>
                <a:cubicBezTo>
                  <a:pt x="1776031" y="884492"/>
                  <a:pt x="1776031" y="887349"/>
                  <a:pt x="1776031" y="890207"/>
                </a:cubicBezTo>
                <a:close/>
                <a:moveTo>
                  <a:pt x="15907" y="869347"/>
                </a:moveTo>
                <a:lnTo>
                  <a:pt x="2286" y="868013"/>
                </a:lnTo>
                <a:cubicBezTo>
                  <a:pt x="3048" y="860108"/>
                  <a:pt x="4001" y="852202"/>
                  <a:pt x="5144" y="844391"/>
                </a:cubicBezTo>
                <a:lnTo>
                  <a:pt x="18669" y="846392"/>
                </a:lnTo>
                <a:cubicBezTo>
                  <a:pt x="17526" y="854011"/>
                  <a:pt x="16669" y="861727"/>
                  <a:pt x="15907" y="869347"/>
                </a:cubicBezTo>
                <a:close/>
                <a:moveTo>
                  <a:pt x="1761363" y="843629"/>
                </a:moveTo>
                <a:cubicBezTo>
                  <a:pt x="1760982" y="835914"/>
                  <a:pt x="1760410" y="828104"/>
                  <a:pt x="1759839" y="820388"/>
                </a:cubicBezTo>
                <a:lnTo>
                  <a:pt x="1773460" y="819245"/>
                </a:lnTo>
                <a:cubicBezTo>
                  <a:pt x="1774126" y="827151"/>
                  <a:pt x="1774603" y="834961"/>
                  <a:pt x="1775079" y="842867"/>
                </a:cubicBezTo>
                <a:lnTo>
                  <a:pt x="1761363" y="843534"/>
                </a:lnTo>
                <a:close/>
                <a:moveTo>
                  <a:pt x="22479" y="823436"/>
                </a:moveTo>
                <a:lnTo>
                  <a:pt x="9049" y="820865"/>
                </a:lnTo>
                <a:cubicBezTo>
                  <a:pt x="10573" y="813054"/>
                  <a:pt x="12287" y="805339"/>
                  <a:pt x="14097" y="797624"/>
                </a:cubicBezTo>
                <a:lnTo>
                  <a:pt x="27432" y="800862"/>
                </a:lnTo>
                <a:cubicBezTo>
                  <a:pt x="25622" y="808387"/>
                  <a:pt x="24003" y="815911"/>
                  <a:pt x="22479" y="823532"/>
                </a:cubicBezTo>
                <a:close/>
                <a:moveTo>
                  <a:pt x="1757553" y="797243"/>
                </a:moveTo>
                <a:cubicBezTo>
                  <a:pt x="1756696" y="789527"/>
                  <a:pt x="1755743" y="781812"/>
                  <a:pt x="1754600" y="774097"/>
                </a:cubicBezTo>
                <a:lnTo>
                  <a:pt x="1768126" y="772192"/>
                </a:lnTo>
                <a:cubicBezTo>
                  <a:pt x="1769269" y="780002"/>
                  <a:pt x="1770221" y="787813"/>
                  <a:pt x="1771079" y="795719"/>
                </a:cubicBezTo>
                <a:lnTo>
                  <a:pt x="1757458" y="797243"/>
                </a:lnTo>
                <a:close/>
                <a:moveTo>
                  <a:pt x="33433" y="778478"/>
                </a:moveTo>
                <a:lnTo>
                  <a:pt x="20288" y="774668"/>
                </a:lnTo>
                <a:cubicBezTo>
                  <a:pt x="22479" y="767048"/>
                  <a:pt x="24860" y="759524"/>
                  <a:pt x="27432" y="751999"/>
                </a:cubicBezTo>
                <a:lnTo>
                  <a:pt x="40386" y="756476"/>
                </a:lnTo>
                <a:cubicBezTo>
                  <a:pt x="37910" y="763810"/>
                  <a:pt x="35528" y="771144"/>
                  <a:pt x="33433" y="778574"/>
                </a:cubicBezTo>
                <a:close/>
                <a:moveTo>
                  <a:pt x="1751076" y="751046"/>
                </a:moveTo>
                <a:cubicBezTo>
                  <a:pt x="1749742" y="743426"/>
                  <a:pt x="1748314" y="735711"/>
                  <a:pt x="1746885" y="728186"/>
                </a:cubicBezTo>
                <a:lnTo>
                  <a:pt x="1760316" y="725519"/>
                </a:lnTo>
                <a:cubicBezTo>
                  <a:pt x="1761839" y="733234"/>
                  <a:pt x="1763268" y="741045"/>
                  <a:pt x="1764601" y="748760"/>
                </a:cubicBezTo>
                <a:lnTo>
                  <a:pt x="1751076" y="751046"/>
                </a:lnTo>
                <a:close/>
                <a:moveTo>
                  <a:pt x="48387" y="734568"/>
                </a:moveTo>
                <a:lnTo>
                  <a:pt x="35623" y="729520"/>
                </a:lnTo>
                <a:cubicBezTo>
                  <a:pt x="38576" y="722186"/>
                  <a:pt x="41624" y="714851"/>
                  <a:pt x="44863" y="707612"/>
                </a:cubicBezTo>
                <a:lnTo>
                  <a:pt x="57340" y="713232"/>
                </a:lnTo>
                <a:cubicBezTo>
                  <a:pt x="54198" y="720281"/>
                  <a:pt x="51149" y="727424"/>
                  <a:pt x="48387" y="734568"/>
                </a:cubicBezTo>
                <a:close/>
                <a:moveTo>
                  <a:pt x="1741932" y="705422"/>
                </a:moveTo>
                <a:cubicBezTo>
                  <a:pt x="1740217" y="697802"/>
                  <a:pt x="1738408" y="690277"/>
                  <a:pt x="1736408" y="682752"/>
                </a:cubicBezTo>
                <a:lnTo>
                  <a:pt x="1749648" y="679323"/>
                </a:lnTo>
                <a:cubicBezTo>
                  <a:pt x="1751648" y="686943"/>
                  <a:pt x="1753457" y="694658"/>
                  <a:pt x="1755267" y="702374"/>
                </a:cubicBezTo>
                <a:lnTo>
                  <a:pt x="1741932" y="705422"/>
                </a:lnTo>
                <a:close/>
                <a:moveTo>
                  <a:pt x="67342" y="692277"/>
                </a:moveTo>
                <a:lnTo>
                  <a:pt x="55054" y="686086"/>
                </a:lnTo>
                <a:cubicBezTo>
                  <a:pt x="58579" y="679037"/>
                  <a:pt x="62389" y="671989"/>
                  <a:pt x="66199" y="665036"/>
                </a:cubicBezTo>
                <a:lnTo>
                  <a:pt x="78105" y="671703"/>
                </a:lnTo>
                <a:cubicBezTo>
                  <a:pt x="74295" y="678466"/>
                  <a:pt x="70676" y="685229"/>
                  <a:pt x="67247" y="692182"/>
                </a:cubicBezTo>
                <a:close/>
                <a:moveTo>
                  <a:pt x="1730407" y="660273"/>
                </a:moveTo>
                <a:cubicBezTo>
                  <a:pt x="1728311" y="652748"/>
                  <a:pt x="1726025" y="645319"/>
                  <a:pt x="1723739" y="637984"/>
                </a:cubicBezTo>
                <a:lnTo>
                  <a:pt x="1736789" y="633889"/>
                </a:lnTo>
                <a:cubicBezTo>
                  <a:pt x="1739170" y="641413"/>
                  <a:pt x="1741456" y="648938"/>
                  <a:pt x="1743551" y="656558"/>
                </a:cubicBezTo>
                <a:lnTo>
                  <a:pt x="1730407" y="660273"/>
                </a:lnTo>
                <a:close/>
                <a:moveTo>
                  <a:pt x="90011" y="651986"/>
                </a:moveTo>
                <a:lnTo>
                  <a:pt x="78391" y="644747"/>
                </a:lnTo>
                <a:cubicBezTo>
                  <a:pt x="82582" y="637984"/>
                  <a:pt x="86963" y="631412"/>
                  <a:pt x="91440" y="624840"/>
                </a:cubicBezTo>
                <a:lnTo>
                  <a:pt x="102679" y="632651"/>
                </a:lnTo>
                <a:cubicBezTo>
                  <a:pt x="98298" y="639032"/>
                  <a:pt x="94012" y="645414"/>
                  <a:pt x="89916" y="651986"/>
                </a:cubicBezTo>
                <a:close/>
                <a:moveTo>
                  <a:pt x="1716405" y="615791"/>
                </a:moveTo>
                <a:cubicBezTo>
                  <a:pt x="1713834" y="608457"/>
                  <a:pt x="1711262" y="601123"/>
                  <a:pt x="1708594" y="593884"/>
                </a:cubicBezTo>
                <a:lnTo>
                  <a:pt x="1721453" y="589121"/>
                </a:lnTo>
                <a:cubicBezTo>
                  <a:pt x="1724215" y="596456"/>
                  <a:pt x="1726883" y="603885"/>
                  <a:pt x="1729454" y="611410"/>
                </a:cubicBezTo>
                <a:lnTo>
                  <a:pt x="1716500" y="615886"/>
                </a:lnTo>
                <a:close/>
                <a:moveTo>
                  <a:pt x="116396" y="613886"/>
                </a:moveTo>
                <a:lnTo>
                  <a:pt x="105537" y="605600"/>
                </a:lnTo>
                <a:cubicBezTo>
                  <a:pt x="110395" y="599313"/>
                  <a:pt x="115348" y="593122"/>
                  <a:pt x="120396" y="587026"/>
                </a:cubicBezTo>
                <a:lnTo>
                  <a:pt x="130874" y="595884"/>
                </a:lnTo>
                <a:cubicBezTo>
                  <a:pt x="125921" y="601790"/>
                  <a:pt x="121063" y="607790"/>
                  <a:pt x="116396" y="613982"/>
                </a:cubicBezTo>
                <a:close/>
                <a:moveTo>
                  <a:pt x="146209" y="578453"/>
                </a:moveTo>
                <a:lnTo>
                  <a:pt x="136208" y="569119"/>
                </a:lnTo>
                <a:cubicBezTo>
                  <a:pt x="141637" y="563309"/>
                  <a:pt x="147161" y="557594"/>
                  <a:pt x="152876" y="552069"/>
                </a:cubicBezTo>
                <a:lnTo>
                  <a:pt x="162401" y="561880"/>
                </a:lnTo>
                <a:cubicBezTo>
                  <a:pt x="156877" y="567214"/>
                  <a:pt x="151447" y="572738"/>
                  <a:pt x="146209" y="578453"/>
                </a:cubicBezTo>
                <a:close/>
                <a:moveTo>
                  <a:pt x="1700308" y="571976"/>
                </a:moveTo>
                <a:cubicBezTo>
                  <a:pt x="1697546" y="564737"/>
                  <a:pt x="1694688" y="557403"/>
                  <a:pt x="1691831" y="550164"/>
                </a:cubicBezTo>
                <a:lnTo>
                  <a:pt x="1704594" y="545116"/>
                </a:lnTo>
                <a:cubicBezTo>
                  <a:pt x="1707451" y="552450"/>
                  <a:pt x="1710309" y="559784"/>
                  <a:pt x="1713071" y="567023"/>
                </a:cubicBezTo>
                <a:lnTo>
                  <a:pt x="1700308" y="571881"/>
                </a:lnTo>
                <a:close/>
                <a:moveTo>
                  <a:pt x="179260" y="546163"/>
                </a:moveTo>
                <a:lnTo>
                  <a:pt x="170212" y="535877"/>
                </a:lnTo>
                <a:cubicBezTo>
                  <a:pt x="176213" y="530638"/>
                  <a:pt x="182308" y="525494"/>
                  <a:pt x="188500" y="520636"/>
                </a:cubicBezTo>
                <a:lnTo>
                  <a:pt x="196977" y="531400"/>
                </a:lnTo>
                <a:cubicBezTo>
                  <a:pt x="190976" y="536162"/>
                  <a:pt x="184976" y="541115"/>
                  <a:pt x="179260" y="546259"/>
                </a:cubicBezTo>
                <a:close/>
                <a:moveTo>
                  <a:pt x="1683163" y="528352"/>
                </a:moveTo>
                <a:cubicBezTo>
                  <a:pt x="1680210" y="521113"/>
                  <a:pt x="1677257" y="513874"/>
                  <a:pt x="1674305" y="506730"/>
                </a:cubicBezTo>
                <a:lnTo>
                  <a:pt x="1686973" y="501491"/>
                </a:lnTo>
                <a:cubicBezTo>
                  <a:pt x="1690021" y="508730"/>
                  <a:pt x="1692974" y="515969"/>
                  <a:pt x="1695926" y="523304"/>
                </a:cubicBezTo>
                <a:lnTo>
                  <a:pt x="1683258" y="528447"/>
                </a:lnTo>
                <a:close/>
                <a:moveTo>
                  <a:pt x="215551" y="517493"/>
                </a:moveTo>
                <a:lnTo>
                  <a:pt x="207645" y="506349"/>
                </a:lnTo>
                <a:cubicBezTo>
                  <a:pt x="214122" y="501777"/>
                  <a:pt x="220790" y="497300"/>
                  <a:pt x="227457" y="493109"/>
                </a:cubicBezTo>
                <a:lnTo>
                  <a:pt x="234791" y="504730"/>
                </a:lnTo>
                <a:cubicBezTo>
                  <a:pt x="228314" y="508825"/>
                  <a:pt x="221837" y="513112"/>
                  <a:pt x="215551" y="517588"/>
                </a:cubicBezTo>
                <a:close/>
                <a:moveTo>
                  <a:pt x="254699" y="492919"/>
                </a:moveTo>
                <a:lnTo>
                  <a:pt x="248031" y="480917"/>
                </a:lnTo>
                <a:cubicBezTo>
                  <a:pt x="254984" y="477012"/>
                  <a:pt x="262128" y="473392"/>
                  <a:pt x="269272" y="469963"/>
                </a:cubicBezTo>
                <a:lnTo>
                  <a:pt x="275177" y="482251"/>
                </a:lnTo>
                <a:cubicBezTo>
                  <a:pt x="268319" y="485584"/>
                  <a:pt x="261366" y="489109"/>
                  <a:pt x="254699" y="492919"/>
                </a:cubicBezTo>
                <a:close/>
                <a:moveTo>
                  <a:pt x="1665160" y="485204"/>
                </a:moveTo>
                <a:cubicBezTo>
                  <a:pt x="1662113" y="478060"/>
                  <a:pt x="1658969" y="470916"/>
                  <a:pt x="1655826" y="463772"/>
                </a:cubicBezTo>
                <a:lnTo>
                  <a:pt x="1668304" y="458248"/>
                </a:lnTo>
                <a:cubicBezTo>
                  <a:pt x="1671447" y="465392"/>
                  <a:pt x="1674685" y="472631"/>
                  <a:pt x="1677733" y="479869"/>
                </a:cubicBezTo>
                <a:lnTo>
                  <a:pt x="1665160" y="485299"/>
                </a:lnTo>
                <a:close/>
                <a:moveTo>
                  <a:pt x="296228" y="472821"/>
                </a:moveTo>
                <a:lnTo>
                  <a:pt x="290989" y="460153"/>
                </a:lnTo>
                <a:cubicBezTo>
                  <a:pt x="298323" y="457105"/>
                  <a:pt x="305753" y="454247"/>
                  <a:pt x="313182" y="451580"/>
                </a:cubicBezTo>
                <a:lnTo>
                  <a:pt x="317754" y="464439"/>
                </a:lnTo>
                <a:cubicBezTo>
                  <a:pt x="310515" y="467011"/>
                  <a:pt x="303276" y="469773"/>
                  <a:pt x="296132" y="472726"/>
                </a:cubicBezTo>
                <a:close/>
                <a:moveTo>
                  <a:pt x="339852" y="457295"/>
                </a:moveTo>
                <a:lnTo>
                  <a:pt x="335851" y="444151"/>
                </a:lnTo>
                <a:cubicBezTo>
                  <a:pt x="343376" y="441865"/>
                  <a:pt x="350996" y="439674"/>
                  <a:pt x="358712" y="437674"/>
                </a:cubicBezTo>
                <a:lnTo>
                  <a:pt x="362236" y="450913"/>
                </a:lnTo>
                <a:cubicBezTo>
                  <a:pt x="354711" y="452914"/>
                  <a:pt x="347281" y="455009"/>
                  <a:pt x="339852" y="457295"/>
                </a:cubicBezTo>
                <a:close/>
                <a:moveTo>
                  <a:pt x="384810" y="445389"/>
                </a:moveTo>
                <a:lnTo>
                  <a:pt x="381762" y="432054"/>
                </a:lnTo>
                <a:cubicBezTo>
                  <a:pt x="389477" y="430244"/>
                  <a:pt x="397192" y="428625"/>
                  <a:pt x="404908" y="427101"/>
                </a:cubicBezTo>
                <a:lnTo>
                  <a:pt x="407575" y="440531"/>
                </a:lnTo>
                <a:cubicBezTo>
                  <a:pt x="399955" y="442055"/>
                  <a:pt x="392335" y="443675"/>
                  <a:pt x="384810" y="445389"/>
                </a:cubicBezTo>
                <a:close/>
                <a:moveTo>
                  <a:pt x="1646206" y="442436"/>
                </a:moveTo>
                <a:cubicBezTo>
                  <a:pt x="1642968" y="435388"/>
                  <a:pt x="1639633" y="428339"/>
                  <a:pt x="1636300" y="421291"/>
                </a:cubicBezTo>
                <a:lnTo>
                  <a:pt x="1648682" y="415385"/>
                </a:lnTo>
                <a:cubicBezTo>
                  <a:pt x="1652111" y="422434"/>
                  <a:pt x="1655445" y="429578"/>
                  <a:pt x="1658683" y="436721"/>
                </a:cubicBezTo>
                <a:lnTo>
                  <a:pt x="1646206" y="442436"/>
                </a:lnTo>
                <a:close/>
                <a:moveTo>
                  <a:pt x="430530" y="436150"/>
                </a:moveTo>
                <a:lnTo>
                  <a:pt x="428149" y="422624"/>
                </a:lnTo>
                <a:cubicBezTo>
                  <a:pt x="435864" y="421291"/>
                  <a:pt x="443674" y="419957"/>
                  <a:pt x="451390" y="418719"/>
                </a:cubicBezTo>
                <a:lnTo>
                  <a:pt x="453581" y="432244"/>
                </a:lnTo>
                <a:cubicBezTo>
                  <a:pt x="445866" y="433483"/>
                  <a:pt x="438150" y="434816"/>
                  <a:pt x="430530" y="436150"/>
                </a:cubicBezTo>
                <a:close/>
                <a:moveTo>
                  <a:pt x="476726" y="428720"/>
                </a:moveTo>
                <a:lnTo>
                  <a:pt x="474726" y="415195"/>
                </a:lnTo>
                <a:cubicBezTo>
                  <a:pt x="482441" y="414052"/>
                  <a:pt x="490252" y="412909"/>
                  <a:pt x="498062" y="411861"/>
                </a:cubicBezTo>
                <a:lnTo>
                  <a:pt x="499967" y="425386"/>
                </a:lnTo>
                <a:cubicBezTo>
                  <a:pt x="492252" y="426530"/>
                  <a:pt x="484537" y="427577"/>
                  <a:pt x="476726" y="428720"/>
                </a:cubicBezTo>
                <a:close/>
                <a:moveTo>
                  <a:pt x="523208" y="422053"/>
                </a:moveTo>
                <a:lnTo>
                  <a:pt x="521303" y="408527"/>
                </a:lnTo>
                <a:lnTo>
                  <a:pt x="544544" y="405194"/>
                </a:lnTo>
                <a:lnTo>
                  <a:pt x="546544" y="418719"/>
                </a:lnTo>
                <a:lnTo>
                  <a:pt x="523304" y="422053"/>
                </a:lnTo>
                <a:close/>
                <a:moveTo>
                  <a:pt x="569785" y="415290"/>
                </a:moveTo>
                <a:lnTo>
                  <a:pt x="567690" y="401765"/>
                </a:lnTo>
                <a:cubicBezTo>
                  <a:pt x="575405" y="400621"/>
                  <a:pt x="583121" y="399383"/>
                  <a:pt x="590740" y="398050"/>
                </a:cubicBezTo>
                <a:lnTo>
                  <a:pt x="593026" y="411575"/>
                </a:lnTo>
                <a:cubicBezTo>
                  <a:pt x="585311" y="412909"/>
                  <a:pt x="577501" y="414147"/>
                  <a:pt x="569785" y="415290"/>
                </a:cubicBezTo>
                <a:close/>
                <a:moveTo>
                  <a:pt x="616267" y="407480"/>
                </a:moveTo>
                <a:lnTo>
                  <a:pt x="613696" y="394049"/>
                </a:lnTo>
                <a:cubicBezTo>
                  <a:pt x="621316" y="392621"/>
                  <a:pt x="628936" y="391096"/>
                  <a:pt x="636556" y="389477"/>
                </a:cubicBezTo>
                <a:lnTo>
                  <a:pt x="639413" y="402908"/>
                </a:lnTo>
                <a:cubicBezTo>
                  <a:pt x="631698" y="404527"/>
                  <a:pt x="623983" y="406146"/>
                  <a:pt x="616267" y="407575"/>
                </a:cubicBezTo>
                <a:close/>
                <a:moveTo>
                  <a:pt x="1625917" y="400240"/>
                </a:moveTo>
                <a:cubicBezTo>
                  <a:pt x="1622393" y="393287"/>
                  <a:pt x="1618869" y="386334"/>
                  <a:pt x="1615249" y="379381"/>
                </a:cubicBezTo>
                <a:lnTo>
                  <a:pt x="1627346" y="372999"/>
                </a:lnTo>
                <a:cubicBezTo>
                  <a:pt x="1630966" y="379952"/>
                  <a:pt x="1634585" y="387001"/>
                  <a:pt x="1638110" y="394049"/>
                </a:cubicBezTo>
                <a:lnTo>
                  <a:pt x="1625823" y="400145"/>
                </a:lnTo>
                <a:close/>
                <a:moveTo>
                  <a:pt x="662464" y="397383"/>
                </a:moveTo>
                <a:lnTo>
                  <a:pt x="659130" y="384048"/>
                </a:lnTo>
                <a:cubicBezTo>
                  <a:pt x="666655" y="382143"/>
                  <a:pt x="674084" y="380143"/>
                  <a:pt x="681514" y="378047"/>
                </a:cubicBezTo>
                <a:lnTo>
                  <a:pt x="685324" y="391192"/>
                </a:lnTo>
                <a:cubicBezTo>
                  <a:pt x="677799" y="393383"/>
                  <a:pt x="670084" y="395478"/>
                  <a:pt x="662464" y="397383"/>
                </a:cubicBezTo>
                <a:close/>
                <a:moveTo>
                  <a:pt x="708088" y="384143"/>
                </a:moveTo>
                <a:lnTo>
                  <a:pt x="703707" y="371189"/>
                </a:lnTo>
                <a:cubicBezTo>
                  <a:pt x="711041" y="368713"/>
                  <a:pt x="718280" y="366046"/>
                  <a:pt x="725424" y="363284"/>
                </a:cubicBezTo>
                <a:lnTo>
                  <a:pt x="730473" y="376047"/>
                </a:lnTo>
                <a:cubicBezTo>
                  <a:pt x="723138" y="379000"/>
                  <a:pt x="715613" y="381667"/>
                  <a:pt x="708088" y="384238"/>
                </a:cubicBezTo>
                <a:close/>
                <a:moveTo>
                  <a:pt x="752380" y="366522"/>
                </a:moveTo>
                <a:lnTo>
                  <a:pt x="746569" y="354140"/>
                </a:lnTo>
                <a:cubicBezTo>
                  <a:pt x="753618" y="350806"/>
                  <a:pt x="760571" y="347377"/>
                  <a:pt x="767144" y="343757"/>
                </a:cubicBezTo>
                <a:lnTo>
                  <a:pt x="773716" y="355759"/>
                </a:lnTo>
                <a:cubicBezTo>
                  <a:pt x="766858" y="359473"/>
                  <a:pt x="759714" y="363093"/>
                  <a:pt x="752380" y="366522"/>
                </a:cubicBezTo>
                <a:close/>
                <a:moveTo>
                  <a:pt x="1604296" y="358807"/>
                </a:moveTo>
                <a:cubicBezTo>
                  <a:pt x="1600581" y="351949"/>
                  <a:pt x="1596771" y="345186"/>
                  <a:pt x="1592866" y="338423"/>
                </a:cubicBezTo>
                <a:lnTo>
                  <a:pt x="1604772" y="331565"/>
                </a:lnTo>
                <a:cubicBezTo>
                  <a:pt x="1608677" y="338423"/>
                  <a:pt x="1612583" y="345281"/>
                  <a:pt x="1616298" y="352234"/>
                </a:cubicBezTo>
                <a:lnTo>
                  <a:pt x="1604296" y="358807"/>
                </a:lnTo>
                <a:close/>
                <a:moveTo>
                  <a:pt x="794385" y="343757"/>
                </a:moveTo>
                <a:lnTo>
                  <a:pt x="787051" y="332137"/>
                </a:lnTo>
                <a:cubicBezTo>
                  <a:pt x="792385" y="328708"/>
                  <a:pt x="797719" y="325184"/>
                  <a:pt x="802958" y="321373"/>
                </a:cubicBezTo>
                <a:lnTo>
                  <a:pt x="806006" y="319183"/>
                </a:lnTo>
                <a:lnTo>
                  <a:pt x="814102" y="330232"/>
                </a:lnTo>
                <a:lnTo>
                  <a:pt x="810863" y="332518"/>
                </a:lnTo>
                <a:cubicBezTo>
                  <a:pt x="805434" y="336423"/>
                  <a:pt x="799910" y="340138"/>
                  <a:pt x="794290" y="343662"/>
                </a:cubicBezTo>
                <a:close/>
                <a:moveTo>
                  <a:pt x="1580960" y="318325"/>
                </a:moveTo>
                <a:cubicBezTo>
                  <a:pt x="1576959" y="311658"/>
                  <a:pt x="1572863" y="305086"/>
                  <a:pt x="1568673" y="298513"/>
                </a:cubicBezTo>
                <a:lnTo>
                  <a:pt x="1580198" y="291179"/>
                </a:lnTo>
                <a:cubicBezTo>
                  <a:pt x="1584389" y="297847"/>
                  <a:pt x="1588580" y="304514"/>
                  <a:pt x="1592675" y="311277"/>
                </a:cubicBezTo>
                <a:lnTo>
                  <a:pt x="1580960" y="318325"/>
                </a:lnTo>
                <a:close/>
                <a:moveTo>
                  <a:pt x="832866" y="315373"/>
                </a:moveTo>
                <a:lnTo>
                  <a:pt x="824008" y="304895"/>
                </a:lnTo>
                <a:cubicBezTo>
                  <a:pt x="829723" y="300038"/>
                  <a:pt x="835533" y="294894"/>
                  <a:pt x="841153" y="289465"/>
                </a:cubicBezTo>
                <a:lnTo>
                  <a:pt x="850583" y="299371"/>
                </a:lnTo>
                <a:cubicBezTo>
                  <a:pt x="844677" y="304990"/>
                  <a:pt x="838676" y="310325"/>
                  <a:pt x="832771" y="315373"/>
                </a:cubicBezTo>
                <a:close/>
                <a:moveTo>
                  <a:pt x="867442" y="282607"/>
                </a:moveTo>
                <a:lnTo>
                  <a:pt x="857536" y="273177"/>
                </a:lnTo>
                <a:cubicBezTo>
                  <a:pt x="862870" y="267557"/>
                  <a:pt x="868108" y="261842"/>
                  <a:pt x="873252" y="256032"/>
                </a:cubicBezTo>
                <a:lnTo>
                  <a:pt x="883539" y="265081"/>
                </a:lnTo>
                <a:cubicBezTo>
                  <a:pt x="878300" y="270986"/>
                  <a:pt x="872966" y="276892"/>
                  <a:pt x="867442" y="282607"/>
                </a:cubicBezTo>
                <a:close/>
                <a:moveTo>
                  <a:pt x="1555909" y="278987"/>
                </a:moveTo>
                <a:cubicBezTo>
                  <a:pt x="1551527" y="272510"/>
                  <a:pt x="1547146" y="266129"/>
                  <a:pt x="1542574" y="259842"/>
                </a:cubicBezTo>
                <a:lnTo>
                  <a:pt x="1553718" y="251936"/>
                </a:lnTo>
                <a:cubicBezTo>
                  <a:pt x="1558290" y="258318"/>
                  <a:pt x="1562767" y="264890"/>
                  <a:pt x="1567244" y="271367"/>
                </a:cubicBezTo>
                <a:lnTo>
                  <a:pt x="1555909" y="278987"/>
                </a:lnTo>
                <a:close/>
                <a:moveTo>
                  <a:pt x="898969" y="247078"/>
                </a:moveTo>
                <a:lnTo>
                  <a:pt x="888492" y="238316"/>
                </a:lnTo>
                <a:cubicBezTo>
                  <a:pt x="893445" y="232315"/>
                  <a:pt x="898398" y="226314"/>
                  <a:pt x="903256" y="220218"/>
                </a:cubicBezTo>
                <a:lnTo>
                  <a:pt x="913924" y="228791"/>
                </a:lnTo>
                <a:cubicBezTo>
                  <a:pt x="908971" y="234982"/>
                  <a:pt x="904018" y="241078"/>
                  <a:pt x="898969" y="247078"/>
                </a:cubicBezTo>
                <a:close/>
                <a:moveTo>
                  <a:pt x="1528763" y="240983"/>
                </a:moveTo>
                <a:cubicBezTo>
                  <a:pt x="1524095" y="234791"/>
                  <a:pt x="1519238" y="228695"/>
                  <a:pt x="1514380" y="222599"/>
                </a:cubicBezTo>
                <a:lnTo>
                  <a:pt x="1525048" y="214027"/>
                </a:lnTo>
                <a:cubicBezTo>
                  <a:pt x="1530001" y="220218"/>
                  <a:pt x="1534858" y="226409"/>
                  <a:pt x="1539621" y="232696"/>
                </a:cubicBezTo>
                <a:lnTo>
                  <a:pt x="1528668" y="240983"/>
                </a:lnTo>
                <a:close/>
                <a:moveTo>
                  <a:pt x="928592" y="210407"/>
                </a:moveTo>
                <a:lnTo>
                  <a:pt x="917829" y="201930"/>
                </a:lnTo>
                <a:lnTo>
                  <a:pt x="932307" y="183451"/>
                </a:lnTo>
                <a:lnTo>
                  <a:pt x="943070" y="191929"/>
                </a:lnTo>
                <a:lnTo>
                  <a:pt x="928592" y="210407"/>
                </a:lnTo>
                <a:close/>
                <a:moveTo>
                  <a:pt x="1499521" y="204788"/>
                </a:moveTo>
                <a:cubicBezTo>
                  <a:pt x="1494473" y="198882"/>
                  <a:pt x="1489329" y="193072"/>
                  <a:pt x="1484091" y="187452"/>
                </a:cubicBezTo>
                <a:lnTo>
                  <a:pt x="1494187" y="178213"/>
                </a:lnTo>
                <a:cubicBezTo>
                  <a:pt x="1499521" y="184023"/>
                  <a:pt x="1504760" y="189928"/>
                  <a:pt x="1509998" y="195929"/>
                </a:cubicBezTo>
                <a:lnTo>
                  <a:pt x="1499616" y="204883"/>
                </a:lnTo>
                <a:close/>
                <a:moveTo>
                  <a:pt x="957644" y="173546"/>
                </a:moveTo>
                <a:lnTo>
                  <a:pt x="946976" y="164973"/>
                </a:lnTo>
                <a:cubicBezTo>
                  <a:pt x="951929" y="158877"/>
                  <a:pt x="956881" y="152686"/>
                  <a:pt x="961930" y="146685"/>
                </a:cubicBezTo>
                <a:lnTo>
                  <a:pt x="972503" y="155448"/>
                </a:lnTo>
                <a:cubicBezTo>
                  <a:pt x="967549" y="161449"/>
                  <a:pt x="962597" y="167449"/>
                  <a:pt x="957739" y="173546"/>
                </a:cubicBezTo>
                <a:close/>
                <a:moveTo>
                  <a:pt x="1467993" y="170593"/>
                </a:moveTo>
                <a:cubicBezTo>
                  <a:pt x="1462564" y="165068"/>
                  <a:pt x="1457039" y="159734"/>
                  <a:pt x="1451325" y="154400"/>
                </a:cubicBezTo>
                <a:lnTo>
                  <a:pt x="1460659" y="144399"/>
                </a:lnTo>
                <a:cubicBezTo>
                  <a:pt x="1466469" y="149828"/>
                  <a:pt x="1472089" y="155353"/>
                  <a:pt x="1477708" y="160972"/>
                </a:cubicBezTo>
                <a:lnTo>
                  <a:pt x="1467993" y="170593"/>
                </a:lnTo>
                <a:close/>
                <a:moveTo>
                  <a:pt x="1434179" y="138874"/>
                </a:moveTo>
                <a:cubicBezTo>
                  <a:pt x="1428369" y="133826"/>
                  <a:pt x="1422368" y="128873"/>
                  <a:pt x="1416367" y="124016"/>
                </a:cubicBezTo>
                <a:lnTo>
                  <a:pt x="1424940" y="113347"/>
                </a:lnTo>
                <a:cubicBezTo>
                  <a:pt x="1431132" y="118300"/>
                  <a:pt x="1437227" y="123349"/>
                  <a:pt x="1443133" y="128492"/>
                </a:cubicBezTo>
                <a:lnTo>
                  <a:pt x="1434179" y="138874"/>
                </a:lnTo>
                <a:close/>
                <a:moveTo>
                  <a:pt x="987552" y="137731"/>
                </a:moveTo>
                <a:lnTo>
                  <a:pt x="977265" y="128683"/>
                </a:lnTo>
                <a:lnTo>
                  <a:pt x="979456" y="126206"/>
                </a:lnTo>
                <a:cubicBezTo>
                  <a:pt x="983742" y="121348"/>
                  <a:pt x="988600" y="116396"/>
                  <a:pt x="993838" y="111347"/>
                </a:cubicBezTo>
                <a:lnTo>
                  <a:pt x="1003363" y="121158"/>
                </a:lnTo>
                <a:cubicBezTo>
                  <a:pt x="998410" y="126016"/>
                  <a:pt x="993838" y="130778"/>
                  <a:pt x="989743" y="135255"/>
                </a:cubicBezTo>
                <a:lnTo>
                  <a:pt x="987552" y="137731"/>
                </a:lnTo>
                <a:close/>
                <a:moveTo>
                  <a:pt x="1397984" y="109919"/>
                </a:moveTo>
                <a:cubicBezTo>
                  <a:pt x="1391793" y="105346"/>
                  <a:pt x="1385506" y="100965"/>
                  <a:pt x="1379030" y="96583"/>
                </a:cubicBezTo>
                <a:lnTo>
                  <a:pt x="1386649" y="85153"/>
                </a:lnTo>
                <a:cubicBezTo>
                  <a:pt x="1393222" y="89535"/>
                  <a:pt x="1399699" y="94107"/>
                  <a:pt x="1406081" y="98774"/>
                </a:cubicBezTo>
                <a:lnTo>
                  <a:pt x="1397984" y="109823"/>
                </a:lnTo>
                <a:close/>
                <a:moveTo>
                  <a:pt x="1020508" y="105632"/>
                </a:moveTo>
                <a:lnTo>
                  <a:pt x="1011650" y="95155"/>
                </a:lnTo>
                <a:cubicBezTo>
                  <a:pt x="1017556" y="90106"/>
                  <a:pt x="1023747" y="85153"/>
                  <a:pt x="1030224" y="80200"/>
                </a:cubicBezTo>
                <a:lnTo>
                  <a:pt x="1038511" y="91059"/>
                </a:lnTo>
                <a:cubicBezTo>
                  <a:pt x="1032225" y="95821"/>
                  <a:pt x="1026224" y="100679"/>
                  <a:pt x="1020508" y="105537"/>
                </a:cubicBezTo>
                <a:close/>
                <a:moveTo>
                  <a:pt x="1366743" y="88582"/>
                </a:moveTo>
                <a:lnTo>
                  <a:pt x="1346930" y="76009"/>
                </a:lnTo>
                <a:lnTo>
                  <a:pt x="1354265" y="64389"/>
                </a:lnTo>
                <a:lnTo>
                  <a:pt x="1374172" y="76962"/>
                </a:lnTo>
                <a:lnTo>
                  <a:pt x="1366838" y="88582"/>
                </a:lnTo>
                <a:close/>
                <a:moveTo>
                  <a:pt x="1057275" y="77533"/>
                </a:moveTo>
                <a:lnTo>
                  <a:pt x="1049465" y="66294"/>
                </a:lnTo>
                <a:cubicBezTo>
                  <a:pt x="1055942" y="61817"/>
                  <a:pt x="1062609" y="57436"/>
                  <a:pt x="1069372" y="53245"/>
                </a:cubicBezTo>
                <a:lnTo>
                  <a:pt x="1076611" y="64865"/>
                </a:lnTo>
                <a:cubicBezTo>
                  <a:pt x="1070039" y="68961"/>
                  <a:pt x="1063466" y="73247"/>
                  <a:pt x="1057180" y="77533"/>
                </a:cubicBezTo>
                <a:close/>
                <a:moveTo>
                  <a:pt x="1327023" y="63532"/>
                </a:moveTo>
                <a:lnTo>
                  <a:pt x="1307211" y="50959"/>
                </a:lnTo>
                <a:lnTo>
                  <a:pt x="1314545" y="39338"/>
                </a:lnTo>
                <a:lnTo>
                  <a:pt x="1334357" y="51911"/>
                </a:lnTo>
                <a:lnTo>
                  <a:pt x="1327023" y="63532"/>
                </a:lnTo>
                <a:close/>
                <a:moveTo>
                  <a:pt x="1096613" y="53054"/>
                </a:moveTo>
                <a:lnTo>
                  <a:pt x="1089946" y="41053"/>
                </a:lnTo>
                <a:cubicBezTo>
                  <a:pt x="1096899" y="37147"/>
                  <a:pt x="1103948" y="33433"/>
                  <a:pt x="1111091" y="30004"/>
                </a:cubicBezTo>
                <a:lnTo>
                  <a:pt x="1117092" y="42291"/>
                </a:lnTo>
                <a:cubicBezTo>
                  <a:pt x="1110234" y="45625"/>
                  <a:pt x="1103376" y="49244"/>
                  <a:pt x="1096613" y="53054"/>
                </a:cubicBezTo>
                <a:close/>
                <a:moveTo>
                  <a:pt x="1287304" y="38481"/>
                </a:moveTo>
                <a:lnTo>
                  <a:pt x="1267397" y="25908"/>
                </a:lnTo>
                <a:lnTo>
                  <a:pt x="1274731" y="14288"/>
                </a:lnTo>
                <a:lnTo>
                  <a:pt x="1294543" y="26860"/>
                </a:lnTo>
                <a:lnTo>
                  <a:pt x="1287208" y="38481"/>
                </a:lnTo>
                <a:close/>
                <a:moveTo>
                  <a:pt x="1138047" y="32861"/>
                </a:moveTo>
                <a:lnTo>
                  <a:pt x="1132809" y="20193"/>
                </a:lnTo>
                <a:cubicBezTo>
                  <a:pt x="1140428" y="17050"/>
                  <a:pt x="1147953" y="14192"/>
                  <a:pt x="1155287" y="11716"/>
                </a:cubicBezTo>
                <a:lnTo>
                  <a:pt x="1159669" y="24670"/>
                </a:lnTo>
                <a:cubicBezTo>
                  <a:pt x="1152715" y="27051"/>
                  <a:pt x="1145382" y="29718"/>
                  <a:pt x="1138143" y="32766"/>
                </a:cubicBezTo>
                <a:close/>
                <a:moveTo>
                  <a:pt x="1181576" y="18478"/>
                </a:moveTo>
                <a:lnTo>
                  <a:pt x="1178433" y="5144"/>
                </a:lnTo>
                <a:cubicBezTo>
                  <a:pt x="1186624" y="3239"/>
                  <a:pt x="1194721" y="1810"/>
                  <a:pt x="1202341" y="952"/>
                </a:cubicBezTo>
                <a:lnTo>
                  <a:pt x="1203865" y="14573"/>
                </a:lnTo>
                <a:cubicBezTo>
                  <a:pt x="1196721" y="15335"/>
                  <a:pt x="1189292" y="16669"/>
                  <a:pt x="1181576" y="18574"/>
                </a:cubicBezTo>
                <a:close/>
                <a:moveTo>
                  <a:pt x="1247870" y="17145"/>
                </a:moveTo>
                <a:cubicBezTo>
                  <a:pt x="1241203" y="15240"/>
                  <a:pt x="1233964" y="14097"/>
                  <a:pt x="1226249" y="13716"/>
                </a:cubicBezTo>
                <a:lnTo>
                  <a:pt x="1226916" y="0"/>
                </a:lnTo>
                <a:cubicBezTo>
                  <a:pt x="1235678" y="476"/>
                  <a:pt x="1243965" y="1810"/>
                  <a:pt x="1251585" y="4000"/>
                </a:cubicBezTo>
                <a:lnTo>
                  <a:pt x="1247775" y="17145"/>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9" name="Google Shape;308;p41"/>
          <p:cNvSpPr/>
          <p:nvPr/>
        </p:nvSpPr>
        <p:spPr>
          <a:xfrm rot="3612600">
            <a:off x="8386920" y="1334520"/>
            <a:ext cx="3224880" cy="5294880"/>
          </a:xfrm>
          <a:custGeom>
            <a:avLst/>
            <a:gdLst>
              <a:gd name="textAreaLeft" fmla="*/ 0 w 3224880"/>
              <a:gd name="textAreaRight" fmla="*/ 3225240 w 3224880"/>
              <a:gd name="textAreaTop" fmla="*/ 0 h 5294880"/>
              <a:gd name="textAreaBottom" fmla="*/ 5295240 h 5294880"/>
            </a:gdLst>
            <a:ahLst/>
            <a:cxnLst/>
            <a:rect l="textAreaLeft" t="textAreaTop" r="textAreaRight" b="textAreaBottom"/>
            <a:pathLst>
              <a:path w="886486" h="1382285">
                <a:moveTo>
                  <a:pt x="690045" y="38454"/>
                </a:moveTo>
                <a:cubicBezTo>
                  <a:pt x="532787" y="-42413"/>
                  <a:pt x="326761" y="11403"/>
                  <a:pt x="200936" y="133323"/>
                </a:cubicBezTo>
                <a:cubicBezTo>
                  <a:pt x="75110" y="255148"/>
                  <a:pt x="18818" y="430503"/>
                  <a:pt x="4054" y="602048"/>
                </a:cubicBezTo>
                <a:cubicBezTo>
                  <a:pt x="-10900" y="775689"/>
                  <a:pt x="13960" y="956759"/>
                  <a:pt x="104733" y="1107254"/>
                </a:cubicBezTo>
                <a:cubicBezTo>
                  <a:pt x="195506" y="1257749"/>
                  <a:pt x="358860" y="1372907"/>
                  <a:pt x="538883" y="1381765"/>
                </a:cubicBezTo>
                <a:cubicBezTo>
                  <a:pt x="639372" y="1386718"/>
                  <a:pt x="744718" y="1356428"/>
                  <a:pt x="814346" y="1286134"/>
                </a:cubicBezTo>
                <a:cubicBezTo>
                  <a:pt x="883974" y="1215839"/>
                  <a:pt x="909691" y="1102968"/>
                  <a:pt x="862447" y="1017053"/>
                </a:cubicBezTo>
                <a:cubicBezTo>
                  <a:pt x="823109" y="945710"/>
                  <a:pt x="743480" y="903229"/>
                  <a:pt x="696426" y="836363"/>
                </a:cubicBezTo>
                <a:cubicBezTo>
                  <a:pt x="642229" y="759306"/>
                  <a:pt x="639372" y="651483"/>
                  <a:pt x="689378" y="571759"/>
                </a:cubicBezTo>
                <a:cubicBezTo>
                  <a:pt x="713952" y="532611"/>
                  <a:pt x="749290" y="500893"/>
                  <a:pt x="776246" y="463174"/>
                </a:cubicBezTo>
                <a:cubicBezTo>
                  <a:pt x="869400" y="332777"/>
                  <a:pt x="845493" y="118083"/>
                  <a:pt x="690045" y="38264"/>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0" name="Google Shape;309;p41"/>
          <p:cNvSpPr/>
          <p:nvPr/>
        </p:nvSpPr>
        <p:spPr>
          <a:xfrm rot="7168200">
            <a:off x="314369" y="3821438"/>
            <a:ext cx="694440" cy="1544040"/>
          </a:xfrm>
          <a:custGeom>
            <a:avLst/>
            <a:gdLst>
              <a:gd name="textAreaLeft" fmla="*/ 0 w 694440"/>
              <a:gd name="textAreaRight" fmla="*/ 694800 w 694440"/>
              <a:gd name="textAreaTop" fmla="*/ 0 h 1544040"/>
              <a:gd name="textAreaBottom" fmla="*/ 1544400 h 1544040"/>
            </a:gdLst>
            <a:ahLst/>
            <a:cxnLst/>
            <a:rect l="textAreaLeft" t="textAreaTop" r="textAreaRight" b="textAreaBottom"/>
            <a:pathLst>
              <a:path w="303148" h="673968">
                <a:moveTo>
                  <a:pt x="6276" y="41516"/>
                </a:moveTo>
                <a:cubicBezTo>
                  <a:pt x="-13726" y="87903"/>
                  <a:pt x="18278" y="138576"/>
                  <a:pt x="43519" y="182296"/>
                </a:cubicBezTo>
                <a:cubicBezTo>
                  <a:pt x="93620" y="269164"/>
                  <a:pt x="120957" y="368890"/>
                  <a:pt x="122290" y="469093"/>
                </a:cubicBezTo>
                <a:cubicBezTo>
                  <a:pt x="122862" y="513861"/>
                  <a:pt x="118576" y="560057"/>
                  <a:pt x="133530" y="602348"/>
                </a:cubicBezTo>
                <a:cubicBezTo>
                  <a:pt x="148484" y="644544"/>
                  <a:pt x="190775" y="681787"/>
                  <a:pt x="234590" y="672547"/>
                </a:cubicBezTo>
                <a:cubicBezTo>
                  <a:pt x="266213" y="665880"/>
                  <a:pt x="289264" y="636829"/>
                  <a:pt x="297836" y="605682"/>
                </a:cubicBezTo>
                <a:cubicBezTo>
                  <a:pt x="306409" y="574535"/>
                  <a:pt x="303075" y="541483"/>
                  <a:pt x="298503" y="509479"/>
                </a:cubicBezTo>
                <a:cubicBezTo>
                  <a:pt x="279358" y="373462"/>
                  <a:pt x="237067" y="247923"/>
                  <a:pt x="187346" y="120669"/>
                </a:cubicBezTo>
                <a:cubicBezTo>
                  <a:pt x="173630" y="85522"/>
                  <a:pt x="166201" y="50470"/>
                  <a:pt x="136387" y="25228"/>
                </a:cubicBezTo>
                <a:cubicBezTo>
                  <a:pt x="96859" y="-8300"/>
                  <a:pt x="29993" y="-13634"/>
                  <a:pt x="6181" y="4161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694A1-3CF2-F11D-4EBD-50031D00613C}"/>
            </a:ext>
          </a:extLst>
        </p:cNvPr>
        <p:cNvGrpSpPr/>
        <p:nvPr/>
      </p:nvGrpSpPr>
      <p:grpSpPr>
        <a:xfrm>
          <a:off x="0" y="0"/>
          <a:ext cx="0" cy="0"/>
          <a:chOff x="0" y="0"/>
          <a:chExt cx="0" cy="0"/>
        </a:xfrm>
      </p:grpSpPr>
      <p:sp>
        <p:nvSpPr>
          <p:cNvPr id="200" name="PlaceHolder 1">
            <a:extLst>
              <a:ext uri="{FF2B5EF4-FFF2-40B4-BE49-F238E27FC236}">
                <a16:creationId xmlns:a16="http://schemas.microsoft.com/office/drawing/2014/main" id="{98F91DD6-F592-36BB-ADE1-CA277C429708}"/>
              </a:ext>
            </a:extLst>
          </p:cNvPr>
          <p:cNvSpPr>
            <a:spLocks noGrp="1"/>
          </p:cNvSpPr>
          <p:nvPr>
            <p:ph type="title"/>
          </p:nvPr>
        </p:nvSpPr>
        <p:spPr>
          <a:xfrm>
            <a:off x="1298012" y="702692"/>
            <a:ext cx="5070629" cy="819807"/>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3500" b="0" strike="noStrike" spc="-1" dirty="0">
                <a:solidFill>
                  <a:schemeClr val="lt1"/>
                </a:solidFill>
                <a:latin typeface="Caveat Brush"/>
                <a:ea typeface="Caveat Brush"/>
              </a:rPr>
              <a:t>Personal Consequences</a:t>
            </a:r>
            <a:endParaRPr lang="fr-FR" sz="3500" b="0" strike="noStrike" spc="-1" dirty="0">
              <a:solidFill>
                <a:schemeClr val="dk1"/>
              </a:solidFill>
              <a:latin typeface="Arial"/>
            </a:endParaRPr>
          </a:p>
        </p:txBody>
      </p:sp>
      <p:sp>
        <p:nvSpPr>
          <p:cNvPr id="201" name="PlaceHolder 2">
            <a:extLst>
              <a:ext uri="{FF2B5EF4-FFF2-40B4-BE49-F238E27FC236}">
                <a16:creationId xmlns:a16="http://schemas.microsoft.com/office/drawing/2014/main" id="{F3B3B09C-E530-6D95-58D3-4436DC2FF559}"/>
              </a:ext>
            </a:extLst>
          </p:cNvPr>
          <p:cNvSpPr>
            <a:spLocks noGrp="1"/>
          </p:cNvSpPr>
          <p:nvPr>
            <p:ph type="subTitle"/>
          </p:nvPr>
        </p:nvSpPr>
        <p:spPr>
          <a:xfrm>
            <a:off x="362660" y="1400879"/>
            <a:ext cx="6209880" cy="3103092"/>
          </a:xfrm>
          <a:prstGeom prst="rect">
            <a:avLst/>
          </a:prstGeom>
          <a:noFill/>
          <a:ln w="0">
            <a:noFill/>
          </a:ln>
        </p:spPr>
        <p:txBody>
          <a:bodyPr lIns="91440" tIns="91440" rIns="91440" bIns="91440" anchor="t">
            <a:noAutofit/>
          </a:bodyPr>
          <a:lstStyle/>
          <a:p>
            <a:pPr>
              <a:buNone/>
            </a:pPr>
            <a:endParaRPr lang="en-US" sz="1600" b="1" dirty="0">
              <a:latin typeface="ADLaM Display" panose="02010000000000000000" pitchFamily="2" charset="0"/>
              <a:ea typeface="ADLaM Display" panose="02010000000000000000" pitchFamily="2" charset="0"/>
              <a:cs typeface="ADLaM Display" panose="02010000000000000000" pitchFamily="2" charset="0"/>
            </a:endParaRPr>
          </a:p>
          <a:p>
            <a:pPr>
              <a:buNone/>
            </a:pPr>
            <a:r>
              <a:rPr lang="en-US" sz="1400" b="1" dirty="0">
                <a:latin typeface="ADLaM Display" panose="02010000000000000000" pitchFamily="2" charset="0"/>
                <a:ea typeface="ADLaM Display" panose="02010000000000000000" pitchFamily="2" charset="0"/>
                <a:cs typeface="ADLaM Display" panose="02010000000000000000" pitchFamily="2" charset="0"/>
              </a:rPr>
              <a:t>Plagiarism also hurts you personally.</a:t>
            </a:r>
            <a:endParaRPr lang="en-US" sz="1400" dirty="0">
              <a:latin typeface="ADLaM Display" panose="02010000000000000000" pitchFamily="2" charset="0"/>
              <a:ea typeface="ADLaM Display" panose="02010000000000000000" pitchFamily="2" charset="0"/>
              <a:cs typeface="ADLaM Display" panose="02010000000000000000" pitchFamily="2" charset="0"/>
            </a:endParaRPr>
          </a:p>
          <a:p>
            <a:pPr>
              <a:buFont typeface="Wingdings" panose="05000000000000000000" pitchFamily="2" charset="2"/>
              <a:buChar char="q"/>
            </a:pPr>
            <a:r>
              <a:rPr lang="en-US" sz="1400" dirty="0">
                <a:latin typeface="Albert Sans"/>
              </a:rPr>
              <a:t> </a:t>
            </a:r>
            <a:r>
              <a:rPr lang="en-US" sz="1400" b="1" dirty="0">
                <a:latin typeface="Albert Sans"/>
              </a:rPr>
              <a:t>Lack of Learning</a:t>
            </a:r>
            <a:br>
              <a:rPr lang="en-US" sz="1400" dirty="0">
                <a:latin typeface="Albert Sans"/>
              </a:rPr>
            </a:br>
            <a:r>
              <a:rPr lang="en-US" sz="1400" dirty="0">
                <a:latin typeface="Albert Sans"/>
              </a:rPr>
              <a:t>If you copy other’s work, you miss the chance to grow your skills and knowledge.</a:t>
            </a:r>
          </a:p>
          <a:p>
            <a:pPr>
              <a:buFont typeface="Wingdings" panose="05000000000000000000" pitchFamily="2" charset="2"/>
              <a:buChar char="q"/>
            </a:pPr>
            <a:r>
              <a:rPr lang="en-US" sz="1400" b="1" dirty="0">
                <a:latin typeface="Albert Sans"/>
              </a:rPr>
              <a:t>Guilt and Shame</a:t>
            </a:r>
            <a:br>
              <a:rPr lang="en-US" sz="1400" dirty="0">
                <a:latin typeface="Albert Sans"/>
              </a:rPr>
            </a:br>
            <a:r>
              <a:rPr lang="en-US" sz="1400" dirty="0">
                <a:latin typeface="Albert Sans"/>
              </a:rPr>
              <a:t>Knowing you cheated can cause stress, anxiety, and self-doubt.</a:t>
            </a:r>
          </a:p>
          <a:p>
            <a:pPr>
              <a:buFont typeface="Wingdings" panose="05000000000000000000" pitchFamily="2" charset="2"/>
              <a:buChar char="q"/>
            </a:pPr>
            <a:r>
              <a:rPr lang="en-US" sz="1400" dirty="0">
                <a:latin typeface="Albert Sans"/>
              </a:rPr>
              <a:t> </a:t>
            </a:r>
            <a:r>
              <a:rPr lang="en-US" sz="1400" b="1" dirty="0">
                <a:latin typeface="Albert Sans"/>
              </a:rPr>
              <a:t>Low Confidence</a:t>
            </a:r>
            <a:br>
              <a:rPr lang="en-US" sz="1400" dirty="0">
                <a:latin typeface="Albert Sans"/>
              </a:rPr>
            </a:br>
            <a:r>
              <a:rPr lang="en-US" sz="1400" dirty="0">
                <a:latin typeface="Albert Sans"/>
              </a:rPr>
              <a:t>If you rely on copying, you may feel you’re not good enough to create your own work.</a:t>
            </a:r>
          </a:p>
          <a:p>
            <a:pPr>
              <a:buFont typeface="Wingdings" panose="05000000000000000000" pitchFamily="2" charset="2"/>
              <a:buChar char="q"/>
            </a:pPr>
            <a:r>
              <a:rPr lang="en-US" sz="1400" dirty="0">
                <a:latin typeface="Albert Sans"/>
              </a:rPr>
              <a:t> </a:t>
            </a:r>
            <a:r>
              <a:rPr lang="en-US" sz="1400" b="1" dirty="0">
                <a:latin typeface="Albert Sans"/>
              </a:rPr>
              <a:t>No Pride in Your Work</a:t>
            </a:r>
            <a:br>
              <a:rPr lang="en-US" sz="1400" dirty="0">
                <a:latin typeface="Albert Sans"/>
              </a:rPr>
            </a:br>
            <a:r>
              <a:rPr lang="en-US" sz="1400" dirty="0">
                <a:latin typeface="Albert Sans"/>
              </a:rPr>
              <a:t>It's hard to feel proud of something that isn’t truly yours.</a:t>
            </a:r>
          </a:p>
          <a:p>
            <a:pPr indent="0">
              <a:lnSpc>
                <a:spcPct val="100000"/>
              </a:lnSpc>
              <a:spcAft>
                <a:spcPts val="1599"/>
              </a:spcAft>
              <a:buNone/>
              <a:tabLst>
                <a:tab pos="0" algn="l"/>
              </a:tabLst>
            </a:pPr>
            <a:endParaRPr lang="en-US" sz="1400" b="0" strike="noStrike" spc="-1" dirty="0">
              <a:solidFill>
                <a:srgbClr val="000000"/>
              </a:solidFill>
              <a:latin typeface="OpenSymbol"/>
            </a:endParaRPr>
          </a:p>
        </p:txBody>
      </p:sp>
      <p:sp>
        <p:nvSpPr>
          <p:cNvPr id="202" name="Google Shape;520;p55">
            <a:extLst>
              <a:ext uri="{FF2B5EF4-FFF2-40B4-BE49-F238E27FC236}">
                <a16:creationId xmlns:a16="http://schemas.microsoft.com/office/drawing/2014/main" id="{95ABAF17-363F-4F87-15F1-6AC65CC273C9}"/>
              </a:ext>
            </a:extLst>
          </p:cNvPr>
          <p:cNvSpPr/>
          <p:nvPr/>
        </p:nvSpPr>
        <p:spPr>
          <a:xfrm rot="2200200">
            <a:off x="6857275" y="3901116"/>
            <a:ext cx="1180080" cy="1366560"/>
          </a:xfrm>
          <a:custGeom>
            <a:avLst/>
            <a:gdLst>
              <a:gd name="textAreaLeft" fmla="*/ 0 w 1180080"/>
              <a:gd name="textAreaRight" fmla="*/ 1180440 w 1180080"/>
              <a:gd name="textAreaTop" fmla="*/ 0 h 1366560"/>
              <a:gd name="textAreaBottom" fmla="*/ 1366920 h 1366560"/>
            </a:gdLst>
            <a:ahLst/>
            <a:cxnLst/>
            <a:rect l="textAreaLeft" t="textAreaTop" r="textAreaRight" b="textAreaBottom"/>
            <a:pathLst>
              <a:path w="1075931" h="1245984">
                <a:moveTo>
                  <a:pt x="928294" y="352444"/>
                </a:moveTo>
                <a:cubicBezTo>
                  <a:pt x="982968" y="292056"/>
                  <a:pt x="1032403" y="226714"/>
                  <a:pt x="1075932" y="157563"/>
                </a:cubicBezTo>
                <a:cubicBezTo>
                  <a:pt x="986587" y="92888"/>
                  <a:pt x="880193" y="58122"/>
                  <a:pt x="773894" y="31262"/>
                </a:cubicBezTo>
                <a:cubicBezTo>
                  <a:pt x="694170" y="11164"/>
                  <a:pt x="612255" y="-5029"/>
                  <a:pt x="530435" y="1448"/>
                </a:cubicBezTo>
                <a:cubicBezTo>
                  <a:pt x="390322" y="12592"/>
                  <a:pt x="260211" y="91079"/>
                  <a:pt x="167152" y="198901"/>
                </a:cubicBezTo>
                <a:cubicBezTo>
                  <a:pt x="29325" y="358540"/>
                  <a:pt x="-31349" y="586759"/>
                  <a:pt x="15799" y="794309"/>
                </a:cubicBezTo>
                <a:cubicBezTo>
                  <a:pt x="62948" y="1001764"/>
                  <a:pt x="219444" y="1181405"/>
                  <a:pt x="417659" y="1245985"/>
                </a:cubicBezTo>
                <a:cubicBezTo>
                  <a:pt x="472523" y="1153592"/>
                  <a:pt x="527387" y="1061105"/>
                  <a:pt x="582251" y="968712"/>
                </a:cubicBezTo>
                <a:cubicBezTo>
                  <a:pt x="460807" y="931755"/>
                  <a:pt x="350794" y="844792"/>
                  <a:pt x="301930" y="725063"/>
                </a:cubicBezTo>
                <a:cubicBezTo>
                  <a:pt x="253067" y="605429"/>
                  <a:pt x="274594" y="454171"/>
                  <a:pt x="367367" y="365779"/>
                </a:cubicBezTo>
                <a:cubicBezTo>
                  <a:pt x="436900" y="299485"/>
                  <a:pt x="537007" y="274244"/>
                  <a:pt x="631876" y="280912"/>
                </a:cubicBezTo>
                <a:cubicBezTo>
                  <a:pt x="726650" y="287579"/>
                  <a:pt x="817328" y="323107"/>
                  <a:pt x="928199" y="35254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endParaRPr kumimoji="0" lang="en-US" sz="1800" b="0" i="0" u="none" strike="noStrike" kern="1200" cap="none" spc="-1" normalizeH="0" baseline="0" noProof="0">
              <a:ln>
                <a:noFill/>
              </a:ln>
              <a:solidFill>
                <a:srgbClr val="000000"/>
              </a:solidFill>
              <a:effectLst/>
              <a:uLnTx/>
              <a:uFillTx/>
              <a:latin typeface="OpenSymbol"/>
              <a:ea typeface="+mn-ea"/>
              <a:cs typeface="+mn-cs"/>
            </a:endParaRPr>
          </a:p>
        </p:txBody>
      </p:sp>
      <p:sp>
        <p:nvSpPr>
          <p:cNvPr id="203" name="Google Shape;521;p55">
            <a:extLst>
              <a:ext uri="{FF2B5EF4-FFF2-40B4-BE49-F238E27FC236}">
                <a16:creationId xmlns:a16="http://schemas.microsoft.com/office/drawing/2014/main" id="{44303130-0423-1172-BD85-C05E377F81AA}"/>
              </a:ext>
            </a:extLst>
          </p:cNvPr>
          <p:cNvSpPr/>
          <p:nvPr/>
        </p:nvSpPr>
        <p:spPr>
          <a:xfrm rot="5400000">
            <a:off x="6750355" y="-408668"/>
            <a:ext cx="1393920" cy="1229040"/>
          </a:xfrm>
          <a:custGeom>
            <a:avLst/>
            <a:gdLst>
              <a:gd name="textAreaLeft" fmla="*/ 0 w 1393920"/>
              <a:gd name="textAreaRight" fmla="*/ 1394280 w 1393920"/>
              <a:gd name="textAreaTop" fmla="*/ 0 h 1229040"/>
              <a:gd name="textAreaBottom" fmla="*/ 1229400 h 1229040"/>
            </a:gdLst>
            <a:ahLst/>
            <a:cxnLst/>
            <a:rect l="textAreaLeft" t="textAreaTop" r="textAreaRight" b="textAreaBottom"/>
            <a:pathLst>
              <a:path w="579097" h="510716">
                <a:moveTo>
                  <a:pt x="210945" y="39399"/>
                </a:moveTo>
                <a:cubicBezTo>
                  <a:pt x="111789" y="86929"/>
                  <a:pt x="35780" y="180083"/>
                  <a:pt x="9110" y="286668"/>
                </a:cubicBezTo>
                <a:cubicBezTo>
                  <a:pt x="-1749" y="330102"/>
                  <a:pt x="-4606" y="376870"/>
                  <a:pt x="10062" y="419161"/>
                </a:cubicBezTo>
                <a:cubicBezTo>
                  <a:pt x="24731" y="461452"/>
                  <a:pt x="59211" y="498504"/>
                  <a:pt x="102931" y="508124"/>
                </a:cubicBezTo>
                <a:cubicBezTo>
                  <a:pt x="170749" y="522983"/>
                  <a:pt x="234662" y="471453"/>
                  <a:pt x="278572" y="417827"/>
                </a:cubicBezTo>
                <a:cubicBezTo>
                  <a:pt x="322577" y="364106"/>
                  <a:pt x="363630" y="301051"/>
                  <a:pt x="429257" y="278476"/>
                </a:cubicBezTo>
                <a:cubicBezTo>
                  <a:pt x="453546" y="270094"/>
                  <a:pt x="479740" y="267999"/>
                  <a:pt x="503552" y="258188"/>
                </a:cubicBezTo>
                <a:cubicBezTo>
                  <a:pt x="589944" y="222469"/>
                  <a:pt x="606708" y="90548"/>
                  <a:pt x="530508" y="36541"/>
                </a:cubicBezTo>
                <a:cubicBezTo>
                  <a:pt x="446974" y="-22609"/>
                  <a:pt x="295907" y="-1273"/>
                  <a:pt x="211040" y="39399"/>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endParaRPr kumimoji="0" lang="en-US" sz="1800" b="0" i="0" u="none" strike="noStrike" kern="1200" cap="none" spc="-1" normalizeH="0" baseline="0" noProof="0">
              <a:ln>
                <a:noFill/>
              </a:ln>
              <a:solidFill>
                <a:srgbClr val="000000"/>
              </a:solidFill>
              <a:effectLst/>
              <a:uLnTx/>
              <a:uFillTx/>
              <a:latin typeface="OpenSymbol"/>
              <a:ea typeface="+mn-ea"/>
              <a:cs typeface="+mn-cs"/>
            </a:endParaRPr>
          </a:p>
        </p:txBody>
      </p:sp>
      <p:pic>
        <p:nvPicPr>
          <p:cNvPr id="3" name="Picture 2">
            <a:extLst>
              <a:ext uri="{FF2B5EF4-FFF2-40B4-BE49-F238E27FC236}">
                <a16:creationId xmlns:a16="http://schemas.microsoft.com/office/drawing/2014/main" id="{6975AEE0-DD78-0820-149B-02D56C0B0846}"/>
              </a:ext>
            </a:extLst>
          </p:cNvPr>
          <p:cNvPicPr>
            <a:picLocks noChangeAspect="1"/>
          </p:cNvPicPr>
          <p:nvPr/>
        </p:nvPicPr>
        <p:blipFill>
          <a:blip r:embed="rId2"/>
          <a:stretch>
            <a:fillRect/>
          </a:stretch>
        </p:blipFill>
        <p:spPr>
          <a:xfrm>
            <a:off x="6368641" y="1702808"/>
            <a:ext cx="2651612" cy="1800852"/>
          </a:xfrm>
          <a:prstGeom prst="rect">
            <a:avLst/>
          </a:prstGeom>
        </p:spPr>
      </p:pic>
    </p:spTree>
    <p:extLst>
      <p:ext uri="{BB962C8B-B14F-4D97-AF65-F5344CB8AC3E}">
        <p14:creationId xmlns:p14="http://schemas.microsoft.com/office/powerpoint/2010/main" val="10553652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Google Shape;303;p41"/>
          <p:cNvSpPr/>
          <p:nvPr/>
        </p:nvSpPr>
        <p:spPr>
          <a:xfrm rot="8381400">
            <a:off x="-1546560" y="-739440"/>
            <a:ext cx="4253040" cy="3456000"/>
          </a:xfrm>
          <a:custGeom>
            <a:avLst/>
            <a:gdLst>
              <a:gd name="textAreaLeft" fmla="*/ 0 w 4253040"/>
              <a:gd name="textAreaRight" fmla="*/ 4253400 w 4253040"/>
              <a:gd name="textAreaTop" fmla="*/ 0 h 3456000"/>
              <a:gd name="textAreaBottom" fmla="*/ 3456360 h 3456000"/>
            </a:gdLst>
            <a:ahLst/>
            <a:cxnLst/>
            <a:rect l="textAreaLeft" t="textAreaTop" r="textAreaRight" b="textAreaBottom"/>
            <a:pathLst>
              <a:path w="1930774" h="1568974">
                <a:moveTo>
                  <a:pt x="11419" y="1021325"/>
                </a:moveTo>
                <a:cubicBezTo>
                  <a:pt x="-43064" y="785677"/>
                  <a:pt x="102383" y="500975"/>
                  <a:pt x="341841" y="467542"/>
                </a:cubicBezTo>
                <a:cubicBezTo>
                  <a:pt x="471953" y="449445"/>
                  <a:pt x="607398" y="503166"/>
                  <a:pt x="733985" y="467923"/>
                </a:cubicBezTo>
                <a:cubicBezTo>
                  <a:pt x="949917" y="407820"/>
                  <a:pt x="1030689" y="127690"/>
                  <a:pt x="1233477" y="32154"/>
                </a:cubicBezTo>
                <a:cubicBezTo>
                  <a:pt x="1407689" y="-49951"/>
                  <a:pt x="1623621" y="34726"/>
                  <a:pt x="1752113" y="178268"/>
                </a:cubicBezTo>
                <a:cubicBezTo>
                  <a:pt x="1937755" y="385627"/>
                  <a:pt x="1978236" y="702714"/>
                  <a:pt x="1875843" y="961509"/>
                </a:cubicBezTo>
                <a:cubicBezTo>
                  <a:pt x="1773449" y="1220303"/>
                  <a:pt x="1541610" y="1417661"/>
                  <a:pt x="1277577" y="1505672"/>
                </a:cubicBezTo>
                <a:cubicBezTo>
                  <a:pt x="832950" y="1653786"/>
                  <a:pt x="136482" y="1561298"/>
                  <a:pt x="11514" y="102123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2" name="PlaceHolder 1"/>
          <p:cNvSpPr>
            <a:spLocks noGrp="1"/>
          </p:cNvSpPr>
          <p:nvPr>
            <p:ph type="title"/>
          </p:nvPr>
        </p:nvSpPr>
        <p:spPr>
          <a:xfrm>
            <a:off x="1905862" y="822316"/>
            <a:ext cx="6065176" cy="921858"/>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 sz="6000" b="0" strike="noStrike" spc="-1" dirty="0">
                <a:solidFill>
                  <a:schemeClr val="accent1"/>
                </a:solidFill>
                <a:latin typeface="Caveat Brush"/>
                <a:ea typeface="Caveat Brush"/>
              </a:rPr>
              <a:t>Damage to Reputation</a:t>
            </a:r>
            <a:endParaRPr lang="fr-FR" sz="6000" b="0" strike="noStrike" spc="-1" dirty="0">
              <a:solidFill>
                <a:schemeClr val="dk1"/>
              </a:solidFill>
              <a:latin typeface="Arial"/>
            </a:endParaRPr>
          </a:p>
        </p:txBody>
      </p:sp>
      <p:sp>
        <p:nvSpPr>
          <p:cNvPr id="214" name="Google Shape;306;p41"/>
          <p:cNvSpPr/>
          <p:nvPr/>
        </p:nvSpPr>
        <p:spPr>
          <a:xfrm rot="2532600">
            <a:off x="3381480" y="163080"/>
            <a:ext cx="736560" cy="649440"/>
          </a:xfrm>
          <a:custGeom>
            <a:avLst/>
            <a:gdLst>
              <a:gd name="textAreaLeft" fmla="*/ 0 w 736560"/>
              <a:gd name="textAreaRight" fmla="*/ 736920 w 736560"/>
              <a:gd name="textAreaTop" fmla="*/ 0 h 649440"/>
              <a:gd name="textAreaBottom" fmla="*/ 649800 h 649440"/>
            </a:gdLst>
            <a:ahLst/>
            <a:cxnLst/>
            <a:rect l="textAreaLeft" t="textAreaTop" r="textAreaRight" b="textAreaBottom"/>
            <a:pathLst>
              <a:path w="579097" h="510716">
                <a:moveTo>
                  <a:pt x="210945" y="39399"/>
                </a:moveTo>
                <a:cubicBezTo>
                  <a:pt x="111789" y="86929"/>
                  <a:pt x="35780" y="180083"/>
                  <a:pt x="9110" y="286668"/>
                </a:cubicBezTo>
                <a:cubicBezTo>
                  <a:pt x="-1749" y="330102"/>
                  <a:pt x="-4606" y="376870"/>
                  <a:pt x="10062" y="419161"/>
                </a:cubicBezTo>
                <a:cubicBezTo>
                  <a:pt x="24731" y="461452"/>
                  <a:pt x="59211" y="498504"/>
                  <a:pt x="102931" y="508124"/>
                </a:cubicBezTo>
                <a:cubicBezTo>
                  <a:pt x="170749" y="522983"/>
                  <a:pt x="234662" y="471453"/>
                  <a:pt x="278572" y="417827"/>
                </a:cubicBezTo>
                <a:cubicBezTo>
                  <a:pt x="322577" y="364106"/>
                  <a:pt x="363630" y="301051"/>
                  <a:pt x="429257" y="278476"/>
                </a:cubicBezTo>
                <a:cubicBezTo>
                  <a:pt x="453546" y="270094"/>
                  <a:pt x="479740" y="267999"/>
                  <a:pt x="503552" y="258188"/>
                </a:cubicBezTo>
                <a:cubicBezTo>
                  <a:pt x="589944" y="222469"/>
                  <a:pt x="606708" y="90548"/>
                  <a:pt x="530508" y="36541"/>
                </a:cubicBezTo>
                <a:cubicBezTo>
                  <a:pt x="446974" y="-22609"/>
                  <a:pt x="295907" y="-1273"/>
                  <a:pt x="211040" y="39399"/>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5" name="Google Shape;307;p41"/>
          <p:cNvSpPr/>
          <p:nvPr/>
        </p:nvSpPr>
        <p:spPr>
          <a:xfrm rot="9907200">
            <a:off x="-89280" y="-581760"/>
            <a:ext cx="2714760" cy="2418840"/>
          </a:xfrm>
          <a:custGeom>
            <a:avLst/>
            <a:gdLst>
              <a:gd name="textAreaLeft" fmla="*/ 0 w 2714760"/>
              <a:gd name="textAreaRight" fmla="*/ 2715120 w 2714760"/>
              <a:gd name="textAreaTop" fmla="*/ 0 h 2418840"/>
              <a:gd name="textAreaBottom" fmla="*/ 2419200 h 2418840"/>
            </a:gdLst>
            <a:ahLst/>
            <a:cxnLst/>
            <a:rect l="textAreaLeft" t="textAreaTop" r="textAreaRight" b="textAreaBottom"/>
            <a:pathLst>
              <a:path w="1776031" h="1582483">
                <a:moveTo>
                  <a:pt x="804196" y="1582484"/>
                </a:moveTo>
                <a:lnTo>
                  <a:pt x="804196" y="1568768"/>
                </a:lnTo>
                <a:cubicBezTo>
                  <a:pt x="811911" y="1568768"/>
                  <a:pt x="819722" y="1568768"/>
                  <a:pt x="827532" y="1568482"/>
                </a:cubicBezTo>
                <a:lnTo>
                  <a:pt x="827818" y="1582198"/>
                </a:lnTo>
                <a:cubicBezTo>
                  <a:pt x="819912" y="1582388"/>
                  <a:pt x="812101" y="1582484"/>
                  <a:pt x="804196" y="1582484"/>
                </a:cubicBezTo>
                <a:close/>
                <a:moveTo>
                  <a:pt x="780574" y="1582293"/>
                </a:moveTo>
                <a:cubicBezTo>
                  <a:pt x="772668" y="1582103"/>
                  <a:pt x="764858" y="1581912"/>
                  <a:pt x="756952" y="1581531"/>
                </a:cubicBezTo>
                <a:lnTo>
                  <a:pt x="757523" y="1567815"/>
                </a:lnTo>
                <a:cubicBezTo>
                  <a:pt x="765334" y="1568101"/>
                  <a:pt x="773049" y="1568387"/>
                  <a:pt x="780860" y="1568577"/>
                </a:cubicBezTo>
                <a:lnTo>
                  <a:pt x="780574" y="1582293"/>
                </a:lnTo>
                <a:close/>
                <a:moveTo>
                  <a:pt x="851440" y="1581531"/>
                </a:moveTo>
                <a:lnTo>
                  <a:pt x="850868" y="1567815"/>
                </a:lnTo>
                <a:cubicBezTo>
                  <a:pt x="858679" y="1567529"/>
                  <a:pt x="866394" y="1567053"/>
                  <a:pt x="874205" y="1566577"/>
                </a:cubicBezTo>
                <a:lnTo>
                  <a:pt x="875062" y="1580293"/>
                </a:lnTo>
                <a:cubicBezTo>
                  <a:pt x="867156" y="1580769"/>
                  <a:pt x="859346" y="1581150"/>
                  <a:pt x="851440" y="1581531"/>
                </a:cubicBezTo>
                <a:close/>
                <a:moveTo>
                  <a:pt x="733330" y="1580293"/>
                </a:moveTo>
                <a:cubicBezTo>
                  <a:pt x="725424" y="1579817"/>
                  <a:pt x="717613" y="1579150"/>
                  <a:pt x="709708" y="1578483"/>
                </a:cubicBezTo>
                <a:lnTo>
                  <a:pt x="710851" y="1564862"/>
                </a:lnTo>
                <a:cubicBezTo>
                  <a:pt x="718566" y="1565529"/>
                  <a:pt x="726376" y="1566101"/>
                  <a:pt x="734092" y="1566577"/>
                </a:cubicBezTo>
                <a:lnTo>
                  <a:pt x="733235" y="1580293"/>
                </a:lnTo>
                <a:close/>
                <a:moveTo>
                  <a:pt x="898588" y="1578578"/>
                </a:moveTo>
                <a:lnTo>
                  <a:pt x="897446" y="1564958"/>
                </a:lnTo>
                <a:cubicBezTo>
                  <a:pt x="905161" y="1564291"/>
                  <a:pt x="912971" y="1563624"/>
                  <a:pt x="920687" y="1562862"/>
                </a:cubicBezTo>
                <a:lnTo>
                  <a:pt x="922020" y="1576483"/>
                </a:lnTo>
                <a:cubicBezTo>
                  <a:pt x="914210" y="1577245"/>
                  <a:pt x="906304" y="1578007"/>
                  <a:pt x="898493" y="1578578"/>
                </a:cubicBezTo>
                <a:close/>
                <a:moveTo>
                  <a:pt x="686276" y="1576197"/>
                </a:moveTo>
                <a:cubicBezTo>
                  <a:pt x="678466" y="1575340"/>
                  <a:pt x="670655" y="1574387"/>
                  <a:pt x="662749" y="1573339"/>
                </a:cubicBezTo>
                <a:lnTo>
                  <a:pt x="664559" y="1559719"/>
                </a:lnTo>
                <a:cubicBezTo>
                  <a:pt x="672274" y="1560767"/>
                  <a:pt x="679990" y="1561719"/>
                  <a:pt x="687705" y="1562576"/>
                </a:cubicBezTo>
                <a:lnTo>
                  <a:pt x="686181" y="1576197"/>
                </a:lnTo>
                <a:close/>
                <a:moveTo>
                  <a:pt x="945547" y="1573911"/>
                </a:moveTo>
                <a:lnTo>
                  <a:pt x="943928" y="1560290"/>
                </a:lnTo>
                <a:cubicBezTo>
                  <a:pt x="951643" y="1559338"/>
                  <a:pt x="959358" y="1558385"/>
                  <a:pt x="967073" y="1557338"/>
                </a:cubicBezTo>
                <a:lnTo>
                  <a:pt x="968978" y="1570958"/>
                </a:lnTo>
                <a:cubicBezTo>
                  <a:pt x="961168" y="1572006"/>
                  <a:pt x="953357" y="1573054"/>
                  <a:pt x="945547" y="1573911"/>
                </a:cubicBezTo>
                <a:close/>
                <a:moveTo>
                  <a:pt x="639318" y="1569815"/>
                </a:moveTo>
                <a:cubicBezTo>
                  <a:pt x="631508" y="1568577"/>
                  <a:pt x="623792" y="1567243"/>
                  <a:pt x="615982" y="1565815"/>
                </a:cubicBezTo>
                <a:lnTo>
                  <a:pt x="618459" y="1552385"/>
                </a:lnTo>
                <a:cubicBezTo>
                  <a:pt x="626078" y="1553813"/>
                  <a:pt x="633794" y="1555147"/>
                  <a:pt x="641413" y="1556385"/>
                </a:cubicBezTo>
                <a:lnTo>
                  <a:pt x="639223" y="1569910"/>
                </a:lnTo>
                <a:close/>
                <a:moveTo>
                  <a:pt x="992315" y="1567529"/>
                </a:moveTo>
                <a:lnTo>
                  <a:pt x="990219" y="1554004"/>
                </a:lnTo>
                <a:cubicBezTo>
                  <a:pt x="997934" y="1552861"/>
                  <a:pt x="1005649" y="1551527"/>
                  <a:pt x="1013269" y="1550289"/>
                </a:cubicBezTo>
                <a:lnTo>
                  <a:pt x="1015556" y="1563814"/>
                </a:lnTo>
                <a:cubicBezTo>
                  <a:pt x="1007841" y="1565148"/>
                  <a:pt x="1000030" y="1566386"/>
                  <a:pt x="992219" y="1567625"/>
                </a:cubicBezTo>
                <a:close/>
                <a:moveTo>
                  <a:pt x="592836" y="1561148"/>
                </a:moveTo>
                <a:cubicBezTo>
                  <a:pt x="585121" y="1559528"/>
                  <a:pt x="577406" y="1557814"/>
                  <a:pt x="569785" y="1555909"/>
                </a:cubicBezTo>
                <a:lnTo>
                  <a:pt x="572929" y="1542574"/>
                </a:lnTo>
                <a:cubicBezTo>
                  <a:pt x="580454" y="1544384"/>
                  <a:pt x="588074" y="1546098"/>
                  <a:pt x="595694" y="1547717"/>
                </a:cubicBezTo>
                <a:lnTo>
                  <a:pt x="592836" y="1561148"/>
                </a:lnTo>
                <a:close/>
                <a:moveTo>
                  <a:pt x="1038892" y="1559528"/>
                </a:moveTo>
                <a:lnTo>
                  <a:pt x="1036320" y="1546098"/>
                </a:lnTo>
                <a:cubicBezTo>
                  <a:pt x="1043940" y="1544669"/>
                  <a:pt x="1051655" y="1543145"/>
                  <a:pt x="1059275" y="1541621"/>
                </a:cubicBezTo>
                <a:lnTo>
                  <a:pt x="1062038" y="1555052"/>
                </a:lnTo>
                <a:cubicBezTo>
                  <a:pt x="1054323" y="1556671"/>
                  <a:pt x="1046607" y="1558195"/>
                  <a:pt x="1038892" y="1559624"/>
                </a:cubicBezTo>
                <a:close/>
                <a:moveTo>
                  <a:pt x="546830" y="1550194"/>
                </a:moveTo>
                <a:cubicBezTo>
                  <a:pt x="539210" y="1548193"/>
                  <a:pt x="531591" y="1546003"/>
                  <a:pt x="524065" y="1543812"/>
                </a:cubicBezTo>
                <a:lnTo>
                  <a:pt x="527971" y="1530668"/>
                </a:lnTo>
                <a:cubicBezTo>
                  <a:pt x="535400" y="1532858"/>
                  <a:pt x="542925" y="1534954"/>
                  <a:pt x="550450" y="1536954"/>
                </a:cubicBezTo>
                <a:lnTo>
                  <a:pt x="546926" y="1550194"/>
                </a:lnTo>
                <a:close/>
                <a:moveTo>
                  <a:pt x="1085088" y="1550099"/>
                </a:moveTo>
                <a:lnTo>
                  <a:pt x="1082135" y="1536764"/>
                </a:lnTo>
                <a:cubicBezTo>
                  <a:pt x="1089755" y="1535049"/>
                  <a:pt x="1097375" y="1533335"/>
                  <a:pt x="1104900" y="1531525"/>
                </a:cubicBezTo>
                <a:lnTo>
                  <a:pt x="1108043" y="1544860"/>
                </a:lnTo>
                <a:cubicBezTo>
                  <a:pt x="1100423" y="1546670"/>
                  <a:pt x="1092708" y="1548384"/>
                  <a:pt x="1085088" y="1550099"/>
                </a:cubicBezTo>
                <a:close/>
                <a:moveTo>
                  <a:pt x="1130999" y="1539240"/>
                </a:moveTo>
                <a:lnTo>
                  <a:pt x="1127665" y="1526000"/>
                </a:lnTo>
                <a:cubicBezTo>
                  <a:pt x="1135190" y="1524095"/>
                  <a:pt x="1142810" y="1522095"/>
                  <a:pt x="1150334" y="1520095"/>
                </a:cubicBezTo>
                <a:lnTo>
                  <a:pt x="1153858" y="1533335"/>
                </a:lnTo>
                <a:cubicBezTo>
                  <a:pt x="1146239" y="1535335"/>
                  <a:pt x="1138619" y="1537335"/>
                  <a:pt x="1130999" y="1539240"/>
                </a:cubicBezTo>
                <a:close/>
                <a:moveTo>
                  <a:pt x="501396" y="1536859"/>
                </a:moveTo>
                <a:cubicBezTo>
                  <a:pt x="493871" y="1534478"/>
                  <a:pt x="486442" y="1531906"/>
                  <a:pt x="478917" y="1529334"/>
                </a:cubicBezTo>
                <a:lnTo>
                  <a:pt x="483489" y="1516380"/>
                </a:lnTo>
                <a:cubicBezTo>
                  <a:pt x="490823" y="1518952"/>
                  <a:pt x="498158" y="1521428"/>
                  <a:pt x="505587" y="1523810"/>
                </a:cubicBezTo>
                <a:lnTo>
                  <a:pt x="501396" y="1536859"/>
                </a:lnTo>
                <a:close/>
                <a:moveTo>
                  <a:pt x="1176528" y="1527048"/>
                </a:moveTo>
                <a:lnTo>
                  <a:pt x="1172813" y="1513904"/>
                </a:lnTo>
                <a:cubicBezTo>
                  <a:pt x="1180338" y="1511808"/>
                  <a:pt x="1187767" y="1509617"/>
                  <a:pt x="1195293" y="1507331"/>
                </a:cubicBezTo>
                <a:lnTo>
                  <a:pt x="1199198" y="1520476"/>
                </a:lnTo>
                <a:cubicBezTo>
                  <a:pt x="1191673" y="1522762"/>
                  <a:pt x="1184148" y="1524953"/>
                  <a:pt x="1176528" y="1527048"/>
                </a:cubicBezTo>
                <a:close/>
                <a:moveTo>
                  <a:pt x="456724" y="1521143"/>
                </a:moveTo>
                <a:cubicBezTo>
                  <a:pt x="449390" y="1518285"/>
                  <a:pt x="442055" y="1515428"/>
                  <a:pt x="434721" y="1512380"/>
                </a:cubicBezTo>
                <a:lnTo>
                  <a:pt x="439960" y="1499711"/>
                </a:lnTo>
                <a:cubicBezTo>
                  <a:pt x="447104" y="1502664"/>
                  <a:pt x="454342" y="1505522"/>
                  <a:pt x="461581" y="1508284"/>
                </a:cubicBezTo>
                <a:lnTo>
                  <a:pt x="456724" y="1521047"/>
                </a:lnTo>
                <a:close/>
                <a:moveTo>
                  <a:pt x="1221772" y="1513523"/>
                </a:moveTo>
                <a:lnTo>
                  <a:pt x="1217676" y="1500473"/>
                </a:lnTo>
                <a:cubicBezTo>
                  <a:pt x="1225106" y="1498187"/>
                  <a:pt x="1232535" y="1495806"/>
                  <a:pt x="1239965" y="1493330"/>
                </a:cubicBezTo>
                <a:lnTo>
                  <a:pt x="1244251" y="1506379"/>
                </a:lnTo>
                <a:cubicBezTo>
                  <a:pt x="1236726" y="1508855"/>
                  <a:pt x="1229297" y="1511237"/>
                  <a:pt x="1221772" y="1513618"/>
                </a:cubicBezTo>
                <a:close/>
                <a:moveTo>
                  <a:pt x="413004" y="1503045"/>
                </a:moveTo>
                <a:cubicBezTo>
                  <a:pt x="405765" y="1499807"/>
                  <a:pt x="398621" y="1496473"/>
                  <a:pt x="391573" y="1493044"/>
                </a:cubicBezTo>
                <a:lnTo>
                  <a:pt x="397478" y="1480661"/>
                </a:lnTo>
                <a:cubicBezTo>
                  <a:pt x="404431" y="1483995"/>
                  <a:pt x="411480" y="1487329"/>
                  <a:pt x="418624" y="1490472"/>
                </a:cubicBezTo>
                <a:lnTo>
                  <a:pt x="413004" y="1502950"/>
                </a:lnTo>
                <a:close/>
                <a:moveTo>
                  <a:pt x="1266539" y="1498759"/>
                </a:moveTo>
                <a:lnTo>
                  <a:pt x="1262063" y="1485805"/>
                </a:lnTo>
                <a:cubicBezTo>
                  <a:pt x="1269397" y="1483233"/>
                  <a:pt x="1276731" y="1480661"/>
                  <a:pt x="1284066" y="1477994"/>
                </a:cubicBezTo>
                <a:lnTo>
                  <a:pt x="1288733" y="1490853"/>
                </a:lnTo>
                <a:cubicBezTo>
                  <a:pt x="1281303" y="1493520"/>
                  <a:pt x="1273969" y="1496187"/>
                  <a:pt x="1266539" y="1498759"/>
                </a:cubicBezTo>
                <a:close/>
                <a:moveTo>
                  <a:pt x="1310831" y="1482566"/>
                </a:moveTo>
                <a:lnTo>
                  <a:pt x="1305878" y="1469803"/>
                </a:lnTo>
                <a:cubicBezTo>
                  <a:pt x="1313117" y="1467041"/>
                  <a:pt x="1320356" y="1464088"/>
                  <a:pt x="1327594" y="1461135"/>
                </a:cubicBezTo>
                <a:lnTo>
                  <a:pt x="1332738" y="1473803"/>
                </a:lnTo>
                <a:cubicBezTo>
                  <a:pt x="1325404" y="1476756"/>
                  <a:pt x="1318165" y="1479709"/>
                  <a:pt x="1310831" y="1482566"/>
                </a:cubicBezTo>
                <a:close/>
                <a:moveTo>
                  <a:pt x="370332" y="1482471"/>
                </a:moveTo>
                <a:cubicBezTo>
                  <a:pt x="363283" y="1478852"/>
                  <a:pt x="356330" y="1475137"/>
                  <a:pt x="349473" y="1471232"/>
                </a:cubicBezTo>
                <a:lnTo>
                  <a:pt x="356140" y="1459230"/>
                </a:lnTo>
                <a:cubicBezTo>
                  <a:pt x="362903" y="1463040"/>
                  <a:pt x="369760" y="1466660"/>
                  <a:pt x="376619" y="1470279"/>
                </a:cubicBezTo>
                <a:lnTo>
                  <a:pt x="370332" y="1482471"/>
                </a:lnTo>
                <a:close/>
                <a:moveTo>
                  <a:pt x="1354550" y="1464659"/>
                </a:moveTo>
                <a:lnTo>
                  <a:pt x="1349121" y="1452086"/>
                </a:lnTo>
                <a:cubicBezTo>
                  <a:pt x="1356265" y="1449038"/>
                  <a:pt x="1363408" y="1445800"/>
                  <a:pt x="1370457" y="1442561"/>
                </a:cubicBezTo>
                <a:lnTo>
                  <a:pt x="1376172" y="1455039"/>
                </a:lnTo>
                <a:cubicBezTo>
                  <a:pt x="1369028" y="1458278"/>
                  <a:pt x="1361789" y="1461516"/>
                  <a:pt x="1354550" y="1464659"/>
                </a:cubicBezTo>
                <a:close/>
                <a:moveTo>
                  <a:pt x="328994" y="1459516"/>
                </a:moveTo>
                <a:cubicBezTo>
                  <a:pt x="322231" y="1455515"/>
                  <a:pt x="315468" y="1451324"/>
                  <a:pt x="308801" y="1447038"/>
                </a:cubicBezTo>
                <a:lnTo>
                  <a:pt x="316135" y="1435513"/>
                </a:lnTo>
                <a:cubicBezTo>
                  <a:pt x="322707" y="1439704"/>
                  <a:pt x="329279" y="1443800"/>
                  <a:pt x="335947" y="1447705"/>
                </a:cubicBezTo>
                <a:lnTo>
                  <a:pt x="328898" y="1459516"/>
                </a:lnTo>
                <a:close/>
                <a:moveTo>
                  <a:pt x="1397603" y="1445038"/>
                </a:moveTo>
                <a:lnTo>
                  <a:pt x="1391603" y="1432751"/>
                </a:lnTo>
                <a:cubicBezTo>
                  <a:pt x="1398651" y="1429322"/>
                  <a:pt x="1405604" y="1425893"/>
                  <a:pt x="1412462" y="1422368"/>
                </a:cubicBezTo>
                <a:lnTo>
                  <a:pt x="1418749" y="1434560"/>
                </a:lnTo>
                <a:cubicBezTo>
                  <a:pt x="1411700" y="1438180"/>
                  <a:pt x="1404652" y="1441704"/>
                  <a:pt x="1397603" y="1445133"/>
                </a:cubicBezTo>
                <a:close/>
                <a:moveTo>
                  <a:pt x="289084" y="1433989"/>
                </a:moveTo>
                <a:cubicBezTo>
                  <a:pt x="282607" y="1429512"/>
                  <a:pt x="276130" y="1424940"/>
                  <a:pt x="269748" y="1420273"/>
                </a:cubicBezTo>
                <a:lnTo>
                  <a:pt x="277844" y="1409224"/>
                </a:lnTo>
                <a:cubicBezTo>
                  <a:pt x="284131" y="1413796"/>
                  <a:pt x="290417" y="1418273"/>
                  <a:pt x="296799" y="1422654"/>
                </a:cubicBezTo>
                <a:lnTo>
                  <a:pt x="289084" y="1433989"/>
                </a:lnTo>
                <a:close/>
                <a:moveTo>
                  <a:pt x="1439704" y="1423416"/>
                </a:moveTo>
                <a:lnTo>
                  <a:pt x="1433131" y="1411414"/>
                </a:lnTo>
                <a:cubicBezTo>
                  <a:pt x="1439990" y="1407700"/>
                  <a:pt x="1446752" y="1403890"/>
                  <a:pt x="1453515" y="1399985"/>
                </a:cubicBezTo>
                <a:lnTo>
                  <a:pt x="1460373" y="1411891"/>
                </a:lnTo>
                <a:cubicBezTo>
                  <a:pt x="1453515" y="1415796"/>
                  <a:pt x="1446657" y="1419701"/>
                  <a:pt x="1439704" y="1423511"/>
                </a:cubicBezTo>
                <a:close/>
                <a:moveTo>
                  <a:pt x="250793" y="1405985"/>
                </a:moveTo>
                <a:cubicBezTo>
                  <a:pt x="244602" y="1401128"/>
                  <a:pt x="238411" y="1396175"/>
                  <a:pt x="232410" y="1391031"/>
                </a:cubicBezTo>
                <a:lnTo>
                  <a:pt x="241173" y="1380554"/>
                </a:lnTo>
                <a:cubicBezTo>
                  <a:pt x="247079" y="1385507"/>
                  <a:pt x="253174" y="1390460"/>
                  <a:pt x="259271" y="1395222"/>
                </a:cubicBezTo>
                <a:lnTo>
                  <a:pt x="250793" y="1405985"/>
                </a:lnTo>
                <a:close/>
                <a:moveTo>
                  <a:pt x="1480661" y="1399699"/>
                </a:moveTo>
                <a:lnTo>
                  <a:pt x="1473517" y="1388078"/>
                </a:lnTo>
                <a:cubicBezTo>
                  <a:pt x="1480185" y="1383983"/>
                  <a:pt x="1486757" y="1379792"/>
                  <a:pt x="1493234" y="1375601"/>
                </a:cubicBezTo>
                <a:lnTo>
                  <a:pt x="1500759" y="1387031"/>
                </a:lnTo>
                <a:cubicBezTo>
                  <a:pt x="1494187" y="1391317"/>
                  <a:pt x="1487519" y="1395603"/>
                  <a:pt x="1480756" y="1399699"/>
                </a:cubicBezTo>
                <a:close/>
                <a:moveTo>
                  <a:pt x="214408" y="1375505"/>
                </a:moveTo>
                <a:cubicBezTo>
                  <a:pt x="211455" y="1372838"/>
                  <a:pt x="208597" y="1370267"/>
                  <a:pt x="205740" y="1367600"/>
                </a:cubicBezTo>
                <a:cubicBezTo>
                  <a:pt x="202787" y="1364933"/>
                  <a:pt x="199930" y="1362170"/>
                  <a:pt x="197073" y="1359408"/>
                </a:cubicBezTo>
                <a:lnTo>
                  <a:pt x="206598" y="1349502"/>
                </a:lnTo>
                <a:cubicBezTo>
                  <a:pt x="209360" y="1352169"/>
                  <a:pt x="212217" y="1354836"/>
                  <a:pt x="215074" y="1357503"/>
                </a:cubicBezTo>
                <a:cubicBezTo>
                  <a:pt x="217932" y="1360170"/>
                  <a:pt x="220790" y="1362742"/>
                  <a:pt x="223647" y="1365314"/>
                </a:cubicBezTo>
                <a:lnTo>
                  <a:pt x="214503" y="1375505"/>
                </a:lnTo>
                <a:close/>
                <a:moveTo>
                  <a:pt x="1520285" y="1373696"/>
                </a:moveTo>
                <a:lnTo>
                  <a:pt x="1512475" y="1362456"/>
                </a:lnTo>
                <a:cubicBezTo>
                  <a:pt x="1518856" y="1357979"/>
                  <a:pt x="1525143" y="1353503"/>
                  <a:pt x="1531334" y="1348835"/>
                </a:cubicBezTo>
                <a:lnTo>
                  <a:pt x="1539526" y="1359789"/>
                </a:lnTo>
                <a:cubicBezTo>
                  <a:pt x="1533239" y="1364552"/>
                  <a:pt x="1526762" y="1369124"/>
                  <a:pt x="1520285" y="1373696"/>
                </a:cubicBezTo>
                <a:close/>
                <a:moveTo>
                  <a:pt x="1558290" y="1345311"/>
                </a:moveTo>
                <a:lnTo>
                  <a:pt x="1549717" y="1334643"/>
                </a:lnTo>
                <a:cubicBezTo>
                  <a:pt x="1555814" y="1329785"/>
                  <a:pt x="1561719" y="1324832"/>
                  <a:pt x="1567624" y="1319784"/>
                </a:cubicBezTo>
                <a:lnTo>
                  <a:pt x="1576578" y="1330166"/>
                </a:lnTo>
                <a:cubicBezTo>
                  <a:pt x="1570577" y="1335310"/>
                  <a:pt x="1564482" y="1340358"/>
                  <a:pt x="1558290" y="1345311"/>
                </a:cubicBezTo>
                <a:close/>
                <a:moveTo>
                  <a:pt x="180213" y="1342549"/>
                </a:moveTo>
                <a:cubicBezTo>
                  <a:pt x="174688" y="1336834"/>
                  <a:pt x="169354" y="1331119"/>
                  <a:pt x="164021" y="1325213"/>
                </a:cubicBezTo>
                <a:lnTo>
                  <a:pt x="174212" y="1316069"/>
                </a:lnTo>
                <a:cubicBezTo>
                  <a:pt x="179356" y="1321784"/>
                  <a:pt x="184690" y="1327499"/>
                  <a:pt x="190024" y="1333024"/>
                </a:cubicBezTo>
                <a:lnTo>
                  <a:pt x="180213" y="1342549"/>
                </a:lnTo>
                <a:close/>
                <a:moveTo>
                  <a:pt x="1594294" y="1314355"/>
                </a:moveTo>
                <a:lnTo>
                  <a:pt x="1584960" y="1304258"/>
                </a:lnTo>
                <a:cubicBezTo>
                  <a:pt x="1590675" y="1299020"/>
                  <a:pt x="1596199" y="1293590"/>
                  <a:pt x="1601724" y="1288161"/>
                </a:cubicBezTo>
                <a:lnTo>
                  <a:pt x="1611440" y="1297877"/>
                </a:lnTo>
                <a:cubicBezTo>
                  <a:pt x="1605820" y="1303496"/>
                  <a:pt x="1600105" y="1308926"/>
                  <a:pt x="1594294" y="1314355"/>
                </a:cubicBezTo>
                <a:close/>
                <a:moveTo>
                  <a:pt x="148495" y="1307306"/>
                </a:moveTo>
                <a:cubicBezTo>
                  <a:pt x="143447" y="1301210"/>
                  <a:pt x="138398" y="1295114"/>
                  <a:pt x="133540" y="1288828"/>
                </a:cubicBezTo>
                <a:lnTo>
                  <a:pt x="144304" y="1280446"/>
                </a:lnTo>
                <a:cubicBezTo>
                  <a:pt x="149066" y="1286542"/>
                  <a:pt x="153924" y="1292543"/>
                  <a:pt x="158877" y="1298543"/>
                </a:cubicBezTo>
                <a:lnTo>
                  <a:pt x="148399" y="1307306"/>
                </a:lnTo>
                <a:close/>
                <a:moveTo>
                  <a:pt x="1627918" y="1280827"/>
                </a:moveTo>
                <a:lnTo>
                  <a:pt x="1617821" y="1271492"/>
                </a:lnTo>
                <a:cubicBezTo>
                  <a:pt x="1623060" y="1265777"/>
                  <a:pt x="1628204" y="1260062"/>
                  <a:pt x="1633252" y="1254157"/>
                </a:cubicBezTo>
                <a:lnTo>
                  <a:pt x="1643634" y="1263015"/>
                </a:lnTo>
                <a:cubicBezTo>
                  <a:pt x="1638490" y="1269016"/>
                  <a:pt x="1633252" y="1274921"/>
                  <a:pt x="1627823" y="1280732"/>
                </a:cubicBezTo>
                <a:close/>
                <a:moveTo>
                  <a:pt x="119348" y="1269873"/>
                </a:moveTo>
                <a:cubicBezTo>
                  <a:pt x="114681" y="1263491"/>
                  <a:pt x="110204" y="1257014"/>
                  <a:pt x="105823" y="1250442"/>
                </a:cubicBezTo>
                <a:lnTo>
                  <a:pt x="117158" y="1242822"/>
                </a:lnTo>
                <a:cubicBezTo>
                  <a:pt x="121444" y="1249299"/>
                  <a:pt x="125921" y="1255585"/>
                  <a:pt x="130398" y="1261872"/>
                </a:cubicBezTo>
                <a:lnTo>
                  <a:pt x="119253" y="1269873"/>
                </a:lnTo>
                <a:close/>
                <a:moveTo>
                  <a:pt x="1658683" y="1244632"/>
                </a:moveTo>
                <a:lnTo>
                  <a:pt x="1647920" y="1236155"/>
                </a:lnTo>
                <a:cubicBezTo>
                  <a:pt x="1652683" y="1230059"/>
                  <a:pt x="1657255" y="1223867"/>
                  <a:pt x="1661827" y="1217581"/>
                </a:cubicBezTo>
                <a:lnTo>
                  <a:pt x="1672971" y="1225487"/>
                </a:lnTo>
                <a:cubicBezTo>
                  <a:pt x="1668399" y="1231964"/>
                  <a:pt x="1663637" y="1238250"/>
                  <a:pt x="1658779" y="1244537"/>
                </a:cubicBezTo>
                <a:close/>
                <a:moveTo>
                  <a:pt x="92964" y="1230439"/>
                </a:moveTo>
                <a:cubicBezTo>
                  <a:pt x="88773" y="1223677"/>
                  <a:pt x="84772" y="1216914"/>
                  <a:pt x="80867" y="1210056"/>
                </a:cubicBezTo>
                <a:lnTo>
                  <a:pt x="92774" y="1203293"/>
                </a:lnTo>
                <a:cubicBezTo>
                  <a:pt x="96583" y="1210056"/>
                  <a:pt x="100584" y="1216724"/>
                  <a:pt x="104680" y="1223296"/>
                </a:cubicBezTo>
                <a:lnTo>
                  <a:pt x="93059" y="1230535"/>
                </a:lnTo>
                <a:close/>
                <a:moveTo>
                  <a:pt x="1686306" y="1205960"/>
                </a:moveTo>
                <a:lnTo>
                  <a:pt x="1674781" y="1198531"/>
                </a:lnTo>
                <a:cubicBezTo>
                  <a:pt x="1677257" y="1194721"/>
                  <a:pt x="1679639" y="1190911"/>
                  <a:pt x="1682020" y="1187006"/>
                </a:cubicBezTo>
                <a:cubicBezTo>
                  <a:pt x="1683734" y="1184243"/>
                  <a:pt x="1685354" y="1181481"/>
                  <a:pt x="1686973" y="1178814"/>
                </a:cubicBezTo>
                <a:lnTo>
                  <a:pt x="1698784" y="1185767"/>
                </a:lnTo>
                <a:cubicBezTo>
                  <a:pt x="1697165" y="1188625"/>
                  <a:pt x="1695450" y="1191387"/>
                  <a:pt x="1693735" y="1194245"/>
                </a:cubicBezTo>
                <a:cubicBezTo>
                  <a:pt x="1691354" y="1198245"/>
                  <a:pt x="1688783" y="1202150"/>
                  <a:pt x="1686306" y="1206056"/>
                </a:cubicBezTo>
                <a:close/>
                <a:moveTo>
                  <a:pt x="69437" y="1189196"/>
                </a:moveTo>
                <a:cubicBezTo>
                  <a:pt x="65722" y="1182148"/>
                  <a:pt x="62198" y="1175099"/>
                  <a:pt x="58865" y="1167956"/>
                </a:cubicBezTo>
                <a:lnTo>
                  <a:pt x="71247" y="1162050"/>
                </a:lnTo>
                <a:cubicBezTo>
                  <a:pt x="74581" y="1169003"/>
                  <a:pt x="78010" y="1175957"/>
                  <a:pt x="81629" y="1182814"/>
                </a:cubicBezTo>
                <a:lnTo>
                  <a:pt x="69533" y="1189196"/>
                </a:lnTo>
                <a:close/>
                <a:moveTo>
                  <a:pt x="1710404" y="1164908"/>
                </a:moveTo>
                <a:lnTo>
                  <a:pt x="1698308" y="1158526"/>
                </a:lnTo>
                <a:cubicBezTo>
                  <a:pt x="1701927" y="1151668"/>
                  <a:pt x="1705356" y="1144714"/>
                  <a:pt x="1708594" y="1137761"/>
                </a:cubicBezTo>
                <a:lnTo>
                  <a:pt x="1720977" y="1143572"/>
                </a:lnTo>
                <a:cubicBezTo>
                  <a:pt x="1717643" y="1150715"/>
                  <a:pt x="1714119" y="1157859"/>
                  <a:pt x="1710404" y="1164908"/>
                </a:cubicBezTo>
                <a:close/>
                <a:moveTo>
                  <a:pt x="48958" y="1146429"/>
                </a:moveTo>
                <a:cubicBezTo>
                  <a:pt x="45816" y="1139190"/>
                  <a:pt x="42767" y="1131856"/>
                  <a:pt x="39910" y="1124426"/>
                </a:cubicBezTo>
                <a:lnTo>
                  <a:pt x="52673" y="1119473"/>
                </a:lnTo>
                <a:cubicBezTo>
                  <a:pt x="55435" y="1126712"/>
                  <a:pt x="58388" y="1133856"/>
                  <a:pt x="61436" y="1141000"/>
                </a:cubicBezTo>
                <a:lnTo>
                  <a:pt x="48863" y="1146429"/>
                </a:lnTo>
                <a:close/>
                <a:moveTo>
                  <a:pt x="1730598" y="1121855"/>
                </a:moveTo>
                <a:lnTo>
                  <a:pt x="1717929" y="1116616"/>
                </a:lnTo>
                <a:cubicBezTo>
                  <a:pt x="1720882" y="1109472"/>
                  <a:pt x="1723739" y="1102233"/>
                  <a:pt x="1726407" y="1094994"/>
                </a:cubicBezTo>
                <a:lnTo>
                  <a:pt x="1739265" y="1099757"/>
                </a:lnTo>
                <a:cubicBezTo>
                  <a:pt x="1736503" y="1107186"/>
                  <a:pt x="1733645" y="1114616"/>
                  <a:pt x="1730598" y="1121950"/>
                </a:cubicBezTo>
                <a:close/>
                <a:moveTo>
                  <a:pt x="31813" y="1102138"/>
                </a:moveTo>
                <a:cubicBezTo>
                  <a:pt x="29242" y="1094613"/>
                  <a:pt x="26765" y="1087088"/>
                  <a:pt x="24479" y="1079564"/>
                </a:cubicBezTo>
                <a:lnTo>
                  <a:pt x="37624" y="1075563"/>
                </a:lnTo>
                <a:cubicBezTo>
                  <a:pt x="39814" y="1082993"/>
                  <a:pt x="42196" y="1090327"/>
                  <a:pt x="44767" y="1097661"/>
                </a:cubicBezTo>
                <a:lnTo>
                  <a:pt x="31813" y="1102138"/>
                </a:lnTo>
                <a:close/>
                <a:moveTo>
                  <a:pt x="1746980" y="1077278"/>
                </a:moveTo>
                <a:lnTo>
                  <a:pt x="1733931" y="1073087"/>
                </a:lnTo>
                <a:cubicBezTo>
                  <a:pt x="1736312" y="1065752"/>
                  <a:pt x="1738503" y="1058323"/>
                  <a:pt x="1740503" y="1050893"/>
                </a:cubicBezTo>
                <a:lnTo>
                  <a:pt x="1753743" y="1054513"/>
                </a:lnTo>
                <a:cubicBezTo>
                  <a:pt x="1751648" y="1062133"/>
                  <a:pt x="1749362" y="1069753"/>
                  <a:pt x="1746980" y="1077278"/>
                </a:cubicBezTo>
                <a:close/>
                <a:moveTo>
                  <a:pt x="18097" y="1056608"/>
                </a:moveTo>
                <a:cubicBezTo>
                  <a:pt x="16097" y="1048893"/>
                  <a:pt x="14288" y="1041273"/>
                  <a:pt x="12573" y="1033463"/>
                </a:cubicBezTo>
                <a:lnTo>
                  <a:pt x="26003" y="1030605"/>
                </a:lnTo>
                <a:cubicBezTo>
                  <a:pt x="27622" y="1038130"/>
                  <a:pt x="29432" y="1045655"/>
                  <a:pt x="31337" y="1053179"/>
                </a:cubicBezTo>
                <a:lnTo>
                  <a:pt x="18097" y="1056608"/>
                </a:lnTo>
                <a:close/>
                <a:moveTo>
                  <a:pt x="1759553" y="1031462"/>
                </a:moveTo>
                <a:lnTo>
                  <a:pt x="1746218" y="1028319"/>
                </a:lnTo>
                <a:cubicBezTo>
                  <a:pt x="1747933" y="1020794"/>
                  <a:pt x="1749552" y="1013174"/>
                  <a:pt x="1750981" y="1005650"/>
                </a:cubicBezTo>
                <a:lnTo>
                  <a:pt x="1764411" y="1008221"/>
                </a:lnTo>
                <a:cubicBezTo>
                  <a:pt x="1762887" y="1016032"/>
                  <a:pt x="1761268" y="1023747"/>
                  <a:pt x="1759458" y="1031462"/>
                </a:cubicBezTo>
                <a:close/>
                <a:moveTo>
                  <a:pt x="8096" y="1010222"/>
                </a:moveTo>
                <a:cubicBezTo>
                  <a:pt x="6763" y="1002411"/>
                  <a:pt x="5525" y="994601"/>
                  <a:pt x="4572" y="986695"/>
                </a:cubicBezTo>
                <a:lnTo>
                  <a:pt x="18193" y="984885"/>
                </a:lnTo>
                <a:cubicBezTo>
                  <a:pt x="19145" y="992600"/>
                  <a:pt x="20384" y="1000220"/>
                  <a:pt x="21622" y="1007840"/>
                </a:cubicBezTo>
                <a:lnTo>
                  <a:pt x="8096" y="1010126"/>
                </a:lnTo>
                <a:close/>
                <a:moveTo>
                  <a:pt x="1768412" y="984790"/>
                </a:moveTo>
                <a:lnTo>
                  <a:pt x="1754886" y="982694"/>
                </a:lnTo>
                <a:cubicBezTo>
                  <a:pt x="1756029" y="975074"/>
                  <a:pt x="1757077" y="967359"/>
                  <a:pt x="1757934" y="959644"/>
                </a:cubicBezTo>
                <a:lnTo>
                  <a:pt x="1771555" y="961263"/>
                </a:lnTo>
                <a:cubicBezTo>
                  <a:pt x="1770602" y="969169"/>
                  <a:pt x="1769555" y="976979"/>
                  <a:pt x="1768412" y="984790"/>
                </a:cubicBezTo>
                <a:close/>
                <a:moveTo>
                  <a:pt x="2000" y="963073"/>
                </a:moveTo>
                <a:cubicBezTo>
                  <a:pt x="1334" y="955167"/>
                  <a:pt x="762" y="947261"/>
                  <a:pt x="476" y="939355"/>
                </a:cubicBezTo>
                <a:lnTo>
                  <a:pt x="14192" y="938784"/>
                </a:lnTo>
                <a:cubicBezTo>
                  <a:pt x="14478" y="946499"/>
                  <a:pt x="15050" y="954214"/>
                  <a:pt x="15716" y="961930"/>
                </a:cubicBezTo>
                <a:lnTo>
                  <a:pt x="2096" y="963073"/>
                </a:lnTo>
                <a:close/>
                <a:moveTo>
                  <a:pt x="1773936" y="937641"/>
                </a:moveTo>
                <a:lnTo>
                  <a:pt x="1760316" y="936593"/>
                </a:lnTo>
                <a:cubicBezTo>
                  <a:pt x="1760887" y="928878"/>
                  <a:pt x="1761363" y="921163"/>
                  <a:pt x="1761744" y="913352"/>
                </a:cubicBezTo>
                <a:lnTo>
                  <a:pt x="1775460" y="914019"/>
                </a:lnTo>
                <a:cubicBezTo>
                  <a:pt x="1775079" y="921925"/>
                  <a:pt x="1774603" y="929830"/>
                  <a:pt x="1774032" y="937641"/>
                </a:cubicBezTo>
                <a:close/>
                <a:moveTo>
                  <a:pt x="13716" y="915543"/>
                </a:moveTo>
                <a:lnTo>
                  <a:pt x="0" y="915543"/>
                </a:lnTo>
                <a:cubicBezTo>
                  <a:pt x="0" y="907637"/>
                  <a:pt x="190" y="899636"/>
                  <a:pt x="571" y="891730"/>
                </a:cubicBezTo>
                <a:lnTo>
                  <a:pt x="14288" y="892397"/>
                </a:lnTo>
                <a:cubicBezTo>
                  <a:pt x="13906" y="900113"/>
                  <a:pt x="13716" y="907828"/>
                  <a:pt x="13716" y="915543"/>
                </a:cubicBezTo>
                <a:close/>
                <a:moveTo>
                  <a:pt x="1776031" y="890302"/>
                </a:moveTo>
                <a:lnTo>
                  <a:pt x="1762315" y="890111"/>
                </a:lnTo>
                <a:cubicBezTo>
                  <a:pt x="1762315" y="887254"/>
                  <a:pt x="1762315" y="884396"/>
                  <a:pt x="1762315" y="881539"/>
                </a:cubicBezTo>
                <a:cubicBezTo>
                  <a:pt x="1762315" y="876586"/>
                  <a:pt x="1762315" y="871728"/>
                  <a:pt x="1762125" y="866775"/>
                </a:cubicBezTo>
                <a:lnTo>
                  <a:pt x="1775841" y="866489"/>
                </a:lnTo>
                <a:cubicBezTo>
                  <a:pt x="1775936" y="871538"/>
                  <a:pt x="1776031" y="876491"/>
                  <a:pt x="1776031" y="881539"/>
                </a:cubicBezTo>
                <a:cubicBezTo>
                  <a:pt x="1776031" y="884492"/>
                  <a:pt x="1776031" y="887349"/>
                  <a:pt x="1776031" y="890207"/>
                </a:cubicBezTo>
                <a:close/>
                <a:moveTo>
                  <a:pt x="15907" y="869347"/>
                </a:moveTo>
                <a:lnTo>
                  <a:pt x="2286" y="868013"/>
                </a:lnTo>
                <a:cubicBezTo>
                  <a:pt x="3048" y="860108"/>
                  <a:pt x="4001" y="852202"/>
                  <a:pt x="5144" y="844391"/>
                </a:cubicBezTo>
                <a:lnTo>
                  <a:pt x="18669" y="846392"/>
                </a:lnTo>
                <a:cubicBezTo>
                  <a:pt x="17526" y="854011"/>
                  <a:pt x="16669" y="861727"/>
                  <a:pt x="15907" y="869347"/>
                </a:cubicBezTo>
                <a:close/>
                <a:moveTo>
                  <a:pt x="1761363" y="843629"/>
                </a:moveTo>
                <a:cubicBezTo>
                  <a:pt x="1760982" y="835914"/>
                  <a:pt x="1760410" y="828104"/>
                  <a:pt x="1759839" y="820388"/>
                </a:cubicBezTo>
                <a:lnTo>
                  <a:pt x="1773460" y="819245"/>
                </a:lnTo>
                <a:cubicBezTo>
                  <a:pt x="1774126" y="827151"/>
                  <a:pt x="1774603" y="834961"/>
                  <a:pt x="1775079" y="842867"/>
                </a:cubicBezTo>
                <a:lnTo>
                  <a:pt x="1761363" y="843534"/>
                </a:lnTo>
                <a:close/>
                <a:moveTo>
                  <a:pt x="22479" y="823436"/>
                </a:moveTo>
                <a:lnTo>
                  <a:pt x="9049" y="820865"/>
                </a:lnTo>
                <a:cubicBezTo>
                  <a:pt x="10573" y="813054"/>
                  <a:pt x="12287" y="805339"/>
                  <a:pt x="14097" y="797624"/>
                </a:cubicBezTo>
                <a:lnTo>
                  <a:pt x="27432" y="800862"/>
                </a:lnTo>
                <a:cubicBezTo>
                  <a:pt x="25622" y="808387"/>
                  <a:pt x="24003" y="815911"/>
                  <a:pt x="22479" y="823532"/>
                </a:cubicBezTo>
                <a:close/>
                <a:moveTo>
                  <a:pt x="1757553" y="797243"/>
                </a:moveTo>
                <a:cubicBezTo>
                  <a:pt x="1756696" y="789527"/>
                  <a:pt x="1755743" y="781812"/>
                  <a:pt x="1754600" y="774097"/>
                </a:cubicBezTo>
                <a:lnTo>
                  <a:pt x="1768126" y="772192"/>
                </a:lnTo>
                <a:cubicBezTo>
                  <a:pt x="1769269" y="780002"/>
                  <a:pt x="1770221" y="787813"/>
                  <a:pt x="1771079" y="795719"/>
                </a:cubicBezTo>
                <a:lnTo>
                  <a:pt x="1757458" y="797243"/>
                </a:lnTo>
                <a:close/>
                <a:moveTo>
                  <a:pt x="33433" y="778478"/>
                </a:moveTo>
                <a:lnTo>
                  <a:pt x="20288" y="774668"/>
                </a:lnTo>
                <a:cubicBezTo>
                  <a:pt x="22479" y="767048"/>
                  <a:pt x="24860" y="759524"/>
                  <a:pt x="27432" y="751999"/>
                </a:cubicBezTo>
                <a:lnTo>
                  <a:pt x="40386" y="756476"/>
                </a:lnTo>
                <a:cubicBezTo>
                  <a:pt x="37910" y="763810"/>
                  <a:pt x="35528" y="771144"/>
                  <a:pt x="33433" y="778574"/>
                </a:cubicBezTo>
                <a:close/>
                <a:moveTo>
                  <a:pt x="1751076" y="751046"/>
                </a:moveTo>
                <a:cubicBezTo>
                  <a:pt x="1749742" y="743426"/>
                  <a:pt x="1748314" y="735711"/>
                  <a:pt x="1746885" y="728186"/>
                </a:cubicBezTo>
                <a:lnTo>
                  <a:pt x="1760316" y="725519"/>
                </a:lnTo>
                <a:cubicBezTo>
                  <a:pt x="1761839" y="733234"/>
                  <a:pt x="1763268" y="741045"/>
                  <a:pt x="1764601" y="748760"/>
                </a:cubicBezTo>
                <a:lnTo>
                  <a:pt x="1751076" y="751046"/>
                </a:lnTo>
                <a:close/>
                <a:moveTo>
                  <a:pt x="48387" y="734568"/>
                </a:moveTo>
                <a:lnTo>
                  <a:pt x="35623" y="729520"/>
                </a:lnTo>
                <a:cubicBezTo>
                  <a:pt x="38576" y="722186"/>
                  <a:pt x="41624" y="714851"/>
                  <a:pt x="44863" y="707612"/>
                </a:cubicBezTo>
                <a:lnTo>
                  <a:pt x="57340" y="713232"/>
                </a:lnTo>
                <a:cubicBezTo>
                  <a:pt x="54198" y="720281"/>
                  <a:pt x="51149" y="727424"/>
                  <a:pt x="48387" y="734568"/>
                </a:cubicBezTo>
                <a:close/>
                <a:moveTo>
                  <a:pt x="1741932" y="705422"/>
                </a:moveTo>
                <a:cubicBezTo>
                  <a:pt x="1740217" y="697802"/>
                  <a:pt x="1738408" y="690277"/>
                  <a:pt x="1736408" y="682752"/>
                </a:cubicBezTo>
                <a:lnTo>
                  <a:pt x="1749648" y="679323"/>
                </a:lnTo>
                <a:cubicBezTo>
                  <a:pt x="1751648" y="686943"/>
                  <a:pt x="1753457" y="694658"/>
                  <a:pt x="1755267" y="702374"/>
                </a:cubicBezTo>
                <a:lnTo>
                  <a:pt x="1741932" y="705422"/>
                </a:lnTo>
                <a:close/>
                <a:moveTo>
                  <a:pt x="67342" y="692277"/>
                </a:moveTo>
                <a:lnTo>
                  <a:pt x="55054" y="686086"/>
                </a:lnTo>
                <a:cubicBezTo>
                  <a:pt x="58579" y="679037"/>
                  <a:pt x="62389" y="671989"/>
                  <a:pt x="66199" y="665036"/>
                </a:cubicBezTo>
                <a:lnTo>
                  <a:pt x="78105" y="671703"/>
                </a:lnTo>
                <a:cubicBezTo>
                  <a:pt x="74295" y="678466"/>
                  <a:pt x="70676" y="685229"/>
                  <a:pt x="67247" y="692182"/>
                </a:cubicBezTo>
                <a:close/>
                <a:moveTo>
                  <a:pt x="1730407" y="660273"/>
                </a:moveTo>
                <a:cubicBezTo>
                  <a:pt x="1728311" y="652748"/>
                  <a:pt x="1726025" y="645319"/>
                  <a:pt x="1723739" y="637984"/>
                </a:cubicBezTo>
                <a:lnTo>
                  <a:pt x="1736789" y="633889"/>
                </a:lnTo>
                <a:cubicBezTo>
                  <a:pt x="1739170" y="641413"/>
                  <a:pt x="1741456" y="648938"/>
                  <a:pt x="1743551" y="656558"/>
                </a:cubicBezTo>
                <a:lnTo>
                  <a:pt x="1730407" y="660273"/>
                </a:lnTo>
                <a:close/>
                <a:moveTo>
                  <a:pt x="90011" y="651986"/>
                </a:moveTo>
                <a:lnTo>
                  <a:pt x="78391" y="644747"/>
                </a:lnTo>
                <a:cubicBezTo>
                  <a:pt x="82582" y="637984"/>
                  <a:pt x="86963" y="631412"/>
                  <a:pt x="91440" y="624840"/>
                </a:cubicBezTo>
                <a:lnTo>
                  <a:pt x="102679" y="632651"/>
                </a:lnTo>
                <a:cubicBezTo>
                  <a:pt x="98298" y="639032"/>
                  <a:pt x="94012" y="645414"/>
                  <a:pt x="89916" y="651986"/>
                </a:cubicBezTo>
                <a:close/>
                <a:moveTo>
                  <a:pt x="1716405" y="615791"/>
                </a:moveTo>
                <a:cubicBezTo>
                  <a:pt x="1713834" y="608457"/>
                  <a:pt x="1711262" y="601123"/>
                  <a:pt x="1708594" y="593884"/>
                </a:cubicBezTo>
                <a:lnTo>
                  <a:pt x="1721453" y="589121"/>
                </a:lnTo>
                <a:cubicBezTo>
                  <a:pt x="1724215" y="596456"/>
                  <a:pt x="1726883" y="603885"/>
                  <a:pt x="1729454" y="611410"/>
                </a:cubicBezTo>
                <a:lnTo>
                  <a:pt x="1716500" y="615886"/>
                </a:lnTo>
                <a:close/>
                <a:moveTo>
                  <a:pt x="116396" y="613886"/>
                </a:moveTo>
                <a:lnTo>
                  <a:pt x="105537" y="605600"/>
                </a:lnTo>
                <a:cubicBezTo>
                  <a:pt x="110395" y="599313"/>
                  <a:pt x="115348" y="593122"/>
                  <a:pt x="120396" y="587026"/>
                </a:cubicBezTo>
                <a:lnTo>
                  <a:pt x="130874" y="595884"/>
                </a:lnTo>
                <a:cubicBezTo>
                  <a:pt x="125921" y="601790"/>
                  <a:pt x="121063" y="607790"/>
                  <a:pt x="116396" y="613982"/>
                </a:cubicBezTo>
                <a:close/>
                <a:moveTo>
                  <a:pt x="146209" y="578453"/>
                </a:moveTo>
                <a:lnTo>
                  <a:pt x="136208" y="569119"/>
                </a:lnTo>
                <a:cubicBezTo>
                  <a:pt x="141637" y="563309"/>
                  <a:pt x="147161" y="557594"/>
                  <a:pt x="152876" y="552069"/>
                </a:cubicBezTo>
                <a:lnTo>
                  <a:pt x="162401" y="561880"/>
                </a:lnTo>
                <a:cubicBezTo>
                  <a:pt x="156877" y="567214"/>
                  <a:pt x="151447" y="572738"/>
                  <a:pt x="146209" y="578453"/>
                </a:cubicBezTo>
                <a:close/>
                <a:moveTo>
                  <a:pt x="1700308" y="571976"/>
                </a:moveTo>
                <a:cubicBezTo>
                  <a:pt x="1697546" y="564737"/>
                  <a:pt x="1694688" y="557403"/>
                  <a:pt x="1691831" y="550164"/>
                </a:cubicBezTo>
                <a:lnTo>
                  <a:pt x="1704594" y="545116"/>
                </a:lnTo>
                <a:cubicBezTo>
                  <a:pt x="1707451" y="552450"/>
                  <a:pt x="1710309" y="559784"/>
                  <a:pt x="1713071" y="567023"/>
                </a:cubicBezTo>
                <a:lnTo>
                  <a:pt x="1700308" y="571881"/>
                </a:lnTo>
                <a:close/>
                <a:moveTo>
                  <a:pt x="179260" y="546163"/>
                </a:moveTo>
                <a:lnTo>
                  <a:pt x="170212" y="535877"/>
                </a:lnTo>
                <a:cubicBezTo>
                  <a:pt x="176213" y="530638"/>
                  <a:pt x="182308" y="525494"/>
                  <a:pt x="188500" y="520636"/>
                </a:cubicBezTo>
                <a:lnTo>
                  <a:pt x="196977" y="531400"/>
                </a:lnTo>
                <a:cubicBezTo>
                  <a:pt x="190976" y="536162"/>
                  <a:pt x="184976" y="541115"/>
                  <a:pt x="179260" y="546259"/>
                </a:cubicBezTo>
                <a:close/>
                <a:moveTo>
                  <a:pt x="1683163" y="528352"/>
                </a:moveTo>
                <a:cubicBezTo>
                  <a:pt x="1680210" y="521113"/>
                  <a:pt x="1677257" y="513874"/>
                  <a:pt x="1674305" y="506730"/>
                </a:cubicBezTo>
                <a:lnTo>
                  <a:pt x="1686973" y="501491"/>
                </a:lnTo>
                <a:cubicBezTo>
                  <a:pt x="1690021" y="508730"/>
                  <a:pt x="1692974" y="515969"/>
                  <a:pt x="1695926" y="523304"/>
                </a:cubicBezTo>
                <a:lnTo>
                  <a:pt x="1683258" y="528447"/>
                </a:lnTo>
                <a:close/>
                <a:moveTo>
                  <a:pt x="215551" y="517493"/>
                </a:moveTo>
                <a:lnTo>
                  <a:pt x="207645" y="506349"/>
                </a:lnTo>
                <a:cubicBezTo>
                  <a:pt x="214122" y="501777"/>
                  <a:pt x="220790" y="497300"/>
                  <a:pt x="227457" y="493109"/>
                </a:cubicBezTo>
                <a:lnTo>
                  <a:pt x="234791" y="504730"/>
                </a:lnTo>
                <a:cubicBezTo>
                  <a:pt x="228314" y="508825"/>
                  <a:pt x="221837" y="513112"/>
                  <a:pt x="215551" y="517588"/>
                </a:cubicBezTo>
                <a:close/>
                <a:moveTo>
                  <a:pt x="254699" y="492919"/>
                </a:moveTo>
                <a:lnTo>
                  <a:pt x="248031" y="480917"/>
                </a:lnTo>
                <a:cubicBezTo>
                  <a:pt x="254984" y="477012"/>
                  <a:pt x="262128" y="473392"/>
                  <a:pt x="269272" y="469963"/>
                </a:cubicBezTo>
                <a:lnTo>
                  <a:pt x="275177" y="482251"/>
                </a:lnTo>
                <a:cubicBezTo>
                  <a:pt x="268319" y="485584"/>
                  <a:pt x="261366" y="489109"/>
                  <a:pt x="254699" y="492919"/>
                </a:cubicBezTo>
                <a:close/>
                <a:moveTo>
                  <a:pt x="1665160" y="485204"/>
                </a:moveTo>
                <a:cubicBezTo>
                  <a:pt x="1662113" y="478060"/>
                  <a:pt x="1658969" y="470916"/>
                  <a:pt x="1655826" y="463772"/>
                </a:cubicBezTo>
                <a:lnTo>
                  <a:pt x="1668304" y="458248"/>
                </a:lnTo>
                <a:cubicBezTo>
                  <a:pt x="1671447" y="465392"/>
                  <a:pt x="1674685" y="472631"/>
                  <a:pt x="1677733" y="479869"/>
                </a:cubicBezTo>
                <a:lnTo>
                  <a:pt x="1665160" y="485299"/>
                </a:lnTo>
                <a:close/>
                <a:moveTo>
                  <a:pt x="296228" y="472821"/>
                </a:moveTo>
                <a:lnTo>
                  <a:pt x="290989" y="460153"/>
                </a:lnTo>
                <a:cubicBezTo>
                  <a:pt x="298323" y="457105"/>
                  <a:pt x="305753" y="454247"/>
                  <a:pt x="313182" y="451580"/>
                </a:cubicBezTo>
                <a:lnTo>
                  <a:pt x="317754" y="464439"/>
                </a:lnTo>
                <a:cubicBezTo>
                  <a:pt x="310515" y="467011"/>
                  <a:pt x="303276" y="469773"/>
                  <a:pt x="296132" y="472726"/>
                </a:cubicBezTo>
                <a:close/>
                <a:moveTo>
                  <a:pt x="339852" y="457295"/>
                </a:moveTo>
                <a:lnTo>
                  <a:pt x="335851" y="444151"/>
                </a:lnTo>
                <a:cubicBezTo>
                  <a:pt x="343376" y="441865"/>
                  <a:pt x="350996" y="439674"/>
                  <a:pt x="358712" y="437674"/>
                </a:cubicBezTo>
                <a:lnTo>
                  <a:pt x="362236" y="450913"/>
                </a:lnTo>
                <a:cubicBezTo>
                  <a:pt x="354711" y="452914"/>
                  <a:pt x="347281" y="455009"/>
                  <a:pt x="339852" y="457295"/>
                </a:cubicBezTo>
                <a:close/>
                <a:moveTo>
                  <a:pt x="384810" y="445389"/>
                </a:moveTo>
                <a:lnTo>
                  <a:pt x="381762" y="432054"/>
                </a:lnTo>
                <a:cubicBezTo>
                  <a:pt x="389477" y="430244"/>
                  <a:pt x="397192" y="428625"/>
                  <a:pt x="404908" y="427101"/>
                </a:cubicBezTo>
                <a:lnTo>
                  <a:pt x="407575" y="440531"/>
                </a:lnTo>
                <a:cubicBezTo>
                  <a:pt x="399955" y="442055"/>
                  <a:pt x="392335" y="443675"/>
                  <a:pt x="384810" y="445389"/>
                </a:cubicBezTo>
                <a:close/>
                <a:moveTo>
                  <a:pt x="1646206" y="442436"/>
                </a:moveTo>
                <a:cubicBezTo>
                  <a:pt x="1642968" y="435388"/>
                  <a:pt x="1639633" y="428339"/>
                  <a:pt x="1636300" y="421291"/>
                </a:cubicBezTo>
                <a:lnTo>
                  <a:pt x="1648682" y="415385"/>
                </a:lnTo>
                <a:cubicBezTo>
                  <a:pt x="1652111" y="422434"/>
                  <a:pt x="1655445" y="429578"/>
                  <a:pt x="1658683" y="436721"/>
                </a:cubicBezTo>
                <a:lnTo>
                  <a:pt x="1646206" y="442436"/>
                </a:lnTo>
                <a:close/>
                <a:moveTo>
                  <a:pt x="430530" y="436150"/>
                </a:moveTo>
                <a:lnTo>
                  <a:pt x="428149" y="422624"/>
                </a:lnTo>
                <a:cubicBezTo>
                  <a:pt x="435864" y="421291"/>
                  <a:pt x="443674" y="419957"/>
                  <a:pt x="451390" y="418719"/>
                </a:cubicBezTo>
                <a:lnTo>
                  <a:pt x="453581" y="432244"/>
                </a:lnTo>
                <a:cubicBezTo>
                  <a:pt x="445866" y="433483"/>
                  <a:pt x="438150" y="434816"/>
                  <a:pt x="430530" y="436150"/>
                </a:cubicBezTo>
                <a:close/>
                <a:moveTo>
                  <a:pt x="476726" y="428720"/>
                </a:moveTo>
                <a:lnTo>
                  <a:pt x="474726" y="415195"/>
                </a:lnTo>
                <a:cubicBezTo>
                  <a:pt x="482441" y="414052"/>
                  <a:pt x="490252" y="412909"/>
                  <a:pt x="498062" y="411861"/>
                </a:cubicBezTo>
                <a:lnTo>
                  <a:pt x="499967" y="425386"/>
                </a:lnTo>
                <a:cubicBezTo>
                  <a:pt x="492252" y="426530"/>
                  <a:pt x="484537" y="427577"/>
                  <a:pt x="476726" y="428720"/>
                </a:cubicBezTo>
                <a:close/>
                <a:moveTo>
                  <a:pt x="523208" y="422053"/>
                </a:moveTo>
                <a:lnTo>
                  <a:pt x="521303" y="408527"/>
                </a:lnTo>
                <a:lnTo>
                  <a:pt x="544544" y="405194"/>
                </a:lnTo>
                <a:lnTo>
                  <a:pt x="546544" y="418719"/>
                </a:lnTo>
                <a:lnTo>
                  <a:pt x="523304" y="422053"/>
                </a:lnTo>
                <a:close/>
                <a:moveTo>
                  <a:pt x="569785" y="415290"/>
                </a:moveTo>
                <a:lnTo>
                  <a:pt x="567690" y="401765"/>
                </a:lnTo>
                <a:cubicBezTo>
                  <a:pt x="575405" y="400621"/>
                  <a:pt x="583121" y="399383"/>
                  <a:pt x="590740" y="398050"/>
                </a:cubicBezTo>
                <a:lnTo>
                  <a:pt x="593026" y="411575"/>
                </a:lnTo>
                <a:cubicBezTo>
                  <a:pt x="585311" y="412909"/>
                  <a:pt x="577501" y="414147"/>
                  <a:pt x="569785" y="415290"/>
                </a:cubicBezTo>
                <a:close/>
                <a:moveTo>
                  <a:pt x="616267" y="407480"/>
                </a:moveTo>
                <a:lnTo>
                  <a:pt x="613696" y="394049"/>
                </a:lnTo>
                <a:cubicBezTo>
                  <a:pt x="621316" y="392621"/>
                  <a:pt x="628936" y="391096"/>
                  <a:pt x="636556" y="389477"/>
                </a:cubicBezTo>
                <a:lnTo>
                  <a:pt x="639413" y="402908"/>
                </a:lnTo>
                <a:cubicBezTo>
                  <a:pt x="631698" y="404527"/>
                  <a:pt x="623983" y="406146"/>
                  <a:pt x="616267" y="407575"/>
                </a:cubicBezTo>
                <a:close/>
                <a:moveTo>
                  <a:pt x="1625917" y="400240"/>
                </a:moveTo>
                <a:cubicBezTo>
                  <a:pt x="1622393" y="393287"/>
                  <a:pt x="1618869" y="386334"/>
                  <a:pt x="1615249" y="379381"/>
                </a:cubicBezTo>
                <a:lnTo>
                  <a:pt x="1627346" y="372999"/>
                </a:lnTo>
                <a:cubicBezTo>
                  <a:pt x="1630966" y="379952"/>
                  <a:pt x="1634585" y="387001"/>
                  <a:pt x="1638110" y="394049"/>
                </a:cubicBezTo>
                <a:lnTo>
                  <a:pt x="1625823" y="400145"/>
                </a:lnTo>
                <a:close/>
                <a:moveTo>
                  <a:pt x="662464" y="397383"/>
                </a:moveTo>
                <a:lnTo>
                  <a:pt x="659130" y="384048"/>
                </a:lnTo>
                <a:cubicBezTo>
                  <a:pt x="666655" y="382143"/>
                  <a:pt x="674084" y="380143"/>
                  <a:pt x="681514" y="378047"/>
                </a:cubicBezTo>
                <a:lnTo>
                  <a:pt x="685324" y="391192"/>
                </a:lnTo>
                <a:cubicBezTo>
                  <a:pt x="677799" y="393383"/>
                  <a:pt x="670084" y="395478"/>
                  <a:pt x="662464" y="397383"/>
                </a:cubicBezTo>
                <a:close/>
                <a:moveTo>
                  <a:pt x="708088" y="384143"/>
                </a:moveTo>
                <a:lnTo>
                  <a:pt x="703707" y="371189"/>
                </a:lnTo>
                <a:cubicBezTo>
                  <a:pt x="711041" y="368713"/>
                  <a:pt x="718280" y="366046"/>
                  <a:pt x="725424" y="363284"/>
                </a:cubicBezTo>
                <a:lnTo>
                  <a:pt x="730473" y="376047"/>
                </a:lnTo>
                <a:cubicBezTo>
                  <a:pt x="723138" y="379000"/>
                  <a:pt x="715613" y="381667"/>
                  <a:pt x="708088" y="384238"/>
                </a:cubicBezTo>
                <a:close/>
                <a:moveTo>
                  <a:pt x="752380" y="366522"/>
                </a:moveTo>
                <a:lnTo>
                  <a:pt x="746569" y="354140"/>
                </a:lnTo>
                <a:cubicBezTo>
                  <a:pt x="753618" y="350806"/>
                  <a:pt x="760571" y="347377"/>
                  <a:pt x="767144" y="343757"/>
                </a:cubicBezTo>
                <a:lnTo>
                  <a:pt x="773716" y="355759"/>
                </a:lnTo>
                <a:cubicBezTo>
                  <a:pt x="766858" y="359473"/>
                  <a:pt x="759714" y="363093"/>
                  <a:pt x="752380" y="366522"/>
                </a:cubicBezTo>
                <a:close/>
                <a:moveTo>
                  <a:pt x="1604296" y="358807"/>
                </a:moveTo>
                <a:cubicBezTo>
                  <a:pt x="1600581" y="351949"/>
                  <a:pt x="1596771" y="345186"/>
                  <a:pt x="1592866" y="338423"/>
                </a:cubicBezTo>
                <a:lnTo>
                  <a:pt x="1604772" y="331565"/>
                </a:lnTo>
                <a:cubicBezTo>
                  <a:pt x="1608677" y="338423"/>
                  <a:pt x="1612583" y="345281"/>
                  <a:pt x="1616298" y="352234"/>
                </a:cubicBezTo>
                <a:lnTo>
                  <a:pt x="1604296" y="358807"/>
                </a:lnTo>
                <a:close/>
                <a:moveTo>
                  <a:pt x="794385" y="343757"/>
                </a:moveTo>
                <a:lnTo>
                  <a:pt x="787051" y="332137"/>
                </a:lnTo>
                <a:cubicBezTo>
                  <a:pt x="792385" y="328708"/>
                  <a:pt x="797719" y="325184"/>
                  <a:pt x="802958" y="321373"/>
                </a:cubicBezTo>
                <a:lnTo>
                  <a:pt x="806006" y="319183"/>
                </a:lnTo>
                <a:lnTo>
                  <a:pt x="814102" y="330232"/>
                </a:lnTo>
                <a:lnTo>
                  <a:pt x="810863" y="332518"/>
                </a:lnTo>
                <a:cubicBezTo>
                  <a:pt x="805434" y="336423"/>
                  <a:pt x="799910" y="340138"/>
                  <a:pt x="794290" y="343662"/>
                </a:cubicBezTo>
                <a:close/>
                <a:moveTo>
                  <a:pt x="1580960" y="318325"/>
                </a:moveTo>
                <a:cubicBezTo>
                  <a:pt x="1576959" y="311658"/>
                  <a:pt x="1572863" y="305086"/>
                  <a:pt x="1568673" y="298513"/>
                </a:cubicBezTo>
                <a:lnTo>
                  <a:pt x="1580198" y="291179"/>
                </a:lnTo>
                <a:cubicBezTo>
                  <a:pt x="1584389" y="297847"/>
                  <a:pt x="1588580" y="304514"/>
                  <a:pt x="1592675" y="311277"/>
                </a:cubicBezTo>
                <a:lnTo>
                  <a:pt x="1580960" y="318325"/>
                </a:lnTo>
                <a:close/>
                <a:moveTo>
                  <a:pt x="832866" y="315373"/>
                </a:moveTo>
                <a:lnTo>
                  <a:pt x="824008" y="304895"/>
                </a:lnTo>
                <a:cubicBezTo>
                  <a:pt x="829723" y="300038"/>
                  <a:pt x="835533" y="294894"/>
                  <a:pt x="841153" y="289465"/>
                </a:cubicBezTo>
                <a:lnTo>
                  <a:pt x="850583" y="299371"/>
                </a:lnTo>
                <a:cubicBezTo>
                  <a:pt x="844677" y="304990"/>
                  <a:pt x="838676" y="310325"/>
                  <a:pt x="832771" y="315373"/>
                </a:cubicBezTo>
                <a:close/>
                <a:moveTo>
                  <a:pt x="867442" y="282607"/>
                </a:moveTo>
                <a:lnTo>
                  <a:pt x="857536" y="273177"/>
                </a:lnTo>
                <a:cubicBezTo>
                  <a:pt x="862870" y="267557"/>
                  <a:pt x="868108" y="261842"/>
                  <a:pt x="873252" y="256032"/>
                </a:cubicBezTo>
                <a:lnTo>
                  <a:pt x="883539" y="265081"/>
                </a:lnTo>
                <a:cubicBezTo>
                  <a:pt x="878300" y="270986"/>
                  <a:pt x="872966" y="276892"/>
                  <a:pt x="867442" y="282607"/>
                </a:cubicBezTo>
                <a:close/>
                <a:moveTo>
                  <a:pt x="1555909" y="278987"/>
                </a:moveTo>
                <a:cubicBezTo>
                  <a:pt x="1551527" y="272510"/>
                  <a:pt x="1547146" y="266129"/>
                  <a:pt x="1542574" y="259842"/>
                </a:cubicBezTo>
                <a:lnTo>
                  <a:pt x="1553718" y="251936"/>
                </a:lnTo>
                <a:cubicBezTo>
                  <a:pt x="1558290" y="258318"/>
                  <a:pt x="1562767" y="264890"/>
                  <a:pt x="1567244" y="271367"/>
                </a:cubicBezTo>
                <a:lnTo>
                  <a:pt x="1555909" y="278987"/>
                </a:lnTo>
                <a:close/>
                <a:moveTo>
                  <a:pt x="898969" y="247078"/>
                </a:moveTo>
                <a:lnTo>
                  <a:pt x="888492" y="238316"/>
                </a:lnTo>
                <a:cubicBezTo>
                  <a:pt x="893445" y="232315"/>
                  <a:pt x="898398" y="226314"/>
                  <a:pt x="903256" y="220218"/>
                </a:cubicBezTo>
                <a:lnTo>
                  <a:pt x="913924" y="228791"/>
                </a:lnTo>
                <a:cubicBezTo>
                  <a:pt x="908971" y="234982"/>
                  <a:pt x="904018" y="241078"/>
                  <a:pt x="898969" y="247078"/>
                </a:cubicBezTo>
                <a:close/>
                <a:moveTo>
                  <a:pt x="1528763" y="240983"/>
                </a:moveTo>
                <a:cubicBezTo>
                  <a:pt x="1524095" y="234791"/>
                  <a:pt x="1519238" y="228695"/>
                  <a:pt x="1514380" y="222599"/>
                </a:cubicBezTo>
                <a:lnTo>
                  <a:pt x="1525048" y="214027"/>
                </a:lnTo>
                <a:cubicBezTo>
                  <a:pt x="1530001" y="220218"/>
                  <a:pt x="1534858" y="226409"/>
                  <a:pt x="1539621" y="232696"/>
                </a:cubicBezTo>
                <a:lnTo>
                  <a:pt x="1528668" y="240983"/>
                </a:lnTo>
                <a:close/>
                <a:moveTo>
                  <a:pt x="928592" y="210407"/>
                </a:moveTo>
                <a:lnTo>
                  <a:pt x="917829" y="201930"/>
                </a:lnTo>
                <a:lnTo>
                  <a:pt x="932307" y="183451"/>
                </a:lnTo>
                <a:lnTo>
                  <a:pt x="943070" y="191929"/>
                </a:lnTo>
                <a:lnTo>
                  <a:pt x="928592" y="210407"/>
                </a:lnTo>
                <a:close/>
                <a:moveTo>
                  <a:pt x="1499521" y="204788"/>
                </a:moveTo>
                <a:cubicBezTo>
                  <a:pt x="1494473" y="198882"/>
                  <a:pt x="1489329" y="193072"/>
                  <a:pt x="1484091" y="187452"/>
                </a:cubicBezTo>
                <a:lnTo>
                  <a:pt x="1494187" y="178213"/>
                </a:lnTo>
                <a:cubicBezTo>
                  <a:pt x="1499521" y="184023"/>
                  <a:pt x="1504760" y="189928"/>
                  <a:pt x="1509998" y="195929"/>
                </a:cubicBezTo>
                <a:lnTo>
                  <a:pt x="1499616" y="204883"/>
                </a:lnTo>
                <a:close/>
                <a:moveTo>
                  <a:pt x="957644" y="173546"/>
                </a:moveTo>
                <a:lnTo>
                  <a:pt x="946976" y="164973"/>
                </a:lnTo>
                <a:cubicBezTo>
                  <a:pt x="951929" y="158877"/>
                  <a:pt x="956881" y="152686"/>
                  <a:pt x="961930" y="146685"/>
                </a:cubicBezTo>
                <a:lnTo>
                  <a:pt x="972503" y="155448"/>
                </a:lnTo>
                <a:cubicBezTo>
                  <a:pt x="967549" y="161449"/>
                  <a:pt x="962597" y="167449"/>
                  <a:pt x="957739" y="173546"/>
                </a:cubicBezTo>
                <a:close/>
                <a:moveTo>
                  <a:pt x="1467993" y="170593"/>
                </a:moveTo>
                <a:cubicBezTo>
                  <a:pt x="1462564" y="165068"/>
                  <a:pt x="1457039" y="159734"/>
                  <a:pt x="1451325" y="154400"/>
                </a:cubicBezTo>
                <a:lnTo>
                  <a:pt x="1460659" y="144399"/>
                </a:lnTo>
                <a:cubicBezTo>
                  <a:pt x="1466469" y="149828"/>
                  <a:pt x="1472089" y="155353"/>
                  <a:pt x="1477708" y="160972"/>
                </a:cubicBezTo>
                <a:lnTo>
                  <a:pt x="1467993" y="170593"/>
                </a:lnTo>
                <a:close/>
                <a:moveTo>
                  <a:pt x="1434179" y="138874"/>
                </a:moveTo>
                <a:cubicBezTo>
                  <a:pt x="1428369" y="133826"/>
                  <a:pt x="1422368" y="128873"/>
                  <a:pt x="1416367" y="124016"/>
                </a:cubicBezTo>
                <a:lnTo>
                  <a:pt x="1424940" y="113347"/>
                </a:lnTo>
                <a:cubicBezTo>
                  <a:pt x="1431132" y="118300"/>
                  <a:pt x="1437227" y="123349"/>
                  <a:pt x="1443133" y="128492"/>
                </a:cubicBezTo>
                <a:lnTo>
                  <a:pt x="1434179" y="138874"/>
                </a:lnTo>
                <a:close/>
                <a:moveTo>
                  <a:pt x="987552" y="137731"/>
                </a:moveTo>
                <a:lnTo>
                  <a:pt x="977265" y="128683"/>
                </a:lnTo>
                <a:lnTo>
                  <a:pt x="979456" y="126206"/>
                </a:lnTo>
                <a:cubicBezTo>
                  <a:pt x="983742" y="121348"/>
                  <a:pt x="988600" y="116396"/>
                  <a:pt x="993838" y="111347"/>
                </a:cubicBezTo>
                <a:lnTo>
                  <a:pt x="1003363" y="121158"/>
                </a:lnTo>
                <a:cubicBezTo>
                  <a:pt x="998410" y="126016"/>
                  <a:pt x="993838" y="130778"/>
                  <a:pt x="989743" y="135255"/>
                </a:cubicBezTo>
                <a:lnTo>
                  <a:pt x="987552" y="137731"/>
                </a:lnTo>
                <a:close/>
                <a:moveTo>
                  <a:pt x="1397984" y="109919"/>
                </a:moveTo>
                <a:cubicBezTo>
                  <a:pt x="1391793" y="105346"/>
                  <a:pt x="1385506" y="100965"/>
                  <a:pt x="1379030" y="96583"/>
                </a:cubicBezTo>
                <a:lnTo>
                  <a:pt x="1386649" y="85153"/>
                </a:lnTo>
                <a:cubicBezTo>
                  <a:pt x="1393222" y="89535"/>
                  <a:pt x="1399699" y="94107"/>
                  <a:pt x="1406081" y="98774"/>
                </a:cubicBezTo>
                <a:lnTo>
                  <a:pt x="1397984" y="109823"/>
                </a:lnTo>
                <a:close/>
                <a:moveTo>
                  <a:pt x="1020508" y="105632"/>
                </a:moveTo>
                <a:lnTo>
                  <a:pt x="1011650" y="95155"/>
                </a:lnTo>
                <a:cubicBezTo>
                  <a:pt x="1017556" y="90106"/>
                  <a:pt x="1023747" y="85153"/>
                  <a:pt x="1030224" y="80200"/>
                </a:cubicBezTo>
                <a:lnTo>
                  <a:pt x="1038511" y="91059"/>
                </a:lnTo>
                <a:cubicBezTo>
                  <a:pt x="1032225" y="95821"/>
                  <a:pt x="1026224" y="100679"/>
                  <a:pt x="1020508" y="105537"/>
                </a:cubicBezTo>
                <a:close/>
                <a:moveTo>
                  <a:pt x="1366743" y="88582"/>
                </a:moveTo>
                <a:lnTo>
                  <a:pt x="1346930" y="76009"/>
                </a:lnTo>
                <a:lnTo>
                  <a:pt x="1354265" y="64389"/>
                </a:lnTo>
                <a:lnTo>
                  <a:pt x="1374172" y="76962"/>
                </a:lnTo>
                <a:lnTo>
                  <a:pt x="1366838" y="88582"/>
                </a:lnTo>
                <a:close/>
                <a:moveTo>
                  <a:pt x="1057275" y="77533"/>
                </a:moveTo>
                <a:lnTo>
                  <a:pt x="1049465" y="66294"/>
                </a:lnTo>
                <a:cubicBezTo>
                  <a:pt x="1055942" y="61817"/>
                  <a:pt x="1062609" y="57436"/>
                  <a:pt x="1069372" y="53245"/>
                </a:cubicBezTo>
                <a:lnTo>
                  <a:pt x="1076611" y="64865"/>
                </a:lnTo>
                <a:cubicBezTo>
                  <a:pt x="1070039" y="68961"/>
                  <a:pt x="1063466" y="73247"/>
                  <a:pt x="1057180" y="77533"/>
                </a:cubicBezTo>
                <a:close/>
                <a:moveTo>
                  <a:pt x="1327023" y="63532"/>
                </a:moveTo>
                <a:lnTo>
                  <a:pt x="1307211" y="50959"/>
                </a:lnTo>
                <a:lnTo>
                  <a:pt x="1314545" y="39338"/>
                </a:lnTo>
                <a:lnTo>
                  <a:pt x="1334357" y="51911"/>
                </a:lnTo>
                <a:lnTo>
                  <a:pt x="1327023" y="63532"/>
                </a:lnTo>
                <a:close/>
                <a:moveTo>
                  <a:pt x="1096613" y="53054"/>
                </a:moveTo>
                <a:lnTo>
                  <a:pt x="1089946" y="41053"/>
                </a:lnTo>
                <a:cubicBezTo>
                  <a:pt x="1096899" y="37147"/>
                  <a:pt x="1103948" y="33433"/>
                  <a:pt x="1111091" y="30004"/>
                </a:cubicBezTo>
                <a:lnTo>
                  <a:pt x="1117092" y="42291"/>
                </a:lnTo>
                <a:cubicBezTo>
                  <a:pt x="1110234" y="45625"/>
                  <a:pt x="1103376" y="49244"/>
                  <a:pt x="1096613" y="53054"/>
                </a:cubicBezTo>
                <a:close/>
                <a:moveTo>
                  <a:pt x="1287304" y="38481"/>
                </a:moveTo>
                <a:lnTo>
                  <a:pt x="1267397" y="25908"/>
                </a:lnTo>
                <a:lnTo>
                  <a:pt x="1274731" y="14288"/>
                </a:lnTo>
                <a:lnTo>
                  <a:pt x="1294543" y="26860"/>
                </a:lnTo>
                <a:lnTo>
                  <a:pt x="1287208" y="38481"/>
                </a:lnTo>
                <a:close/>
                <a:moveTo>
                  <a:pt x="1138047" y="32861"/>
                </a:moveTo>
                <a:lnTo>
                  <a:pt x="1132809" y="20193"/>
                </a:lnTo>
                <a:cubicBezTo>
                  <a:pt x="1140428" y="17050"/>
                  <a:pt x="1147953" y="14192"/>
                  <a:pt x="1155287" y="11716"/>
                </a:cubicBezTo>
                <a:lnTo>
                  <a:pt x="1159669" y="24670"/>
                </a:lnTo>
                <a:cubicBezTo>
                  <a:pt x="1152715" y="27051"/>
                  <a:pt x="1145382" y="29718"/>
                  <a:pt x="1138143" y="32766"/>
                </a:cubicBezTo>
                <a:close/>
                <a:moveTo>
                  <a:pt x="1181576" y="18478"/>
                </a:moveTo>
                <a:lnTo>
                  <a:pt x="1178433" y="5144"/>
                </a:lnTo>
                <a:cubicBezTo>
                  <a:pt x="1186624" y="3239"/>
                  <a:pt x="1194721" y="1810"/>
                  <a:pt x="1202341" y="952"/>
                </a:cubicBezTo>
                <a:lnTo>
                  <a:pt x="1203865" y="14573"/>
                </a:lnTo>
                <a:cubicBezTo>
                  <a:pt x="1196721" y="15335"/>
                  <a:pt x="1189292" y="16669"/>
                  <a:pt x="1181576" y="18574"/>
                </a:cubicBezTo>
                <a:close/>
                <a:moveTo>
                  <a:pt x="1247870" y="17145"/>
                </a:moveTo>
                <a:cubicBezTo>
                  <a:pt x="1241203" y="15240"/>
                  <a:pt x="1233964" y="14097"/>
                  <a:pt x="1226249" y="13716"/>
                </a:cubicBezTo>
                <a:lnTo>
                  <a:pt x="1226916" y="0"/>
                </a:lnTo>
                <a:cubicBezTo>
                  <a:pt x="1235678" y="476"/>
                  <a:pt x="1243965" y="1810"/>
                  <a:pt x="1251585" y="4000"/>
                </a:cubicBezTo>
                <a:lnTo>
                  <a:pt x="1247775" y="17145"/>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6" name="Google Shape;308;p41"/>
          <p:cNvSpPr/>
          <p:nvPr/>
        </p:nvSpPr>
        <p:spPr>
          <a:xfrm rot="3612600">
            <a:off x="8645457" y="2212320"/>
            <a:ext cx="3224880" cy="5294880"/>
          </a:xfrm>
          <a:custGeom>
            <a:avLst/>
            <a:gdLst>
              <a:gd name="textAreaLeft" fmla="*/ 0 w 3224880"/>
              <a:gd name="textAreaRight" fmla="*/ 3225240 w 3224880"/>
              <a:gd name="textAreaTop" fmla="*/ 0 h 5294880"/>
              <a:gd name="textAreaBottom" fmla="*/ 5295240 h 5294880"/>
            </a:gdLst>
            <a:ahLst/>
            <a:cxnLst/>
            <a:rect l="textAreaLeft" t="textAreaTop" r="textAreaRight" b="textAreaBottom"/>
            <a:pathLst>
              <a:path w="886486" h="1382285">
                <a:moveTo>
                  <a:pt x="690045" y="38454"/>
                </a:moveTo>
                <a:cubicBezTo>
                  <a:pt x="532787" y="-42413"/>
                  <a:pt x="326761" y="11403"/>
                  <a:pt x="200936" y="133323"/>
                </a:cubicBezTo>
                <a:cubicBezTo>
                  <a:pt x="75110" y="255148"/>
                  <a:pt x="18818" y="430503"/>
                  <a:pt x="4054" y="602048"/>
                </a:cubicBezTo>
                <a:cubicBezTo>
                  <a:pt x="-10900" y="775689"/>
                  <a:pt x="13960" y="956759"/>
                  <a:pt x="104733" y="1107254"/>
                </a:cubicBezTo>
                <a:cubicBezTo>
                  <a:pt x="195506" y="1257749"/>
                  <a:pt x="358860" y="1372907"/>
                  <a:pt x="538883" y="1381765"/>
                </a:cubicBezTo>
                <a:cubicBezTo>
                  <a:pt x="639372" y="1386718"/>
                  <a:pt x="744718" y="1356428"/>
                  <a:pt x="814346" y="1286134"/>
                </a:cubicBezTo>
                <a:cubicBezTo>
                  <a:pt x="883974" y="1215839"/>
                  <a:pt x="909691" y="1102968"/>
                  <a:pt x="862447" y="1017053"/>
                </a:cubicBezTo>
                <a:cubicBezTo>
                  <a:pt x="823109" y="945710"/>
                  <a:pt x="743480" y="903229"/>
                  <a:pt x="696426" y="836363"/>
                </a:cubicBezTo>
                <a:cubicBezTo>
                  <a:pt x="642229" y="759306"/>
                  <a:pt x="639372" y="651483"/>
                  <a:pt x="689378" y="571759"/>
                </a:cubicBezTo>
                <a:cubicBezTo>
                  <a:pt x="713952" y="532611"/>
                  <a:pt x="749290" y="500893"/>
                  <a:pt x="776246" y="463174"/>
                </a:cubicBezTo>
                <a:cubicBezTo>
                  <a:pt x="869400" y="332777"/>
                  <a:pt x="845493" y="118083"/>
                  <a:pt x="690045" y="38264"/>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7" name="Google Shape;309;p41"/>
          <p:cNvSpPr/>
          <p:nvPr/>
        </p:nvSpPr>
        <p:spPr>
          <a:xfrm rot="7168200">
            <a:off x="630000" y="3826080"/>
            <a:ext cx="694440" cy="1544040"/>
          </a:xfrm>
          <a:custGeom>
            <a:avLst/>
            <a:gdLst>
              <a:gd name="textAreaLeft" fmla="*/ 0 w 694440"/>
              <a:gd name="textAreaRight" fmla="*/ 694800 w 694440"/>
              <a:gd name="textAreaTop" fmla="*/ 0 h 1544040"/>
              <a:gd name="textAreaBottom" fmla="*/ 1544400 h 1544040"/>
            </a:gdLst>
            <a:ahLst/>
            <a:cxnLst/>
            <a:rect l="textAreaLeft" t="textAreaTop" r="textAreaRight" b="textAreaBottom"/>
            <a:pathLst>
              <a:path w="303148" h="673968">
                <a:moveTo>
                  <a:pt x="6276" y="41516"/>
                </a:moveTo>
                <a:cubicBezTo>
                  <a:pt x="-13726" y="87903"/>
                  <a:pt x="18278" y="138576"/>
                  <a:pt x="43519" y="182296"/>
                </a:cubicBezTo>
                <a:cubicBezTo>
                  <a:pt x="93620" y="269164"/>
                  <a:pt x="120957" y="368890"/>
                  <a:pt x="122290" y="469093"/>
                </a:cubicBezTo>
                <a:cubicBezTo>
                  <a:pt x="122862" y="513861"/>
                  <a:pt x="118576" y="560057"/>
                  <a:pt x="133530" y="602348"/>
                </a:cubicBezTo>
                <a:cubicBezTo>
                  <a:pt x="148484" y="644544"/>
                  <a:pt x="190775" y="681787"/>
                  <a:pt x="234590" y="672547"/>
                </a:cubicBezTo>
                <a:cubicBezTo>
                  <a:pt x="266213" y="665880"/>
                  <a:pt x="289264" y="636829"/>
                  <a:pt x="297836" y="605682"/>
                </a:cubicBezTo>
                <a:cubicBezTo>
                  <a:pt x="306409" y="574535"/>
                  <a:pt x="303075" y="541483"/>
                  <a:pt x="298503" y="509479"/>
                </a:cubicBezTo>
                <a:cubicBezTo>
                  <a:pt x="279358" y="373462"/>
                  <a:pt x="237067" y="247923"/>
                  <a:pt x="187346" y="120669"/>
                </a:cubicBezTo>
                <a:cubicBezTo>
                  <a:pt x="173630" y="85522"/>
                  <a:pt x="166201" y="50470"/>
                  <a:pt x="136387" y="25228"/>
                </a:cubicBezTo>
                <a:cubicBezTo>
                  <a:pt x="96859" y="-8300"/>
                  <a:pt x="29993" y="-13634"/>
                  <a:pt x="6181" y="4161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pic>
        <p:nvPicPr>
          <p:cNvPr id="3" name="Picture 2">
            <a:extLst>
              <a:ext uri="{FF2B5EF4-FFF2-40B4-BE49-F238E27FC236}">
                <a16:creationId xmlns:a16="http://schemas.microsoft.com/office/drawing/2014/main" id="{A21BA0B7-B071-4529-31BE-F7DFE66609AC}"/>
              </a:ext>
            </a:extLst>
          </p:cNvPr>
          <p:cNvPicPr>
            <a:picLocks noChangeAspect="1"/>
          </p:cNvPicPr>
          <p:nvPr/>
        </p:nvPicPr>
        <p:blipFill>
          <a:blip r:embed="rId2"/>
          <a:stretch>
            <a:fillRect/>
          </a:stretch>
        </p:blipFill>
        <p:spPr>
          <a:xfrm>
            <a:off x="6382234" y="2404362"/>
            <a:ext cx="2669049" cy="1351856"/>
          </a:xfrm>
          <a:prstGeom prst="rect">
            <a:avLst/>
          </a:prstGeom>
        </p:spPr>
      </p:pic>
      <p:sp>
        <p:nvSpPr>
          <p:cNvPr id="4" name="Rectangle 1">
            <a:extLst>
              <a:ext uri="{FF2B5EF4-FFF2-40B4-BE49-F238E27FC236}">
                <a16:creationId xmlns:a16="http://schemas.microsoft.com/office/drawing/2014/main" id="{7FDEDE1A-BC84-C174-8FD2-0ECBB6ACF040}"/>
              </a:ext>
            </a:extLst>
          </p:cNvPr>
          <p:cNvSpPr>
            <a:spLocks noGrp="1" noChangeArrowheads="1"/>
          </p:cNvSpPr>
          <p:nvPr>
            <p:ph type="subTitle"/>
          </p:nvPr>
        </p:nvSpPr>
        <p:spPr bwMode="auto">
          <a:xfrm>
            <a:off x="1369279" y="1968232"/>
            <a:ext cx="4943330" cy="2629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accent2"/>
                </a:solidFill>
                <a:effectLst/>
                <a:latin typeface="Albert Sans"/>
              </a:rPr>
              <a:t>Plagiarism hurts your good name</a:t>
            </a:r>
            <a:r>
              <a:rPr kumimoji="0" lang="en-US" altLang="en-US" sz="1800" b="0" i="0" u="none" strike="noStrike" cap="none" normalizeH="0" baseline="0" dirty="0">
                <a:ln>
                  <a:noFill/>
                </a:ln>
                <a:solidFill>
                  <a:schemeClr val="accent2"/>
                </a:solidFill>
                <a:effectLst/>
                <a:latin typeface="Albert Sans"/>
              </a:rPr>
              <a:t> and character.</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accent2"/>
                </a:solidFill>
                <a:effectLst/>
                <a:latin typeface="Albert Sans"/>
              </a:rPr>
              <a:t>Teachers may stop seeing you as an honest student.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accent2"/>
                </a:solidFill>
                <a:effectLst/>
                <a:latin typeface="Albert Sans"/>
              </a:rPr>
              <a:t> Employers and professionals may not trust your work.</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accent2"/>
                </a:solidFill>
                <a:effectLst/>
                <a:latin typeface="Albert Sans"/>
              </a:rPr>
              <a:t> Once your reputation is damaged, it is </a:t>
            </a:r>
            <a:r>
              <a:rPr kumimoji="0" lang="en-US" altLang="en-US" sz="1800" b="1" i="0" u="none" strike="noStrike" cap="none" normalizeH="0" baseline="0" dirty="0">
                <a:ln>
                  <a:noFill/>
                </a:ln>
                <a:solidFill>
                  <a:schemeClr val="accent2"/>
                </a:solidFill>
                <a:effectLst/>
                <a:latin typeface="Albert Sans"/>
              </a:rPr>
              <a:t>very hard to fix</a:t>
            </a:r>
            <a:r>
              <a:rPr kumimoji="0" lang="en-US" altLang="en-US" sz="1800" b="0" i="0" u="none" strike="noStrike" cap="none" normalizeH="0" baseline="0" dirty="0">
                <a:ln>
                  <a:noFill/>
                </a:ln>
                <a:solidFill>
                  <a:schemeClr val="accent2"/>
                </a:solidFill>
                <a:effectLst/>
                <a:latin typeface="Albert Sans"/>
              </a:rPr>
              <a: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accent2"/>
                </a:solidFill>
                <a:effectLst/>
                <a:latin typeface="Albert Sans"/>
              </a:rPr>
              <a:t> People may talk about your plagiarism, and that can </a:t>
            </a:r>
            <a:r>
              <a:rPr kumimoji="0" lang="en-US" altLang="en-US" sz="1800" b="1" i="0" u="none" strike="noStrike" cap="none" normalizeH="0" baseline="0" dirty="0">
                <a:ln>
                  <a:noFill/>
                </a:ln>
                <a:solidFill>
                  <a:schemeClr val="accent2"/>
                </a:solidFill>
                <a:effectLst/>
                <a:latin typeface="Albert Sans"/>
              </a:rPr>
              <a:t>follow you for a long time</a:t>
            </a:r>
            <a:r>
              <a:rPr kumimoji="0" lang="en-US" altLang="en-US" sz="1800" b="0" i="0" u="none" strike="noStrike" cap="none" normalizeH="0" baseline="0" dirty="0">
                <a:ln>
                  <a:noFill/>
                </a:ln>
                <a:solidFill>
                  <a:schemeClr val="accent2"/>
                </a:solidFill>
                <a:effectLst/>
                <a:latin typeface="Albert Sans"/>
              </a:rPr>
              <a:t> — even online.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Google Shape;314;p42"/>
          <p:cNvSpPr/>
          <p:nvPr/>
        </p:nvSpPr>
        <p:spPr>
          <a:xfrm>
            <a:off x="3835440" y="1399320"/>
            <a:ext cx="1472400" cy="1386000"/>
          </a:xfrm>
          <a:custGeom>
            <a:avLst/>
            <a:gdLst>
              <a:gd name="textAreaLeft" fmla="*/ 0 w 1472400"/>
              <a:gd name="textAreaRight" fmla="*/ 1472760 w 1472400"/>
              <a:gd name="textAreaTop" fmla="*/ 0 h 1386000"/>
              <a:gd name="textAreaBottom" fmla="*/ 1386360 h 1386000"/>
            </a:gdLst>
            <a:ahLst/>
            <a:cxnLst/>
            <a:rect l="textAreaLeft" t="textAreaTop" r="textAreaRight" b="textAreaBottom"/>
            <a:pathLst>
              <a:path w="578162" h="560680">
                <a:moveTo>
                  <a:pt x="157452" y="106520"/>
                </a:moveTo>
                <a:cubicBezTo>
                  <a:pt x="145736" y="116807"/>
                  <a:pt x="134497" y="126522"/>
                  <a:pt x="123829" y="135000"/>
                </a:cubicBezTo>
                <a:cubicBezTo>
                  <a:pt x="60868" y="184815"/>
                  <a:pt x="4099" y="252252"/>
                  <a:pt x="194" y="336358"/>
                </a:cubicBezTo>
                <a:cubicBezTo>
                  <a:pt x="-3521" y="417035"/>
                  <a:pt x="46486" y="495330"/>
                  <a:pt x="116494" y="532573"/>
                </a:cubicBezTo>
                <a:cubicBezTo>
                  <a:pt x="186503" y="569816"/>
                  <a:pt x="272800" y="568482"/>
                  <a:pt x="345856" y="537812"/>
                </a:cubicBezTo>
                <a:cubicBezTo>
                  <a:pt x="418913" y="507237"/>
                  <a:pt x="479206" y="449610"/>
                  <a:pt x="522926" y="382364"/>
                </a:cubicBezTo>
                <a:cubicBezTo>
                  <a:pt x="569694" y="310450"/>
                  <a:pt x="598364" y="215581"/>
                  <a:pt x="561026" y="138143"/>
                </a:cubicBezTo>
                <a:cubicBezTo>
                  <a:pt x="527308" y="68039"/>
                  <a:pt x="455584" y="13461"/>
                  <a:pt x="378527" y="2126"/>
                </a:cubicBezTo>
                <a:cubicBezTo>
                  <a:pt x="281944" y="-12066"/>
                  <a:pt x="224603" y="47274"/>
                  <a:pt x="157357" y="10661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219" name="PlaceHolder 1"/>
          <p:cNvSpPr>
            <a:spLocks noGrp="1"/>
          </p:cNvSpPr>
          <p:nvPr>
            <p:ph type="title"/>
          </p:nvPr>
        </p:nvSpPr>
        <p:spPr>
          <a:xfrm>
            <a:off x="2038320" y="3009960"/>
            <a:ext cx="5547146" cy="837720"/>
          </a:xfrm>
          <a:prstGeom prst="rect">
            <a:avLst/>
          </a:prstGeom>
          <a:noFill/>
          <a:ln w="0">
            <a:noFill/>
          </a:ln>
        </p:spPr>
        <p:txBody>
          <a:bodyPr lIns="91440" tIns="91440" rIns="91440" bIns="91440" anchor="b">
            <a:normAutofit fontScale="90000"/>
          </a:bodyPr>
          <a:lstStyle/>
          <a:p>
            <a:pPr indent="0" algn="ctr">
              <a:lnSpc>
                <a:spcPct val="100000"/>
              </a:lnSpc>
              <a:buNone/>
              <a:tabLst>
                <a:tab pos="0" algn="l"/>
              </a:tabLst>
            </a:pPr>
            <a:r>
              <a:rPr lang="en" sz="5000" spc="-1" dirty="0">
                <a:solidFill>
                  <a:schemeClr val="accent1"/>
                </a:solidFill>
                <a:latin typeface="Caveat Brush"/>
              </a:rPr>
              <a:t>How to prevent Plagiarism</a:t>
            </a:r>
            <a:endParaRPr lang="fr-FR" sz="5000" b="0" strike="noStrike" spc="-1" dirty="0">
              <a:solidFill>
                <a:schemeClr val="dk1"/>
              </a:solidFill>
              <a:latin typeface="Arial"/>
            </a:endParaRPr>
          </a:p>
        </p:txBody>
      </p:sp>
      <p:sp>
        <p:nvSpPr>
          <p:cNvPr id="220" name="PlaceHolder 2"/>
          <p:cNvSpPr>
            <a:spLocks noGrp="1"/>
          </p:cNvSpPr>
          <p:nvPr>
            <p:ph type="title"/>
          </p:nvPr>
        </p:nvSpPr>
        <p:spPr>
          <a:xfrm>
            <a:off x="3990960" y="1562040"/>
            <a:ext cx="1152000" cy="101880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 sz="6000" b="0" strike="noStrike" spc="-1">
                <a:solidFill>
                  <a:schemeClr val="lt1"/>
                </a:solidFill>
                <a:latin typeface="Caveat Brush"/>
                <a:ea typeface="Caveat Brush"/>
              </a:rPr>
              <a:t>03</a:t>
            </a:r>
            <a:endParaRPr lang="fr-FR" sz="6000" b="0" strike="noStrike" spc="-1">
              <a:solidFill>
                <a:schemeClr val="dk1"/>
              </a:solidFill>
              <a:latin typeface="Arial"/>
            </a:endParaRPr>
          </a:p>
        </p:txBody>
      </p:sp>
      <p:sp>
        <p:nvSpPr>
          <p:cNvPr id="222" name="Google Shape;318;p42"/>
          <p:cNvSpPr/>
          <p:nvPr/>
        </p:nvSpPr>
        <p:spPr>
          <a:xfrm rot="9796800">
            <a:off x="5824080" y="-1027080"/>
            <a:ext cx="4247640" cy="4410720"/>
          </a:xfrm>
          <a:custGeom>
            <a:avLst/>
            <a:gdLst>
              <a:gd name="textAreaLeft" fmla="*/ 0 w 4247640"/>
              <a:gd name="textAreaRight" fmla="*/ 4248000 w 4247640"/>
              <a:gd name="textAreaTop" fmla="*/ 0 h 4410720"/>
              <a:gd name="textAreaBottom" fmla="*/ 4411080 h 4410720"/>
            </a:gdLst>
            <a:ahLst/>
            <a:cxnLst/>
            <a:rect l="textAreaLeft" t="textAreaTop" r="textAreaRight" b="textAreaBottom"/>
            <a:pathLst>
              <a:path w="276908" h="287550">
                <a:moveTo>
                  <a:pt x="130073" y="275114"/>
                </a:moveTo>
                <a:cubicBezTo>
                  <a:pt x="84543" y="257493"/>
                  <a:pt x="34823" y="235966"/>
                  <a:pt x="13868" y="191008"/>
                </a:cubicBezTo>
                <a:cubicBezTo>
                  <a:pt x="5581" y="173196"/>
                  <a:pt x="2723" y="153289"/>
                  <a:pt x="1104" y="133668"/>
                </a:cubicBezTo>
                <a:cubicBezTo>
                  <a:pt x="-1182" y="105854"/>
                  <a:pt x="-991" y="76327"/>
                  <a:pt x="12344" y="51943"/>
                </a:cubicBezTo>
                <a:cubicBezTo>
                  <a:pt x="29203" y="21177"/>
                  <a:pt x="64064" y="4699"/>
                  <a:pt x="98259" y="603"/>
                </a:cubicBezTo>
                <a:cubicBezTo>
                  <a:pt x="119690" y="-1969"/>
                  <a:pt x="146551" y="3270"/>
                  <a:pt x="153123" y="24321"/>
                </a:cubicBezTo>
                <a:cubicBezTo>
                  <a:pt x="159981" y="46514"/>
                  <a:pt x="138740" y="68707"/>
                  <a:pt x="141312" y="91853"/>
                </a:cubicBezTo>
                <a:cubicBezTo>
                  <a:pt x="143312" y="109665"/>
                  <a:pt x="159029" y="122714"/>
                  <a:pt x="175316" y="129191"/>
                </a:cubicBezTo>
                <a:cubicBezTo>
                  <a:pt x="191604" y="135668"/>
                  <a:pt x="209416" y="137573"/>
                  <a:pt x="225608" y="144431"/>
                </a:cubicBezTo>
                <a:cubicBezTo>
                  <a:pt x="250754" y="154908"/>
                  <a:pt x="271043" y="178149"/>
                  <a:pt x="275900" y="205486"/>
                </a:cubicBezTo>
                <a:cubicBezTo>
                  <a:pt x="280663" y="232823"/>
                  <a:pt x="268280" y="263208"/>
                  <a:pt x="244563" y="276543"/>
                </a:cubicBezTo>
                <a:cubicBezTo>
                  <a:pt x="228656" y="285496"/>
                  <a:pt x="209797" y="286544"/>
                  <a:pt x="191699" y="287401"/>
                </a:cubicBezTo>
                <a:cubicBezTo>
                  <a:pt x="174173" y="288258"/>
                  <a:pt x="156838" y="285591"/>
                  <a:pt x="130168" y="275304"/>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3" name="Google Shape;319;p42"/>
          <p:cNvSpPr/>
          <p:nvPr/>
        </p:nvSpPr>
        <p:spPr>
          <a:xfrm rot="21317400">
            <a:off x="7840080" y="2432880"/>
            <a:ext cx="1179000" cy="1365480"/>
          </a:xfrm>
          <a:custGeom>
            <a:avLst/>
            <a:gdLst>
              <a:gd name="textAreaLeft" fmla="*/ 0 w 1179000"/>
              <a:gd name="textAreaRight" fmla="*/ 1179360 w 1179000"/>
              <a:gd name="textAreaTop" fmla="*/ 0 h 1365480"/>
              <a:gd name="textAreaBottom" fmla="*/ 1365840 h 1365480"/>
            </a:gdLst>
            <a:ahLst/>
            <a:cxnLst/>
            <a:rect l="textAreaLeft" t="textAreaTop" r="textAreaRight" b="textAreaBottom"/>
            <a:pathLst>
              <a:path w="1075931" h="1245984">
                <a:moveTo>
                  <a:pt x="928294" y="352444"/>
                </a:moveTo>
                <a:cubicBezTo>
                  <a:pt x="982968" y="292056"/>
                  <a:pt x="1032403" y="226714"/>
                  <a:pt x="1075932" y="157563"/>
                </a:cubicBezTo>
                <a:cubicBezTo>
                  <a:pt x="986587" y="92888"/>
                  <a:pt x="880193" y="58122"/>
                  <a:pt x="773894" y="31262"/>
                </a:cubicBezTo>
                <a:cubicBezTo>
                  <a:pt x="694170" y="11164"/>
                  <a:pt x="612255" y="-5029"/>
                  <a:pt x="530435" y="1448"/>
                </a:cubicBezTo>
                <a:cubicBezTo>
                  <a:pt x="390322" y="12592"/>
                  <a:pt x="260211" y="91079"/>
                  <a:pt x="167152" y="198901"/>
                </a:cubicBezTo>
                <a:cubicBezTo>
                  <a:pt x="29325" y="358540"/>
                  <a:pt x="-31349" y="586759"/>
                  <a:pt x="15799" y="794309"/>
                </a:cubicBezTo>
                <a:cubicBezTo>
                  <a:pt x="62948" y="1001764"/>
                  <a:pt x="219444" y="1181405"/>
                  <a:pt x="417659" y="1245985"/>
                </a:cubicBezTo>
                <a:cubicBezTo>
                  <a:pt x="472523" y="1153592"/>
                  <a:pt x="527387" y="1061105"/>
                  <a:pt x="582251" y="968712"/>
                </a:cubicBezTo>
                <a:cubicBezTo>
                  <a:pt x="460807" y="931755"/>
                  <a:pt x="350794" y="844792"/>
                  <a:pt x="301930" y="725063"/>
                </a:cubicBezTo>
                <a:cubicBezTo>
                  <a:pt x="253067" y="605429"/>
                  <a:pt x="274594" y="454171"/>
                  <a:pt x="367367" y="365779"/>
                </a:cubicBezTo>
                <a:cubicBezTo>
                  <a:pt x="436900" y="299485"/>
                  <a:pt x="537007" y="274244"/>
                  <a:pt x="631876" y="280912"/>
                </a:cubicBezTo>
                <a:cubicBezTo>
                  <a:pt x="726650" y="287579"/>
                  <a:pt x="817328" y="323107"/>
                  <a:pt x="928199" y="35254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4" name="Google Shape;320;p42"/>
          <p:cNvSpPr/>
          <p:nvPr/>
        </p:nvSpPr>
        <p:spPr>
          <a:xfrm rot="2390400">
            <a:off x="1621440" y="1401120"/>
            <a:ext cx="842400" cy="743040"/>
          </a:xfrm>
          <a:custGeom>
            <a:avLst/>
            <a:gdLst>
              <a:gd name="textAreaLeft" fmla="*/ 0 w 842400"/>
              <a:gd name="textAreaRight" fmla="*/ 842760 w 842400"/>
              <a:gd name="textAreaTop" fmla="*/ 0 h 743040"/>
              <a:gd name="textAreaBottom" fmla="*/ 743400 h 743040"/>
            </a:gdLst>
            <a:ahLst/>
            <a:cxnLst/>
            <a:rect l="textAreaLeft" t="textAreaTop" r="textAreaRight" b="textAreaBottom"/>
            <a:pathLst>
              <a:path w="579097" h="510716">
                <a:moveTo>
                  <a:pt x="210945" y="39399"/>
                </a:moveTo>
                <a:cubicBezTo>
                  <a:pt x="111789" y="86929"/>
                  <a:pt x="35780" y="180083"/>
                  <a:pt x="9110" y="286668"/>
                </a:cubicBezTo>
                <a:cubicBezTo>
                  <a:pt x="-1749" y="330102"/>
                  <a:pt x="-4606" y="376870"/>
                  <a:pt x="10062" y="419161"/>
                </a:cubicBezTo>
                <a:cubicBezTo>
                  <a:pt x="24731" y="461452"/>
                  <a:pt x="59211" y="498504"/>
                  <a:pt x="102931" y="508124"/>
                </a:cubicBezTo>
                <a:cubicBezTo>
                  <a:pt x="170749" y="522983"/>
                  <a:pt x="234662" y="471453"/>
                  <a:pt x="278572" y="417827"/>
                </a:cubicBezTo>
                <a:cubicBezTo>
                  <a:pt x="322577" y="364106"/>
                  <a:pt x="363630" y="301051"/>
                  <a:pt x="429257" y="278476"/>
                </a:cubicBezTo>
                <a:cubicBezTo>
                  <a:pt x="453546" y="270094"/>
                  <a:pt x="479740" y="267999"/>
                  <a:pt x="503552" y="258188"/>
                </a:cubicBezTo>
                <a:cubicBezTo>
                  <a:pt x="589944" y="222469"/>
                  <a:pt x="606708" y="90548"/>
                  <a:pt x="530508" y="36541"/>
                </a:cubicBezTo>
                <a:cubicBezTo>
                  <a:pt x="446974" y="-22609"/>
                  <a:pt x="295907" y="-1273"/>
                  <a:pt x="211040" y="39399"/>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5" name="Google Shape;321;p42"/>
          <p:cNvSpPr/>
          <p:nvPr/>
        </p:nvSpPr>
        <p:spPr>
          <a:xfrm rot="11417400">
            <a:off x="126360" y="-244440"/>
            <a:ext cx="2883240" cy="2568960"/>
          </a:xfrm>
          <a:custGeom>
            <a:avLst/>
            <a:gdLst>
              <a:gd name="textAreaLeft" fmla="*/ 0 w 2883240"/>
              <a:gd name="textAreaRight" fmla="*/ 2883600 w 2883240"/>
              <a:gd name="textAreaTop" fmla="*/ 0 h 2568960"/>
              <a:gd name="textAreaBottom" fmla="*/ 2569320 h 2568960"/>
            </a:gdLst>
            <a:ahLst/>
            <a:cxnLst/>
            <a:rect l="textAreaLeft" t="textAreaTop" r="textAreaRight" b="textAreaBottom"/>
            <a:pathLst>
              <a:path w="1776031" h="1582483">
                <a:moveTo>
                  <a:pt x="804196" y="1582484"/>
                </a:moveTo>
                <a:lnTo>
                  <a:pt x="804196" y="1568768"/>
                </a:lnTo>
                <a:cubicBezTo>
                  <a:pt x="811911" y="1568768"/>
                  <a:pt x="819722" y="1568768"/>
                  <a:pt x="827532" y="1568482"/>
                </a:cubicBezTo>
                <a:lnTo>
                  <a:pt x="827818" y="1582198"/>
                </a:lnTo>
                <a:cubicBezTo>
                  <a:pt x="819912" y="1582388"/>
                  <a:pt x="812101" y="1582484"/>
                  <a:pt x="804196" y="1582484"/>
                </a:cubicBezTo>
                <a:close/>
                <a:moveTo>
                  <a:pt x="780574" y="1582293"/>
                </a:moveTo>
                <a:cubicBezTo>
                  <a:pt x="772668" y="1582103"/>
                  <a:pt x="764858" y="1581912"/>
                  <a:pt x="756952" y="1581531"/>
                </a:cubicBezTo>
                <a:lnTo>
                  <a:pt x="757523" y="1567815"/>
                </a:lnTo>
                <a:cubicBezTo>
                  <a:pt x="765334" y="1568101"/>
                  <a:pt x="773049" y="1568387"/>
                  <a:pt x="780860" y="1568577"/>
                </a:cubicBezTo>
                <a:lnTo>
                  <a:pt x="780574" y="1582293"/>
                </a:lnTo>
                <a:close/>
                <a:moveTo>
                  <a:pt x="851440" y="1581531"/>
                </a:moveTo>
                <a:lnTo>
                  <a:pt x="850868" y="1567815"/>
                </a:lnTo>
                <a:cubicBezTo>
                  <a:pt x="858679" y="1567529"/>
                  <a:pt x="866394" y="1567053"/>
                  <a:pt x="874205" y="1566577"/>
                </a:cubicBezTo>
                <a:lnTo>
                  <a:pt x="875062" y="1580293"/>
                </a:lnTo>
                <a:cubicBezTo>
                  <a:pt x="867156" y="1580769"/>
                  <a:pt x="859346" y="1581150"/>
                  <a:pt x="851440" y="1581531"/>
                </a:cubicBezTo>
                <a:close/>
                <a:moveTo>
                  <a:pt x="733330" y="1580293"/>
                </a:moveTo>
                <a:cubicBezTo>
                  <a:pt x="725424" y="1579817"/>
                  <a:pt x="717613" y="1579150"/>
                  <a:pt x="709708" y="1578483"/>
                </a:cubicBezTo>
                <a:lnTo>
                  <a:pt x="710851" y="1564862"/>
                </a:lnTo>
                <a:cubicBezTo>
                  <a:pt x="718566" y="1565529"/>
                  <a:pt x="726376" y="1566101"/>
                  <a:pt x="734092" y="1566577"/>
                </a:cubicBezTo>
                <a:lnTo>
                  <a:pt x="733235" y="1580293"/>
                </a:lnTo>
                <a:close/>
                <a:moveTo>
                  <a:pt x="898588" y="1578578"/>
                </a:moveTo>
                <a:lnTo>
                  <a:pt x="897446" y="1564958"/>
                </a:lnTo>
                <a:cubicBezTo>
                  <a:pt x="905161" y="1564291"/>
                  <a:pt x="912971" y="1563624"/>
                  <a:pt x="920687" y="1562862"/>
                </a:cubicBezTo>
                <a:lnTo>
                  <a:pt x="922020" y="1576483"/>
                </a:lnTo>
                <a:cubicBezTo>
                  <a:pt x="914210" y="1577245"/>
                  <a:pt x="906304" y="1578007"/>
                  <a:pt x="898493" y="1578578"/>
                </a:cubicBezTo>
                <a:close/>
                <a:moveTo>
                  <a:pt x="686276" y="1576197"/>
                </a:moveTo>
                <a:cubicBezTo>
                  <a:pt x="678466" y="1575340"/>
                  <a:pt x="670655" y="1574387"/>
                  <a:pt x="662749" y="1573339"/>
                </a:cubicBezTo>
                <a:lnTo>
                  <a:pt x="664559" y="1559719"/>
                </a:lnTo>
                <a:cubicBezTo>
                  <a:pt x="672274" y="1560767"/>
                  <a:pt x="679990" y="1561719"/>
                  <a:pt x="687705" y="1562576"/>
                </a:cubicBezTo>
                <a:lnTo>
                  <a:pt x="686181" y="1576197"/>
                </a:lnTo>
                <a:close/>
                <a:moveTo>
                  <a:pt x="945547" y="1573911"/>
                </a:moveTo>
                <a:lnTo>
                  <a:pt x="943928" y="1560290"/>
                </a:lnTo>
                <a:cubicBezTo>
                  <a:pt x="951643" y="1559338"/>
                  <a:pt x="959358" y="1558385"/>
                  <a:pt x="967073" y="1557338"/>
                </a:cubicBezTo>
                <a:lnTo>
                  <a:pt x="968978" y="1570958"/>
                </a:lnTo>
                <a:cubicBezTo>
                  <a:pt x="961168" y="1572006"/>
                  <a:pt x="953357" y="1573054"/>
                  <a:pt x="945547" y="1573911"/>
                </a:cubicBezTo>
                <a:close/>
                <a:moveTo>
                  <a:pt x="639318" y="1569815"/>
                </a:moveTo>
                <a:cubicBezTo>
                  <a:pt x="631508" y="1568577"/>
                  <a:pt x="623792" y="1567243"/>
                  <a:pt x="615982" y="1565815"/>
                </a:cubicBezTo>
                <a:lnTo>
                  <a:pt x="618459" y="1552385"/>
                </a:lnTo>
                <a:cubicBezTo>
                  <a:pt x="626078" y="1553813"/>
                  <a:pt x="633794" y="1555147"/>
                  <a:pt x="641413" y="1556385"/>
                </a:cubicBezTo>
                <a:lnTo>
                  <a:pt x="639223" y="1569910"/>
                </a:lnTo>
                <a:close/>
                <a:moveTo>
                  <a:pt x="992315" y="1567529"/>
                </a:moveTo>
                <a:lnTo>
                  <a:pt x="990219" y="1554004"/>
                </a:lnTo>
                <a:cubicBezTo>
                  <a:pt x="997934" y="1552861"/>
                  <a:pt x="1005649" y="1551527"/>
                  <a:pt x="1013269" y="1550289"/>
                </a:cubicBezTo>
                <a:lnTo>
                  <a:pt x="1015556" y="1563814"/>
                </a:lnTo>
                <a:cubicBezTo>
                  <a:pt x="1007841" y="1565148"/>
                  <a:pt x="1000030" y="1566386"/>
                  <a:pt x="992219" y="1567625"/>
                </a:cubicBezTo>
                <a:close/>
                <a:moveTo>
                  <a:pt x="592836" y="1561148"/>
                </a:moveTo>
                <a:cubicBezTo>
                  <a:pt x="585121" y="1559528"/>
                  <a:pt x="577406" y="1557814"/>
                  <a:pt x="569785" y="1555909"/>
                </a:cubicBezTo>
                <a:lnTo>
                  <a:pt x="572929" y="1542574"/>
                </a:lnTo>
                <a:cubicBezTo>
                  <a:pt x="580454" y="1544384"/>
                  <a:pt x="588074" y="1546098"/>
                  <a:pt x="595694" y="1547717"/>
                </a:cubicBezTo>
                <a:lnTo>
                  <a:pt x="592836" y="1561148"/>
                </a:lnTo>
                <a:close/>
                <a:moveTo>
                  <a:pt x="1038892" y="1559528"/>
                </a:moveTo>
                <a:lnTo>
                  <a:pt x="1036320" y="1546098"/>
                </a:lnTo>
                <a:cubicBezTo>
                  <a:pt x="1043940" y="1544669"/>
                  <a:pt x="1051655" y="1543145"/>
                  <a:pt x="1059275" y="1541621"/>
                </a:cubicBezTo>
                <a:lnTo>
                  <a:pt x="1062038" y="1555052"/>
                </a:lnTo>
                <a:cubicBezTo>
                  <a:pt x="1054323" y="1556671"/>
                  <a:pt x="1046607" y="1558195"/>
                  <a:pt x="1038892" y="1559624"/>
                </a:cubicBezTo>
                <a:close/>
                <a:moveTo>
                  <a:pt x="546830" y="1550194"/>
                </a:moveTo>
                <a:cubicBezTo>
                  <a:pt x="539210" y="1548193"/>
                  <a:pt x="531591" y="1546003"/>
                  <a:pt x="524065" y="1543812"/>
                </a:cubicBezTo>
                <a:lnTo>
                  <a:pt x="527971" y="1530668"/>
                </a:lnTo>
                <a:cubicBezTo>
                  <a:pt x="535400" y="1532858"/>
                  <a:pt x="542925" y="1534954"/>
                  <a:pt x="550450" y="1536954"/>
                </a:cubicBezTo>
                <a:lnTo>
                  <a:pt x="546926" y="1550194"/>
                </a:lnTo>
                <a:close/>
                <a:moveTo>
                  <a:pt x="1085088" y="1550099"/>
                </a:moveTo>
                <a:lnTo>
                  <a:pt x="1082135" y="1536764"/>
                </a:lnTo>
                <a:cubicBezTo>
                  <a:pt x="1089755" y="1535049"/>
                  <a:pt x="1097375" y="1533335"/>
                  <a:pt x="1104900" y="1531525"/>
                </a:cubicBezTo>
                <a:lnTo>
                  <a:pt x="1108043" y="1544860"/>
                </a:lnTo>
                <a:cubicBezTo>
                  <a:pt x="1100423" y="1546670"/>
                  <a:pt x="1092708" y="1548384"/>
                  <a:pt x="1085088" y="1550099"/>
                </a:cubicBezTo>
                <a:close/>
                <a:moveTo>
                  <a:pt x="1130999" y="1539240"/>
                </a:moveTo>
                <a:lnTo>
                  <a:pt x="1127665" y="1526000"/>
                </a:lnTo>
                <a:cubicBezTo>
                  <a:pt x="1135190" y="1524095"/>
                  <a:pt x="1142810" y="1522095"/>
                  <a:pt x="1150334" y="1520095"/>
                </a:cubicBezTo>
                <a:lnTo>
                  <a:pt x="1153858" y="1533335"/>
                </a:lnTo>
                <a:cubicBezTo>
                  <a:pt x="1146239" y="1535335"/>
                  <a:pt x="1138619" y="1537335"/>
                  <a:pt x="1130999" y="1539240"/>
                </a:cubicBezTo>
                <a:close/>
                <a:moveTo>
                  <a:pt x="501396" y="1536859"/>
                </a:moveTo>
                <a:cubicBezTo>
                  <a:pt x="493871" y="1534478"/>
                  <a:pt x="486442" y="1531906"/>
                  <a:pt x="478917" y="1529334"/>
                </a:cubicBezTo>
                <a:lnTo>
                  <a:pt x="483489" y="1516380"/>
                </a:lnTo>
                <a:cubicBezTo>
                  <a:pt x="490823" y="1518952"/>
                  <a:pt x="498158" y="1521428"/>
                  <a:pt x="505587" y="1523810"/>
                </a:cubicBezTo>
                <a:lnTo>
                  <a:pt x="501396" y="1536859"/>
                </a:lnTo>
                <a:close/>
                <a:moveTo>
                  <a:pt x="1176528" y="1527048"/>
                </a:moveTo>
                <a:lnTo>
                  <a:pt x="1172813" y="1513904"/>
                </a:lnTo>
                <a:cubicBezTo>
                  <a:pt x="1180338" y="1511808"/>
                  <a:pt x="1187767" y="1509617"/>
                  <a:pt x="1195293" y="1507331"/>
                </a:cubicBezTo>
                <a:lnTo>
                  <a:pt x="1199198" y="1520476"/>
                </a:lnTo>
                <a:cubicBezTo>
                  <a:pt x="1191673" y="1522762"/>
                  <a:pt x="1184148" y="1524953"/>
                  <a:pt x="1176528" y="1527048"/>
                </a:cubicBezTo>
                <a:close/>
                <a:moveTo>
                  <a:pt x="456724" y="1521143"/>
                </a:moveTo>
                <a:cubicBezTo>
                  <a:pt x="449390" y="1518285"/>
                  <a:pt x="442055" y="1515428"/>
                  <a:pt x="434721" y="1512380"/>
                </a:cubicBezTo>
                <a:lnTo>
                  <a:pt x="439960" y="1499711"/>
                </a:lnTo>
                <a:cubicBezTo>
                  <a:pt x="447104" y="1502664"/>
                  <a:pt x="454342" y="1505522"/>
                  <a:pt x="461581" y="1508284"/>
                </a:cubicBezTo>
                <a:lnTo>
                  <a:pt x="456724" y="1521047"/>
                </a:lnTo>
                <a:close/>
                <a:moveTo>
                  <a:pt x="1221772" y="1513523"/>
                </a:moveTo>
                <a:lnTo>
                  <a:pt x="1217676" y="1500473"/>
                </a:lnTo>
                <a:cubicBezTo>
                  <a:pt x="1225106" y="1498187"/>
                  <a:pt x="1232535" y="1495806"/>
                  <a:pt x="1239965" y="1493330"/>
                </a:cubicBezTo>
                <a:lnTo>
                  <a:pt x="1244251" y="1506379"/>
                </a:lnTo>
                <a:cubicBezTo>
                  <a:pt x="1236726" y="1508855"/>
                  <a:pt x="1229297" y="1511237"/>
                  <a:pt x="1221772" y="1513618"/>
                </a:cubicBezTo>
                <a:close/>
                <a:moveTo>
                  <a:pt x="413004" y="1503045"/>
                </a:moveTo>
                <a:cubicBezTo>
                  <a:pt x="405765" y="1499807"/>
                  <a:pt x="398621" y="1496473"/>
                  <a:pt x="391573" y="1493044"/>
                </a:cubicBezTo>
                <a:lnTo>
                  <a:pt x="397478" y="1480661"/>
                </a:lnTo>
                <a:cubicBezTo>
                  <a:pt x="404431" y="1483995"/>
                  <a:pt x="411480" y="1487329"/>
                  <a:pt x="418624" y="1490472"/>
                </a:cubicBezTo>
                <a:lnTo>
                  <a:pt x="413004" y="1502950"/>
                </a:lnTo>
                <a:close/>
                <a:moveTo>
                  <a:pt x="1266539" y="1498759"/>
                </a:moveTo>
                <a:lnTo>
                  <a:pt x="1262063" y="1485805"/>
                </a:lnTo>
                <a:cubicBezTo>
                  <a:pt x="1269397" y="1483233"/>
                  <a:pt x="1276731" y="1480661"/>
                  <a:pt x="1284066" y="1477994"/>
                </a:cubicBezTo>
                <a:lnTo>
                  <a:pt x="1288733" y="1490853"/>
                </a:lnTo>
                <a:cubicBezTo>
                  <a:pt x="1281303" y="1493520"/>
                  <a:pt x="1273969" y="1496187"/>
                  <a:pt x="1266539" y="1498759"/>
                </a:cubicBezTo>
                <a:close/>
                <a:moveTo>
                  <a:pt x="1310831" y="1482566"/>
                </a:moveTo>
                <a:lnTo>
                  <a:pt x="1305878" y="1469803"/>
                </a:lnTo>
                <a:cubicBezTo>
                  <a:pt x="1313117" y="1467041"/>
                  <a:pt x="1320356" y="1464088"/>
                  <a:pt x="1327594" y="1461135"/>
                </a:cubicBezTo>
                <a:lnTo>
                  <a:pt x="1332738" y="1473803"/>
                </a:lnTo>
                <a:cubicBezTo>
                  <a:pt x="1325404" y="1476756"/>
                  <a:pt x="1318165" y="1479709"/>
                  <a:pt x="1310831" y="1482566"/>
                </a:cubicBezTo>
                <a:close/>
                <a:moveTo>
                  <a:pt x="370332" y="1482471"/>
                </a:moveTo>
                <a:cubicBezTo>
                  <a:pt x="363283" y="1478852"/>
                  <a:pt x="356330" y="1475137"/>
                  <a:pt x="349473" y="1471232"/>
                </a:cubicBezTo>
                <a:lnTo>
                  <a:pt x="356140" y="1459230"/>
                </a:lnTo>
                <a:cubicBezTo>
                  <a:pt x="362903" y="1463040"/>
                  <a:pt x="369760" y="1466660"/>
                  <a:pt x="376619" y="1470279"/>
                </a:cubicBezTo>
                <a:lnTo>
                  <a:pt x="370332" y="1482471"/>
                </a:lnTo>
                <a:close/>
                <a:moveTo>
                  <a:pt x="1354550" y="1464659"/>
                </a:moveTo>
                <a:lnTo>
                  <a:pt x="1349121" y="1452086"/>
                </a:lnTo>
                <a:cubicBezTo>
                  <a:pt x="1356265" y="1449038"/>
                  <a:pt x="1363408" y="1445800"/>
                  <a:pt x="1370457" y="1442561"/>
                </a:cubicBezTo>
                <a:lnTo>
                  <a:pt x="1376172" y="1455039"/>
                </a:lnTo>
                <a:cubicBezTo>
                  <a:pt x="1369028" y="1458278"/>
                  <a:pt x="1361789" y="1461516"/>
                  <a:pt x="1354550" y="1464659"/>
                </a:cubicBezTo>
                <a:close/>
                <a:moveTo>
                  <a:pt x="328994" y="1459516"/>
                </a:moveTo>
                <a:cubicBezTo>
                  <a:pt x="322231" y="1455515"/>
                  <a:pt x="315468" y="1451324"/>
                  <a:pt x="308801" y="1447038"/>
                </a:cubicBezTo>
                <a:lnTo>
                  <a:pt x="316135" y="1435513"/>
                </a:lnTo>
                <a:cubicBezTo>
                  <a:pt x="322707" y="1439704"/>
                  <a:pt x="329279" y="1443800"/>
                  <a:pt x="335947" y="1447705"/>
                </a:cubicBezTo>
                <a:lnTo>
                  <a:pt x="328898" y="1459516"/>
                </a:lnTo>
                <a:close/>
                <a:moveTo>
                  <a:pt x="1397603" y="1445038"/>
                </a:moveTo>
                <a:lnTo>
                  <a:pt x="1391603" y="1432751"/>
                </a:lnTo>
                <a:cubicBezTo>
                  <a:pt x="1398651" y="1429322"/>
                  <a:pt x="1405604" y="1425893"/>
                  <a:pt x="1412462" y="1422368"/>
                </a:cubicBezTo>
                <a:lnTo>
                  <a:pt x="1418749" y="1434560"/>
                </a:lnTo>
                <a:cubicBezTo>
                  <a:pt x="1411700" y="1438180"/>
                  <a:pt x="1404652" y="1441704"/>
                  <a:pt x="1397603" y="1445133"/>
                </a:cubicBezTo>
                <a:close/>
                <a:moveTo>
                  <a:pt x="289084" y="1433989"/>
                </a:moveTo>
                <a:cubicBezTo>
                  <a:pt x="282607" y="1429512"/>
                  <a:pt x="276130" y="1424940"/>
                  <a:pt x="269748" y="1420273"/>
                </a:cubicBezTo>
                <a:lnTo>
                  <a:pt x="277844" y="1409224"/>
                </a:lnTo>
                <a:cubicBezTo>
                  <a:pt x="284131" y="1413796"/>
                  <a:pt x="290417" y="1418273"/>
                  <a:pt x="296799" y="1422654"/>
                </a:cubicBezTo>
                <a:lnTo>
                  <a:pt x="289084" y="1433989"/>
                </a:lnTo>
                <a:close/>
                <a:moveTo>
                  <a:pt x="1439704" y="1423416"/>
                </a:moveTo>
                <a:lnTo>
                  <a:pt x="1433131" y="1411414"/>
                </a:lnTo>
                <a:cubicBezTo>
                  <a:pt x="1439990" y="1407700"/>
                  <a:pt x="1446752" y="1403890"/>
                  <a:pt x="1453515" y="1399985"/>
                </a:cubicBezTo>
                <a:lnTo>
                  <a:pt x="1460373" y="1411891"/>
                </a:lnTo>
                <a:cubicBezTo>
                  <a:pt x="1453515" y="1415796"/>
                  <a:pt x="1446657" y="1419701"/>
                  <a:pt x="1439704" y="1423511"/>
                </a:cubicBezTo>
                <a:close/>
                <a:moveTo>
                  <a:pt x="250793" y="1405985"/>
                </a:moveTo>
                <a:cubicBezTo>
                  <a:pt x="244602" y="1401128"/>
                  <a:pt x="238411" y="1396175"/>
                  <a:pt x="232410" y="1391031"/>
                </a:cubicBezTo>
                <a:lnTo>
                  <a:pt x="241173" y="1380554"/>
                </a:lnTo>
                <a:cubicBezTo>
                  <a:pt x="247079" y="1385507"/>
                  <a:pt x="253174" y="1390460"/>
                  <a:pt x="259271" y="1395222"/>
                </a:cubicBezTo>
                <a:lnTo>
                  <a:pt x="250793" y="1405985"/>
                </a:lnTo>
                <a:close/>
                <a:moveTo>
                  <a:pt x="1480661" y="1399699"/>
                </a:moveTo>
                <a:lnTo>
                  <a:pt x="1473517" y="1388078"/>
                </a:lnTo>
                <a:cubicBezTo>
                  <a:pt x="1480185" y="1383983"/>
                  <a:pt x="1486757" y="1379792"/>
                  <a:pt x="1493234" y="1375601"/>
                </a:cubicBezTo>
                <a:lnTo>
                  <a:pt x="1500759" y="1387031"/>
                </a:lnTo>
                <a:cubicBezTo>
                  <a:pt x="1494187" y="1391317"/>
                  <a:pt x="1487519" y="1395603"/>
                  <a:pt x="1480756" y="1399699"/>
                </a:cubicBezTo>
                <a:close/>
                <a:moveTo>
                  <a:pt x="214408" y="1375505"/>
                </a:moveTo>
                <a:cubicBezTo>
                  <a:pt x="211455" y="1372838"/>
                  <a:pt x="208597" y="1370267"/>
                  <a:pt x="205740" y="1367600"/>
                </a:cubicBezTo>
                <a:cubicBezTo>
                  <a:pt x="202787" y="1364933"/>
                  <a:pt x="199930" y="1362170"/>
                  <a:pt x="197073" y="1359408"/>
                </a:cubicBezTo>
                <a:lnTo>
                  <a:pt x="206598" y="1349502"/>
                </a:lnTo>
                <a:cubicBezTo>
                  <a:pt x="209360" y="1352169"/>
                  <a:pt x="212217" y="1354836"/>
                  <a:pt x="215074" y="1357503"/>
                </a:cubicBezTo>
                <a:cubicBezTo>
                  <a:pt x="217932" y="1360170"/>
                  <a:pt x="220790" y="1362742"/>
                  <a:pt x="223647" y="1365314"/>
                </a:cubicBezTo>
                <a:lnTo>
                  <a:pt x="214503" y="1375505"/>
                </a:lnTo>
                <a:close/>
                <a:moveTo>
                  <a:pt x="1520285" y="1373696"/>
                </a:moveTo>
                <a:lnTo>
                  <a:pt x="1512475" y="1362456"/>
                </a:lnTo>
                <a:cubicBezTo>
                  <a:pt x="1518856" y="1357979"/>
                  <a:pt x="1525143" y="1353503"/>
                  <a:pt x="1531334" y="1348835"/>
                </a:cubicBezTo>
                <a:lnTo>
                  <a:pt x="1539526" y="1359789"/>
                </a:lnTo>
                <a:cubicBezTo>
                  <a:pt x="1533239" y="1364552"/>
                  <a:pt x="1526762" y="1369124"/>
                  <a:pt x="1520285" y="1373696"/>
                </a:cubicBezTo>
                <a:close/>
                <a:moveTo>
                  <a:pt x="1558290" y="1345311"/>
                </a:moveTo>
                <a:lnTo>
                  <a:pt x="1549717" y="1334643"/>
                </a:lnTo>
                <a:cubicBezTo>
                  <a:pt x="1555814" y="1329785"/>
                  <a:pt x="1561719" y="1324832"/>
                  <a:pt x="1567624" y="1319784"/>
                </a:cubicBezTo>
                <a:lnTo>
                  <a:pt x="1576578" y="1330166"/>
                </a:lnTo>
                <a:cubicBezTo>
                  <a:pt x="1570577" y="1335310"/>
                  <a:pt x="1564482" y="1340358"/>
                  <a:pt x="1558290" y="1345311"/>
                </a:cubicBezTo>
                <a:close/>
                <a:moveTo>
                  <a:pt x="180213" y="1342549"/>
                </a:moveTo>
                <a:cubicBezTo>
                  <a:pt x="174688" y="1336834"/>
                  <a:pt x="169354" y="1331119"/>
                  <a:pt x="164021" y="1325213"/>
                </a:cubicBezTo>
                <a:lnTo>
                  <a:pt x="174212" y="1316069"/>
                </a:lnTo>
                <a:cubicBezTo>
                  <a:pt x="179356" y="1321784"/>
                  <a:pt x="184690" y="1327499"/>
                  <a:pt x="190024" y="1333024"/>
                </a:cubicBezTo>
                <a:lnTo>
                  <a:pt x="180213" y="1342549"/>
                </a:lnTo>
                <a:close/>
                <a:moveTo>
                  <a:pt x="1594294" y="1314355"/>
                </a:moveTo>
                <a:lnTo>
                  <a:pt x="1584960" y="1304258"/>
                </a:lnTo>
                <a:cubicBezTo>
                  <a:pt x="1590675" y="1299020"/>
                  <a:pt x="1596199" y="1293590"/>
                  <a:pt x="1601724" y="1288161"/>
                </a:cubicBezTo>
                <a:lnTo>
                  <a:pt x="1611440" y="1297877"/>
                </a:lnTo>
                <a:cubicBezTo>
                  <a:pt x="1605820" y="1303496"/>
                  <a:pt x="1600105" y="1308926"/>
                  <a:pt x="1594294" y="1314355"/>
                </a:cubicBezTo>
                <a:close/>
                <a:moveTo>
                  <a:pt x="148495" y="1307306"/>
                </a:moveTo>
                <a:cubicBezTo>
                  <a:pt x="143447" y="1301210"/>
                  <a:pt x="138398" y="1295114"/>
                  <a:pt x="133540" y="1288828"/>
                </a:cubicBezTo>
                <a:lnTo>
                  <a:pt x="144304" y="1280446"/>
                </a:lnTo>
                <a:cubicBezTo>
                  <a:pt x="149066" y="1286542"/>
                  <a:pt x="153924" y="1292543"/>
                  <a:pt x="158877" y="1298543"/>
                </a:cubicBezTo>
                <a:lnTo>
                  <a:pt x="148399" y="1307306"/>
                </a:lnTo>
                <a:close/>
                <a:moveTo>
                  <a:pt x="1627918" y="1280827"/>
                </a:moveTo>
                <a:lnTo>
                  <a:pt x="1617821" y="1271492"/>
                </a:lnTo>
                <a:cubicBezTo>
                  <a:pt x="1623060" y="1265777"/>
                  <a:pt x="1628204" y="1260062"/>
                  <a:pt x="1633252" y="1254157"/>
                </a:cubicBezTo>
                <a:lnTo>
                  <a:pt x="1643634" y="1263015"/>
                </a:lnTo>
                <a:cubicBezTo>
                  <a:pt x="1638490" y="1269016"/>
                  <a:pt x="1633252" y="1274921"/>
                  <a:pt x="1627823" y="1280732"/>
                </a:cubicBezTo>
                <a:close/>
                <a:moveTo>
                  <a:pt x="119348" y="1269873"/>
                </a:moveTo>
                <a:cubicBezTo>
                  <a:pt x="114681" y="1263491"/>
                  <a:pt x="110204" y="1257014"/>
                  <a:pt x="105823" y="1250442"/>
                </a:cubicBezTo>
                <a:lnTo>
                  <a:pt x="117158" y="1242822"/>
                </a:lnTo>
                <a:cubicBezTo>
                  <a:pt x="121444" y="1249299"/>
                  <a:pt x="125921" y="1255585"/>
                  <a:pt x="130398" y="1261872"/>
                </a:cubicBezTo>
                <a:lnTo>
                  <a:pt x="119253" y="1269873"/>
                </a:lnTo>
                <a:close/>
                <a:moveTo>
                  <a:pt x="1658683" y="1244632"/>
                </a:moveTo>
                <a:lnTo>
                  <a:pt x="1647920" y="1236155"/>
                </a:lnTo>
                <a:cubicBezTo>
                  <a:pt x="1652683" y="1230059"/>
                  <a:pt x="1657255" y="1223867"/>
                  <a:pt x="1661827" y="1217581"/>
                </a:cubicBezTo>
                <a:lnTo>
                  <a:pt x="1672971" y="1225487"/>
                </a:lnTo>
                <a:cubicBezTo>
                  <a:pt x="1668399" y="1231964"/>
                  <a:pt x="1663637" y="1238250"/>
                  <a:pt x="1658779" y="1244537"/>
                </a:cubicBezTo>
                <a:close/>
                <a:moveTo>
                  <a:pt x="92964" y="1230439"/>
                </a:moveTo>
                <a:cubicBezTo>
                  <a:pt x="88773" y="1223677"/>
                  <a:pt x="84772" y="1216914"/>
                  <a:pt x="80867" y="1210056"/>
                </a:cubicBezTo>
                <a:lnTo>
                  <a:pt x="92774" y="1203293"/>
                </a:lnTo>
                <a:cubicBezTo>
                  <a:pt x="96583" y="1210056"/>
                  <a:pt x="100584" y="1216724"/>
                  <a:pt x="104680" y="1223296"/>
                </a:cubicBezTo>
                <a:lnTo>
                  <a:pt x="93059" y="1230535"/>
                </a:lnTo>
                <a:close/>
                <a:moveTo>
                  <a:pt x="1686306" y="1205960"/>
                </a:moveTo>
                <a:lnTo>
                  <a:pt x="1674781" y="1198531"/>
                </a:lnTo>
                <a:cubicBezTo>
                  <a:pt x="1677257" y="1194721"/>
                  <a:pt x="1679639" y="1190911"/>
                  <a:pt x="1682020" y="1187006"/>
                </a:cubicBezTo>
                <a:cubicBezTo>
                  <a:pt x="1683734" y="1184243"/>
                  <a:pt x="1685354" y="1181481"/>
                  <a:pt x="1686973" y="1178814"/>
                </a:cubicBezTo>
                <a:lnTo>
                  <a:pt x="1698784" y="1185767"/>
                </a:lnTo>
                <a:cubicBezTo>
                  <a:pt x="1697165" y="1188625"/>
                  <a:pt x="1695450" y="1191387"/>
                  <a:pt x="1693735" y="1194245"/>
                </a:cubicBezTo>
                <a:cubicBezTo>
                  <a:pt x="1691354" y="1198245"/>
                  <a:pt x="1688783" y="1202150"/>
                  <a:pt x="1686306" y="1206056"/>
                </a:cubicBezTo>
                <a:close/>
                <a:moveTo>
                  <a:pt x="69437" y="1189196"/>
                </a:moveTo>
                <a:cubicBezTo>
                  <a:pt x="65722" y="1182148"/>
                  <a:pt x="62198" y="1175099"/>
                  <a:pt x="58865" y="1167956"/>
                </a:cubicBezTo>
                <a:lnTo>
                  <a:pt x="71247" y="1162050"/>
                </a:lnTo>
                <a:cubicBezTo>
                  <a:pt x="74581" y="1169003"/>
                  <a:pt x="78010" y="1175957"/>
                  <a:pt x="81629" y="1182814"/>
                </a:cubicBezTo>
                <a:lnTo>
                  <a:pt x="69533" y="1189196"/>
                </a:lnTo>
                <a:close/>
                <a:moveTo>
                  <a:pt x="1710404" y="1164908"/>
                </a:moveTo>
                <a:lnTo>
                  <a:pt x="1698308" y="1158526"/>
                </a:lnTo>
                <a:cubicBezTo>
                  <a:pt x="1701927" y="1151668"/>
                  <a:pt x="1705356" y="1144714"/>
                  <a:pt x="1708594" y="1137761"/>
                </a:cubicBezTo>
                <a:lnTo>
                  <a:pt x="1720977" y="1143572"/>
                </a:lnTo>
                <a:cubicBezTo>
                  <a:pt x="1717643" y="1150715"/>
                  <a:pt x="1714119" y="1157859"/>
                  <a:pt x="1710404" y="1164908"/>
                </a:cubicBezTo>
                <a:close/>
                <a:moveTo>
                  <a:pt x="48958" y="1146429"/>
                </a:moveTo>
                <a:cubicBezTo>
                  <a:pt x="45816" y="1139190"/>
                  <a:pt x="42767" y="1131856"/>
                  <a:pt x="39910" y="1124426"/>
                </a:cubicBezTo>
                <a:lnTo>
                  <a:pt x="52673" y="1119473"/>
                </a:lnTo>
                <a:cubicBezTo>
                  <a:pt x="55435" y="1126712"/>
                  <a:pt x="58388" y="1133856"/>
                  <a:pt x="61436" y="1141000"/>
                </a:cubicBezTo>
                <a:lnTo>
                  <a:pt x="48863" y="1146429"/>
                </a:lnTo>
                <a:close/>
                <a:moveTo>
                  <a:pt x="1730598" y="1121855"/>
                </a:moveTo>
                <a:lnTo>
                  <a:pt x="1717929" y="1116616"/>
                </a:lnTo>
                <a:cubicBezTo>
                  <a:pt x="1720882" y="1109472"/>
                  <a:pt x="1723739" y="1102233"/>
                  <a:pt x="1726407" y="1094994"/>
                </a:cubicBezTo>
                <a:lnTo>
                  <a:pt x="1739265" y="1099757"/>
                </a:lnTo>
                <a:cubicBezTo>
                  <a:pt x="1736503" y="1107186"/>
                  <a:pt x="1733645" y="1114616"/>
                  <a:pt x="1730598" y="1121950"/>
                </a:cubicBezTo>
                <a:close/>
                <a:moveTo>
                  <a:pt x="31813" y="1102138"/>
                </a:moveTo>
                <a:cubicBezTo>
                  <a:pt x="29242" y="1094613"/>
                  <a:pt x="26765" y="1087088"/>
                  <a:pt x="24479" y="1079564"/>
                </a:cubicBezTo>
                <a:lnTo>
                  <a:pt x="37624" y="1075563"/>
                </a:lnTo>
                <a:cubicBezTo>
                  <a:pt x="39814" y="1082993"/>
                  <a:pt x="42196" y="1090327"/>
                  <a:pt x="44767" y="1097661"/>
                </a:cubicBezTo>
                <a:lnTo>
                  <a:pt x="31813" y="1102138"/>
                </a:lnTo>
                <a:close/>
                <a:moveTo>
                  <a:pt x="1746980" y="1077278"/>
                </a:moveTo>
                <a:lnTo>
                  <a:pt x="1733931" y="1073087"/>
                </a:lnTo>
                <a:cubicBezTo>
                  <a:pt x="1736312" y="1065752"/>
                  <a:pt x="1738503" y="1058323"/>
                  <a:pt x="1740503" y="1050893"/>
                </a:cubicBezTo>
                <a:lnTo>
                  <a:pt x="1753743" y="1054513"/>
                </a:lnTo>
                <a:cubicBezTo>
                  <a:pt x="1751648" y="1062133"/>
                  <a:pt x="1749362" y="1069753"/>
                  <a:pt x="1746980" y="1077278"/>
                </a:cubicBezTo>
                <a:close/>
                <a:moveTo>
                  <a:pt x="18097" y="1056608"/>
                </a:moveTo>
                <a:cubicBezTo>
                  <a:pt x="16097" y="1048893"/>
                  <a:pt x="14288" y="1041273"/>
                  <a:pt x="12573" y="1033463"/>
                </a:cubicBezTo>
                <a:lnTo>
                  <a:pt x="26003" y="1030605"/>
                </a:lnTo>
                <a:cubicBezTo>
                  <a:pt x="27622" y="1038130"/>
                  <a:pt x="29432" y="1045655"/>
                  <a:pt x="31337" y="1053179"/>
                </a:cubicBezTo>
                <a:lnTo>
                  <a:pt x="18097" y="1056608"/>
                </a:lnTo>
                <a:close/>
                <a:moveTo>
                  <a:pt x="1759553" y="1031462"/>
                </a:moveTo>
                <a:lnTo>
                  <a:pt x="1746218" y="1028319"/>
                </a:lnTo>
                <a:cubicBezTo>
                  <a:pt x="1747933" y="1020794"/>
                  <a:pt x="1749552" y="1013174"/>
                  <a:pt x="1750981" y="1005650"/>
                </a:cubicBezTo>
                <a:lnTo>
                  <a:pt x="1764411" y="1008221"/>
                </a:lnTo>
                <a:cubicBezTo>
                  <a:pt x="1762887" y="1016032"/>
                  <a:pt x="1761268" y="1023747"/>
                  <a:pt x="1759458" y="1031462"/>
                </a:cubicBezTo>
                <a:close/>
                <a:moveTo>
                  <a:pt x="8096" y="1010222"/>
                </a:moveTo>
                <a:cubicBezTo>
                  <a:pt x="6763" y="1002411"/>
                  <a:pt x="5525" y="994601"/>
                  <a:pt x="4572" y="986695"/>
                </a:cubicBezTo>
                <a:lnTo>
                  <a:pt x="18193" y="984885"/>
                </a:lnTo>
                <a:cubicBezTo>
                  <a:pt x="19145" y="992600"/>
                  <a:pt x="20384" y="1000220"/>
                  <a:pt x="21622" y="1007840"/>
                </a:cubicBezTo>
                <a:lnTo>
                  <a:pt x="8096" y="1010126"/>
                </a:lnTo>
                <a:close/>
                <a:moveTo>
                  <a:pt x="1768412" y="984790"/>
                </a:moveTo>
                <a:lnTo>
                  <a:pt x="1754886" y="982694"/>
                </a:lnTo>
                <a:cubicBezTo>
                  <a:pt x="1756029" y="975074"/>
                  <a:pt x="1757077" y="967359"/>
                  <a:pt x="1757934" y="959644"/>
                </a:cubicBezTo>
                <a:lnTo>
                  <a:pt x="1771555" y="961263"/>
                </a:lnTo>
                <a:cubicBezTo>
                  <a:pt x="1770602" y="969169"/>
                  <a:pt x="1769555" y="976979"/>
                  <a:pt x="1768412" y="984790"/>
                </a:cubicBezTo>
                <a:close/>
                <a:moveTo>
                  <a:pt x="2000" y="963073"/>
                </a:moveTo>
                <a:cubicBezTo>
                  <a:pt x="1334" y="955167"/>
                  <a:pt x="762" y="947261"/>
                  <a:pt x="476" y="939355"/>
                </a:cubicBezTo>
                <a:lnTo>
                  <a:pt x="14192" y="938784"/>
                </a:lnTo>
                <a:cubicBezTo>
                  <a:pt x="14478" y="946499"/>
                  <a:pt x="15050" y="954214"/>
                  <a:pt x="15716" y="961930"/>
                </a:cubicBezTo>
                <a:lnTo>
                  <a:pt x="2096" y="963073"/>
                </a:lnTo>
                <a:close/>
                <a:moveTo>
                  <a:pt x="1773936" y="937641"/>
                </a:moveTo>
                <a:lnTo>
                  <a:pt x="1760316" y="936593"/>
                </a:lnTo>
                <a:cubicBezTo>
                  <a:pt x="1760887" y="928878"/>
                  <a:pt x="1761363" y="921163"/>
                  <a:pt x="1761744" y="913352"/>
                </a:cubicBezTo>
                <a:lnTo>
                  <a:pt x="1775460" y="914019"/>
                </a:lnTo>
                <a:cubicBezTo>
                  <a:pt x="1775079" y="921925"/>
                  <a:pt x="1774603" y="929830"/>
                  <a:pt x="1774032" y="937641"/>
                </a:cubicBezTo>
                <a:close/>
                <a:moveTo>
                  <a:pt x="13716" y="915543"/>
                </a:moveTo>
                <a:lnTo>
                  <a:pt x="0" y="915543"/>
                </a:lnTo>
                <a:cubicBezTo>
                  <a:pt x="0" y="907637"/>
                  <a:pt x="190" y="899636"/>
                  <a:pt x="571" y="891730"/>
                </a:cubicBezTo>
                <a:lnTo>
                  <a:pt x="14288" y="892397"/>
                </a:lnTo>
                <a:cubicBezTo>
                  <a:pt x="13906" y="900113"/>
                  <a:pt x="13716" y="907828"/>
                  <a:pt x="13716" y="915543"/>
                </a:cubicBezTo>
                <a:close/>
                <a:moveTo>
                  <a:pt x="1776031" y="890302"/>
                </a:moveTo>
                <a:lnTo>
                  <a:pt x="1762315" y="890111"/>
                </a:lnTo>
                <a:cubicBezTo>
                  <a:pt x="1762315" y="887254"/>
                  <a:pt x="1762315" y="884396"/>
                  <a:pt x="1762315" y="881539"/>
                </a:cubicBezTo>
                <a:cubicBezTo>
                  <a:pt x="1762315" y="876586"/>
                  <a:pt x="1762315" y="871728"/>
                  <a:pt x="1762125" y="866775"/>
                </a:cubicBezTo>
                <a:lnTo>
                  <a:pt x="1775841" y="866489"/>
                </a:lnTo>
                <a:cubicBezTo>
                  <a:pt x="1775936" y="871538"/>
                  <a:pt x="1776031" y="876491"/>
                  <a:pt x="1776031" y="881539"/>
                </a:cubicBezTo>
                <a:cubicBezTo>
                  <a:pt x="1776031" y="884492"/>
                  <a:pt x="1776031" y="887349"/>
                  <a:pt x="1776031" y="890207"/>
                </a:cubicBezTo>
                <a:close/>
                <a:moveTo>
                  <a:pt x="15907" y="869347"/>
                </a:moveTo>
                <a:lnTo>
                  <a:pt x="2286" y="868013"/>
                </a:lnTo>
                <a:cubicBezTo>
                  <a:pt x="3048" y="860108"/>
                  <a:pt x="4001" y="852202"/>
                  <a:pt x="5144" y="844391"/>
                </a:cubicBezTo>
                <a:lnTo>
                  <a:pt x="18669" y="846392"/>
                </a:lnTo>
                <a:cubicBezTo>
                  <a:pt x="17526" y="854011"/>
                  <a:pt x="16669" y="861727"/>
                  <a:pt x="15907" y="869347"/>
                </a:cubicBezTo>
                <a:close/>
                <a:moveTo>
                  <a:pt x="1761363" y="843629"/>
                </a:moveTo>
                <a:cubicBezTo>
                  <a:pt x="1760982" y="835914"/>
                  <a:pt x="1760410" y="828104"/>
                  <a:pt x="1759839" y="820388"/>
                </a:cubicBezTo>
                <a:lnTo>
                  <a:pt x="1773460" y="819245"/>
                </a:lnTo>
                <a:cubicBezTo>
                  <a:pt x="1774126" y="827151"/>
                  <a:pt x="1774603" y="834961"/>
                  <a:pt x="1775079" y="842867"/>
                </a:cubicBezTo>
                <a:lnTo>
                  <a:pt x="1761363" y="843534"/>
                </a:lnTo>
                <a:close/>
                <a:moveTo>
                  <a:pt x="22479" y="823436"/>
                </a:moveTo>
                <a:lnTo>
                  <a:pt x="9049" y="820865"/>
                </a:lnTo>
                <a:cubicBezTo>
                  <a:pt x="10573" y="813054"/>
                  <a:pt x="12287" y="805339"/>
                  <a:pt x="14097" y="797624"/>
                </a:cubicBezTo>
                <a:lnTo>
                  <a:pt x="27432" y="800862"/>
                </a:lnTo>
                <a:cubicBezTo>
                  <a:pt x="25622" y="808387"/>
                  <a:pt x="24003" y="815911"/>
                  <a:pt x="22479" y="823532"/>
                </a:cubicBezTo>
                <a:close/>
                <a:moveTo>
                  <a:pt x="1757553" y="797243"/>
                </a:moveTo>
                <a:cubicBezTo>
                  <a:pt x="1756696" y="789527"/>
                  <a:pt x="1755743" y="781812"/>
                  <a:pt x="1754600" y="774097"/>
                </a:cubicBezTo>
                <a:lnTo>
                  <a:pt x="1768126" y="772192"/>
                </a:lnTo>
                <a:cubicBezTo>
                  <a:pt x="1769269" y="780002"/>
                  <a:pt x="1770221" y="787813"/>
                  <a:pt x="1771079" y="795719"/>
                </a:cubicBezTo>
                <a:lnTo>
                  <a:pt x="1757458" y="797243"/>
                </a:lnTo>
                <a:close/>
                <a:moveTo>
                  <a:pt x="33433" y="778478"/>
                </a:moveTo>
                <a:lnTo>
                  <a:pt x="20288" y="774668"/>
                </a:lnTo>
                <a:cubicBezTo>
                  <a:pt x="22479" y="767048"/>
                  <a:pt x="24860" y="759524"/>
                  <a:pt x="27432" y="751999"/>
                </a:cubicBezTo>
                <a:lnTo>
                  <a:pt x="40386" y="756476"/>
                </a:lnTo>
                <a:cubicBezTo>
                  <a:pt x="37910" y="763810"/>
                  <a:pt x="35528" y="771144"/>
                  <a:pt x="33433" y="778574"/>
                </a:cubicBezTo>
                <a:close/>
                <a:moveTo>
                  <a:pt x="1751076" y="751046"/>
                </a:moveTo>
                <a:cubicBezTo>
                  <a:pt x="1749742" y="743426"/>
                  <a:pt x="1748314" y="735711"/>
                  <a:pt x="1746885" y="728186"/>
                </a:cubicBezTo>
                <a:lnTo>
                  <a:pt x="1760316" y="725519"/>
                </a:lnTo>
                <a:cubicBezTo>
                  <a:pt x="1761839" y="733234"/>
                  <a:pt x="1763268" y="741045"/>
                  <a:pt x="1764601" y="748760"/>
                </a:cubicBezTo>
                <a:lnTo>
                  <a:pt x="1751076" y="751046"/>
                </a:lnTo>
                <a:close/>
                <a:moveTo>
                  <a:pt x="48387" y="734568"/>
                </a:moveTo>
                <a:lnTo>
                  <a:pt x="35623" y="729520"/>
                </a:lnTo>
                <a:cubicBezTo>
                  <a:pt x="38576" y="722186"/>
                  <a:pt x="41624" y="714851"/>
                  <a:pt x="44863" y="707612"/>
                </a:cubicBezTo>
                <a:lnTo>
                  <a:pt x="57340" y="713232"/>
                </a:lnTo>
                <a:cubicBezTo>
                  <a:pt x="54198" y="720281"/>
                  <a:pt x="51149" y="727424"/>
                  <a:pt x="48387" y="734568"/>
                </a:cubicBezTo>
                <a:close/>
                <a:moveTo>
                  <a:pt x="1741932" y="705422"/>
                </a:moveTo>
                <a:cubicBezTo>
                  <a:pt x="1740217" y="697802"/>
                  <a:pt x="1738408" y="690277"/>
                  <a:pt x="1736408" y="682752"/>
                </a:cubicBezTo>
                <a:lnTo>
                  <a:pt x="1749648" y="679323"/>
                </a:lnTo>
                <a:cubicBezTo>
                  <a:pt x="1751648" y="686943"/>
                  <a:pt x="1753457" y="694658"/>
                  <a:pt x="1755267" y="702374"/>
                </a:cubicBezTo>
                <a:lnTo>
                  <a:pt x="1741932" y="705422"/>
                </a:lnTo>
                <a:close/>
                <a:moveTo>
                  <a:pt x="67342" y="692277"/>
                </a:moveTo>
                <a:lnTo>
                  <a:pt x="55054" y="686086"/>
                </a:lnTo>
                <a:cubicBezTo>
                  <a:pt x="58579" y="679037"/>
                  <a:pt x="62389" y="671989"/>
                  <a:pt x="66199" y="665036"/>
                </a:cubicBezTo>
                <a:lnTo>
                  <a:pt x="78105" y="671703"/>
                </a:lnTo>
                <a:cubicBezTo>
                  <a:pt x="74295" y="678466"/>
                  <a:pt x="70676" y="685229"/>
                  <a:pt x="67247" y="692182"/>
                </a:cubicBezTo>
                <a:close/>
                <a:moveTo>
                  <a:pt x="1730407" y="660273"/>
                </a:moveTo>
                <a:cubicBezTo>
                  <a:pt x="1728311" y="652748"/>
                  <a:pt x="1726025" y="645319"/>
                  <a:pt x="1723739" y="637984"/>
                </a:cubicBezTo>
                <a:lnTo>
                  <a:pt x="1736789" y="633889"/>
                </a:lnTo>
                <a:cubicBezTo>
                  <a:pt x="1739170" y="641413"/>
                  <a:pt x="1741456" y="648938"/>
                  <a:pt x="1743551" y="656558"/>
                </a:cubicBezTo>
                <a:lnTo>
                  <a:pt x="1730407" y="660273"/>
                </a:lnTo>
                <a:close/>
                <a:moveTo>
                  <a:pt x="90011" y="651986"/>
                </a:moveTo>
                <a:lnTo>
                  <a:pt x="78391" y="644747"/>
                </a:lnTo>
                <a:cubicBezTo>
                  <a:pt x="82582" y="637984"/>
                  <a:pt x="86963" y="631412"/>
                  <a:pt x="91440" y="624840"/>
                </a:cubicBezTo>
                <a:lnTo>
                  <a:pt x="102679" y="632651"/>
                </a:lnTo>
                <a:cubicBezTo>
                  <a:pt x="98298" y="639032"/>
                  <a:pt x="94012" y="645414"/>
                  <a:pt x="89916" y="651986"/>
                </a:cubicBezTo>
                <a:close/>
                <a:moveTo>
                  <a:pt x="1716405" y="615791"/>
                </a:moveTo>
                <a:cubicBezTo>
                  <a:pt x="1713834" y="608457"/>
                  <a:pt x="1711262" y="601123"/>
                  <a:pt x="1708594" y="593884"/>
                </a:cubicBezTo>
                <a:lnTo>
                  <a:pt x="1721453" y="589121"/>
                </a:lnTo>
                <a:cubicBezTo>
                  <a:pt x="1724215" y="596456"/>
                  <a:pt x="1726883" y="603885"/>
                  <a:pt x="1729454" y="611410"/>
                </a:cubicBezTo>
                <a:lnTo>
                  <a:pt x="1716500" y="615886"/>
                </a:lnTo>
                <a:close/>
                <a:moveTo>
                  <a:pt x="116396" y="613886"/>
                </a:moveTo>
                <a:lnTo>
                  <a:pt x="105537" y="605600"/>
                </a:lnTo>
                <a:cubicBezTo>
                  <a:pt x="110395" y="599313"/>
                  <a:pt x="115348" y="593122"/>
                  <a:pt x="120396" y="587026"/>
                </a:cubicBezTo>
                <a:lnTo>
                  <a:pt x="130874" y="595884"/>
                </a:lnTo>
                <a:cubicBezTo>
                  <a:pt x="125921" y="601790"/>
                  <a:pt x="121063" y="607790"/>
                  <a:pt x="116396" y="613982"/>
                </a:cubicBezTo>
                <a:close/>
                <a:moveTo>
                  <a:pt x="146209" y="578453"/>
                </a:moveTo>
                <a:lnTo>
                  <a:pt x="136208" y="569119"/>
                </a:lnTo>
                <a:cubicBezTo>
                  <a:pt x="141637" y="563309"/>
                  <a:pt x="147161" y="557594"/>
                  <a:pt x="152876" y="552069"/>
                </a:cubicBezTo>
                <a:lnTo>
                  <a:pt x="162401" y="561880"/>
                </a:lnTo>
                <a:cubicBezTo>
                  <a:pt x="156877" y="567214"/>
                  <a:pt x="151447" y="572738"/>
                  <a:pt x="146209" y="578453"/>
                </a:cubicBezTo>
                <a:close/>
                <a:moveTo>
                  <a:pt x="1700308" y="571976"/>
                </a:moveTo>
                <a:cubicBezTo>
                  <a:pt x="1697546" y="564737"/>
                  <a:pt x="1694688" y="557403"/>
                  <a:pt x="1691831" y="550164"/>
                </a:cubicBezTo>
                <a:lnTo>
                  <a:pt x="1704594" y="545116"/>
                </a:lnTo>
                <a:cubicBezTo>
                  <a:pt x="1707451" y="552450"/>
                  <a:pt x="1710309" y="559784"/>
                  <a:pt x="1713071" y="567023"/>
                </a:cubicBezTo>
                <a:lnTo>
                  <a:pt x="1700308" y="571881"/>
                </a:lnTo>
                <a:close/>
                <a:moveTo>
                  <a:pt x="179260" y="546163"/>
                </a:moveTo>
                <a:lnTo>
                  <a:pt x="170212" y="535877"/>
                </a:lnTo>
                <a:cubicBezTo>
                  <a:pt x="176213" y="530638"/>
                  <a:pt x="182308" y="525494"/>
                  <a:pt x="188500" y="520636"/>
                </a:cubicBezTo>
                <a:lnTo>
                  <a:pt x="196977" y="531400"/>
                </a:lnTo>
                <a:cubicBezTo>
                  <a:pt x="190976" y="536162"/>
                  <a:pt x="184976" y="541115"/>
                  <a:pt x="179260" y="546259"/>
                </a:cubicBezTo>
                <a:close/>
                <a:moveTo>
                  <a:pt x="1683163" y="528352"/>
                </a:moveTo>
                <a:cubicBezTo>
                  <a:pt x="1680210" y="521113"/>
                  <a:pt x="1677257" y="513874"/>
                  <a:pt x="1674305" y="506730"/>
                </a:cubicBezTo>
                <a:lnTo>
                  <a:pt x="1686973" y="501491"/>
                </a:lnTo>
                <a:cubicBezTo>
                  <a:pt x="1690021" y="508730"/>
                  <a:pt x="1692974" y="515969"/>
                  <a:pt x="1695926" y="523304"/>
                </a:cubicBezTo>
                <a:lnTo>
                  <a:pt x="1683258" y="528447"/>
                </a:lnTo>
                <a:close/>
                <a:moveTo>
                  <a:pt x="215551" y="517493"/>
                </a:moveTo>
                <a:lnTo>
                  <a:pt x="207645" y="506349"/>
                </a:lnTo>
                <a:cubicBezTo>
                  <a:pt x="214122" y="501777"/>
                  <a:pt x="220790" y="497300"/>
                  <a:pt x="227457" y="493109"/>
                </a:cubicBezTo>
                <a:lnTo>
                  <a:pt x="234791" y="504730"/>
                </a:lnTo>
                <a:cubicBezTo>
                  <a:pt x="228314" y="508825"/>
                  <a:pt x="221837" y="513112"/>
                  <a:pt x="215551" y="517588"/>
                </a:cubicBezTo>
                <a:close/>
                <a:moveTo>
                  <a:pt x="254699" y="492919"/>
                </a:moveTo>
                <a:lnTo>
                  <a:pt x="248031" y="480917"/>
                </a:lnTo>
                <a:cubicBezTo>
                  <a:pt x="254984" y="477012"/>
                  <a:pt x="262128" y="473392"/>
                  <a:pt x="269272" y="469963"/>
                </a:cubicBezTo>
                <a:lnTo>
                  <a:pt x="275177" y="482251"/>
                </a:lnTo>
                <a:cubicBezTo>
                  <a:pt x="268319" y="485584"/>
                  <a:pt x="261366" y="489109"/>
                  <a:pt x="254699" y="492919"/>
                </a:cubicBezTo>
                <a:close/>
                <a:moveTo>
                  <a:pt x="1665160" y="485204"/>
                </a:moveTo>
                <a:cubicBezTo>
                  <a:pt x="1662113" y="478060"/>
                  <a:pt x="1658969" y="470916"/>
                  <a:pt x="1655826" y="463772"/>
                </a:cubicBezTo>
                <a:lnTo>
                  <a:pt x="1668304" y="458248"/>
                </a:lnTo>
                <a:cubicBezTo>
                  <a:pt x="1671447" y="465392"/>
                  <a:pt x="1674685" y="472631"/>
                  <a:pt x="1677733" y="479869"/>
                </a:cubicBezTo>
                <a:lnTo>
                  <a:pt x="1665160" y="485299"/>
                </a:lnTo>
                <a:close/>
                <a:moveTo>
                  <a:pt x="296228" y="472821"/>
                </a:moveTo>
                <a:lnTo>
                  <a:pt x="290989" y="460153"/>
                </a:lnTo>
                <a:cubicBezTo>
                  <a:pt x="298323" y="457105"/>
                  <a:pt x="305753" y="454247"/>
                  <a:pt x="313182" y="451580"/>
                </a:cubicBezTo>
                <a:lnTo>
                  <a:pt x="317754" y="464439"/>
                </a:lnTo>
                <a:cubicBezTo>
                  <a:pt x="310515" y="467011"/>
                  <a:pt x="303276" y="469773"/>
                  <a:pt x="296132" y="472726"/>
                </a:cubicBezTo>
                <a:close/>
                <a:moveTo>
                  <a:pt x="339852" y="457295"/>
                </a:moveTo>
                <a:lnTo>
                  <a:pt x="335851" y="444151"/>
                </a:lnTo>
                <a:cubicBezTo>
                  <a:pt x="343376" y="441865"/>
                  <a:pt x="350996" y="439674"/>
                  <a:pt x="358712" y="437674"/>
                </a:cubicBezTo>
                <a:lnTo>
                  <a:pt x="362236" y="450913"/>
                </a:lnTo>
                <a:cubicBezTo>
                  <a:pt x="354711" y="452914"/>
                  <a:pt x="347281" y="455009"/>
                  <a:pt x="339852" y="457295"/>
                </a:cubicBezTo>
                <a:close/>
                <a:moveTo>
                  <a:pt x="384810" y="445389"/>
                </a:moveTo>
                <a:lnTo>
                  <a:pt x="381762" y="432054"/>
                </a:lnTo>
                <a:cubicBezTo>
                  <a:pt x="389477" y="430244"/>
                  <a:pt x="397192" y="428625"/>
                  <a:pt x="404908" y="427101"/>
                </a:cubicBezTo>
                <a:lnTo>
                  <a:pt x="407575" y="440531"/>
                </a:lnTo>
                <a:cubicBezTo>
                  <a:pt x="399955" y="442055"/>
                  <a:pt x="392335" y="443675"/>
                  <a:pt x="384810" y="445389"/>
                </a:cubicBezTo>
                <a:close/>
                <a:moveTo>
                  <a:pt x="1646206" y="442436"/>
                </a:moveTo>
                <a:cubicBezTo>
                  <a:pt x="1642968" y="435388"/>
                  <a:pt x="1639633" y="428339"/>
                  <a:pt x="1636300" y="421291"/>
                </a:cubicBezTo>
                <a:lnTo>
                  <a:pt x="1648682" y="415385"/>
                </a:lnTo>
                <a:cubicBezTo>
                  <a:pt x="1652111" y="422434"/>
                  <a:pt x="1655445" y="429578"/>
                  <a:pt x="1658683" y="436721"/>
                </a:cubicBezTo>
                <a:lnTo>
                  <a:pt x="1646206" y="442436"/>
                </a:lnTo>
                <a:close/>
                <a:moveTo>
                  <a:pt x="430530" y="436150"/>
                </a:moveTo>
                <a:lnTo>
                  <a:pt x="428149" y="422624"/>
                </a:lnTo>
                <a:cubicBezTo>
                  <a:pt x="435864" y="421291"/>
                  <a:pt x="443674" y="419957"/>
                  <a:pt x="451390" y="418719"/>
                </a:cubicBezTo>
                <a:lnTo>
                  <a:pt x="453581" y="432244"/>
                </a:lnTo>
                <a:cubicBezTo>
                  <a:pt x="445866" y="433483"/>
                  <a:pt x="438150" y="434816"/>
                  <a:pt x="430530" y="436150"/>
                </a:cubicBezTo>
                <a:close/>
                <a:moveTo>
                  <a:pt x="476726" y="428720"/>
                </a:moveTo>
                <a:lnTo>
                  <a:pt x="474726" y="415195"/>
                </a:lnTo>
                <a:cubicBezTo>
                  <a:pt x="482441" y="414052"/>
                  <a:pt x="490252" y="412909"/>
                  <a:pt x="498062" y="411861"/>
                </a:cubicBezTo>
                <a:lnTo>
                  <a:pt x="499967" y="425386"/>
                </a:lnTo>
                <a:cubicBezTo>
                  <a:pt x="492252" y="426530"/>
                  <a:pt x="484537" y="427577"/>
                  <a:pt x="476726" y="428720"/>
                </a:cubicBezTo>
                <a:close/>
                <a:moveTo>
                  <a:pt x="523208" y="422053"/>
                </a:moveTo>
                <a:lnTo>
                  <a:pt x="521303" y="408527"/>
                </a:lnTo>
                <a:lnTo>
                  <a:pt x="544544" y="405194"/>
                </a:lnTo>
                <a:lnTo>
                  <a:pt x="546544" y="418719"/>
                </a:lnTo>
                <a:lnTo>
                  <a:pt x="523304" y="422053"/>
                </a:lnTo>
                <a:close/>
                <a:moveTo>
                  <a:pt x="569785" y="415290"/>
                </a:moveTo>
                <a:lnTo>
                  <a:pt x="567690" y="401765"/>
                </a:lnTo>
                <a:cubicBezTo>
                  <a:pt x="575405" y="400621"/>
                  <a:pt x="583121" y="399383"/>
                  <a:pt x="590740" y="398050"/>
                </a:cubicBezTo>
                <a:lnTo>
                  <a:pt x="593026" y="411575"/>
                </a:lnTo>
                <a:cubicBezTo>
                  <a:pt x="585311" y="412909"/>
                  <a:pt x="577501" y="414147"/>
                  <a:pt x="569785" y="415290"/>
                </a:cubicBezTo>
                <a:close/>
                <a:moveTo>
                  <a:pt x="616267" y="407480"/>
                </a:moveTo>
                <a:lnTo>
                  <a:pt x="613696" y="394049"/>
                </a:lnTo>
                <a:cubicBezTo>
                  <a:pt x="621316" y="392621"/>
                  <a:pt x="628936" y="391096"/>
                  <a:pt x="636556" y="389477"/>
                </a:cubicBezTo>
                <a:lnTo>
                  <a:pt x="639413" y="402908"/>
                </a:lnTo>
                <a:cubicBezTo>
                  <a:pt x="631698" y="404527"/>
                  <a:pt x="623983" y="406146"/>
                  <a:pt x="616267" y="407575"/>
                </a:cubicBezTo>
                <a:close/>
                <a:moveTo>
                  <a:pt x="1625917" y="400240"/>
                </a:moveTo>
                <a:cubicBezTo>
                  <a:pt x="1622393" y="393287"/>
                  <a:pt x="1618869" y="386334"/>
                  <a:pt x="1615249" y="379381"/>
                </a:cubicBezTo>
                <a:lnTo>
                  <a:pt x="1627346" y="372999"/>
                </a:lnTo>
                <a:cubicBezTo>
                  <a:pt x="1630966" y="379952"/>
                  <a:pt x="1634585" y="387001"/>
                  <a:pt x="1638110" y="394049"/>
                </a:cubicBezTo>
                <a:lnTo>
                  <a:pt x="1625823" y="400145"/>
                </a:lnTo>
                <a:close/>
                <a:moveTo>
                  <a:pt x="662464" y="397383"/>
                </a:moveTo>
                <a:lnTo>
                  <a:pt x="659130" y="384048"/>
                </a:lnTo>
                <a:cubicBezTo>
                  <a:pt x="666655" y="382143"/>
                  <a:pt x="674084" y="380143"/>
                  <a:pt x="681514" y="378047"/>
                </a:cubicBezTo>
                <a:lnTo>
                  <a:pt x="685324" y="391192"/>
                </a:lnTo>
                <a:cubicBezTo>
                  <a:pt x="677799" y="393383"/>
                  <a:pt x="670084" y="395478"/>
                  <a:pt x="662464" y="397383"/>
                </a:cubicBezTo>
                <a:close/>
                <a:moveTo>
                  <a:pt x="708088" y="384143"/>
                </a:moveTo>
                <a:lnTo>
                  <a:pt x="703707" y="371189"/>
                </a:lnTo>
                <a:cubicBezTo>
                  <a:pt x="711041" y="368713"/>
                  <a:pt x="718280" y="366046"/>
                  <a:pt x="725424" y="363284"/>
                </a:cubicBezTo>
                <a:lnTo>
                  <a:pt x="730473" y="376047"/>
                </a:lnTo>
                <a:cubicBezTo>
                  <a:pt x="723138" y="379000"/>
                  <a:pt x="715613" y="381667"/>
                  <a:pt x="708088" y="384238"/>
                </a:cubicBezTo>
                <a:close/>
                <a:moveTo>
                  <a:pt x="752380" y="366522"/>
                </a:moveTo>
                <a:lnTo>
                  <a:pt x="746569" y="354140"/>
                </a:lnTo>
                <a:cubicBezTo>
                  <a:pt x="753618" y="350806"/>
                  <a:pt x="760571" y="347377"/>
                  <a:pt x="767144" y="343757"/>
                </a:cubicBezTo>
                <a:lnTo>
                  <a:pt x="773716" y="355759"/>
                </a:lnTo>
                <a:cubicBezTo>
                  <a:pt x="766858" y="359473"/>
                  <a:pt x="759714" y="363093"/>
                  <a:pt x="752380" y="366522"/>
                </a:cubicBezTo>
                <a:close/>
                <a:moveTo>
                  <a:pt x="1604296" y="358807"/>
                </a:moveTo>
                <a:cubicBezTo>
                  <a:pt x="1600581" y="351949"/>
                  <a:pt x="1596771" y="345186"/>
                  <a:pt x="1592866" y="338423"/>
                </a:cubicBezTo>
                <a:lnTo>
                  <a:pt x="1604772" y="331565"/>
                </a:lnTo>
                <a:cubicBezTo>
                  <a:pt x="1608677" y="338423"/>
                  <a:pt x="1612583" y="345281"/>
                  <a:pt x="1616298" y="352234"/>
                </a:cubicBezTo>
                <a:lnTo>
                  <a:pt x="1604296" y="358807"/>
                </a:lnTo>
                <a:close/>
                <a:moveTo>
                  <a:pt x="794385" y="343757"/>
                </a:moveTo>
                <a:lnTo>
                  <a:pt x="787051" y="332137"/>
                </a:lnTo>
                <a:cubicBezTo>
                  <a:pt x="792385" y="328708"/>
                  <a:pt x="797719" y="325184"/>
                  <a:pt x="802958" y="321373"/>
                </a:cubicBezTo>
                <a:lnTo>
                  <a:pt x="806006" y="319183"/>
                </a:lnTo>
                <a:lnTo>
                  <a:pt x="814102" y="330232"/>
                </a:lnTo>
                <a:lnTo>
                  <a:pt x="810863" y="332518"/>
                </a:lnTo>
                <a:cubicBezTo>
                  <a:pt x="805434" y="336423"/>
                  <a:pt x="799910" y="340138"/>
                  <a:pt x="794290" y="343662"/>
                </a:cubicBezTo>
                <a:close/>
                <a:moveTo>
                  <a:pt x="1580960" y="318325"/>
                </a:moveTo>
                <a:cubicBezTo>
                  <a:pt x="1576959" y="311658"/>
                  <a:pt x="1572863" y="305086"/>
                  <a:pt x="1568673" y="298513"/>
                </a:cubicBezTo>
                <a:lnTo>
                  <a:pt x="1580198" y="291179"/>
                </a:lnTo>
                <a:cubicBezTo>
                  <a:pt x="1584389" y="297847"/>
                  <a:pt x="1588580" y="304514"/>
                  <a:pt x="1592675" y="311277"/>
                </a:cubicBezTo>
                <a:lnTo>
                  <a:pt x="1580960" y="318325"/>
                </a:lnTo>
                <a:close/>
                <a:moveTo>
                  <a:pt x="832866" y="315373"/>
                </a:moveTo>
                <a:lnTo>
                  <a:pt x="824008" y="304895"/>
                </a:lnTo>
                <a:cubicBezTo>
                  <a:pt x="829723" y="300038"/>
                  <a:pt x="835533" y="294894"/>
                  <a:pt x="841153" y="289465"/>
                </a:cubicBezTo>
                <a:lnTo>
                  <a:pt x="850583" y="299371"/>
                </a:lnTo>
                <a:cubicBezTo>
                  <a:pt x="844677" y="304990"/>
                  <a:pt x="838676" y="310325"/>
                  <a:pt x="832771" y="315373"/>
                </a:cubicBezTo>
                <a:close/>
                <a:moveTo>
                  <a:pt x="867442" y="282607"/>
                </a:moveTo>
                <a:lnTo>
                  <a:pt x="857536" y="273177"/>
                </a:lnTo>
                <a:cubicBezTo>
                  <a:pt x="862870" y="267557"/>
                  <a:pt x="868108" y="261842"/>
                  <a:pt x="873252" y="256032"/>
                </a:cubicBezTo>
                <a:lnTo>
                  <a:pt x="883539" y="265081"/>
                </a:lnTo>
                <a:cubicBezTo>
                  <a:pt x="878300" y="270986"/>
                  <a:pt x="872966" y="276892"/>
                  <a:pt x="867442" y="282607"/>
                </a:cubicBezTo>
                <a:close/>
                <a:moveTo>
                  <a:pt x="1555909" y="278987"/>
                </a:moveTo>
                <a:cubicBezTo>
                  <a:pt x="1551527" y="272510"/>
                  <a:pt x="1547146" y="266129"/>
                  <a:pt x="1542574" y="259842"/>
                </a:cubicBezTo>
                <a:lnTo>
                  <a:pt x="1553718" y="251936"/>
                </a:lnTo>
                <a:cubicBezTo>
                  <a:pt x="1558290" y="258318"/>
                  <a:pt x="1562767" y="264890"/>
                  <a:pt x="1567244" y="271367"/>
                </a:cubicBezTo>
                <a:lnTo>
                  <a:pt x="1555909" y="278987"/>
                </a:lnTo>
                <a:close/>
                <a:moveTo>
                  <a:pt x="898969" y="247078"/>
                </a:moveTo>
                <a:lnTo>
                  <a:pt x="888492" y="238316"/>
                </a:lnTo>
                <a:cubicBezTo>
                  <a:pt x="893445" y="232315"/>
                  <a:pt x="898398" y="226314"/>
                  <a:pt x="903256" y="220218"/>
                </a:cubicBezTo>
                <a:lnTo>
                  <a:pt x="913924" y="228791"/>
                </a:lnTo>
                <a:cubicBezTo>
                  <a:pt x="908971" y="234982"/>
                  <a:pt x="904018" y="241078"/>
                  <a:pt x="898969" y="247078"/>
                </a:cubicBezTo>
                <a:close/>
                <a:moveTo>
                  <a:pt x="1528763" y="240983"/>
                </a:moveTo>
                <a:cubicBezTo>
                  <a:pt x="1524095" y="234791"/>
                  <a:pt x="1519238" y="228695"/>
                  <a:pt x="1514380" y="222599"/>
                </a:cubicBezTo>
                <a:lnTo>
                  <a:pt x="1525048" y="214027"/>
                </a:lnTo>
                <a:cubicBezTo>
                  <a:pt x="1530001" y="220218"/>
                  <a:pt x="1534858" y="226409"/>
                  <a:pt x="1539621" y="232696"/>
                </a:cubicBezTo>
                <a:lnTo>
                  <a:pt x="1528668" y="240983"/>
                </a:lnTo>
                <a:close/>
                <a:moveTo>
                  <a:pt x="928592" y="210407"/>
                </a:moveTo>
                <a:lnTo>
                  <a:pt x="917829" y="201930"/>
                </a:lnTo>
                <a:lnTo>
                  <a:pt x="932307" y="183451"/>
                </a:lnTo>
                <a:lnTo>
                  <a:pt x="943070" y="191929"/>
                </a:lnTo>
                <a:lnTo>
                  <a:pt x="928592" y="210407"/>
                </a:lnTo>
                <a:close/>
                <a:moveTo>
                  <a:pt x="1499521" y="204788"/>
                </a:moveTo>
                <a:cubicBezTo>
                  <a:pt x="1494473" y="198882"/>
                  <a:pt x="1489329" y="193072"/>
                  <a:pt x="1484091" y="187452"/>
                </a:cubicBezTo>
                <a:lnTo>
                  <a:pt x="1494187" y="178213"/>
                </a:lnTo>
                <a:cubicBezTo>
                  <a:pt x="1499521" y="184023"/>
                  <a:pt x="1504760" y="189928"/>
                  <a:pt x="1509998" y="195929"/>
                </a:cubicBezTo>
                <a:lnTo>
                  <a:pt x="1499616" y="204883"/>
                </a:lnTo>
                <a:close/>
                <a:moveTo>
                  <a:pt x="957644" y="173546"/>
                </a:moveTo>
                <a:lnTo>
                  <a:pt x="946976" y="164973"/>
                </a:lnTo>
                <a:cubicBezTo>
                  <a:pt x="951929" y="158877"/>
                  <a:pt x="956881" y="152686"/>
                  <a:pt x="961930" y="146685"/>
                </a:cubicBezTo>
                <a:lnTo>
                  <a:pt x="972503" y="155448"/>
                </a:lnTo>
                <a:cubicBezTo>
                  <a:pt x="967549" y="161449"/>
                  <a:pt x="962597" y="167449"/>
                  <a:pt x="957739" y="173546"/>
                </a:cubicBezTo>
                <a:close/>
                <a:moveTo>
                  <a:pt x="1467993" y="170593"/>
                </a:moveTo>
                <a:cubicBezTo>
                  <a:pt x="1462564" y="165068"/>
                  <a:pt x="1457039" y="159734"/>
                  <a:pt x="1451325" y="154400"/>
                </a:cubicBezTo>
                <a:lnTo>
                  <a:pt x="1460659" y="144399"/>
                </a:lnTo>
                <a:cubicBezTo>
                  <a:pt x="1466469" y="149828"/>
                  <a:pt x="1472089" y="155353"/>
                  <a:pt x="1477708" y="160972"/>
                </a:cubicBezTo>
                <a:lnTo>
                  <a:pt x="1467993" y="170593"/>
                </a:lnTo>
                <a:close/>
                <a:moveTo>
                  <a:pt x="1434179" y="138874"/>
                </a:moveTo>
                <a:cubicBezTo>
                  <a:pt x="1428369" y="133826"/>
                  <a:pt x="1422368" y="128873"/>
                  <a:pt x="1416367" y="124016"/>
                </a:cubicBezTo>
                <a:lnTo>
                  <a:pt x="1424940" y="113347"/>
                </a:lnTo>
                <a:cubicBezTo>
                  <a:pt x="1431132" y="118300"/>
                  <a:pt x="1437227" y="123349"/>
                  <a:pt x="1443133" y="128492"/>
                </a:cubicBezTo>
                <a:lnTo>
                  <a:pt x="1434179" y="138874"/>
                </a:lnTo>
                <a:close/>
                <a:moveTo>
                  <a:pt x="987552" y="137731"/>
                </a:moveTo>
                <a:lnTo>
                  <a:pt x="977265" y="128683"/>
                </a:lnTo>
                <a:lnTo>
                  <a:pt x="979456" y="126206"/>
                </a:lnTo>
                <a:cubicBezTo>
                  <a:pt x="983742" y="121348"/>
                  <a:pt x="988600" y="116396"/>
                  <a:pt x="993838" y="111347"/>
                </a:cubicBezTo>
                <a:lnTo>
                  <a:pt x="1003363" y="121158"/>
                </a:lnTo>
                <a:cubicBezTo>
                  <a:pt x="998410" y="126016"/>
                  <a:pt x="993838" y="130778"/>
                  <a:pt x="989743" y="135255"/>
                </a:cubicBezTo>
                <a:lnTo>
                  <a:pt x="987552" y="137731"/>
                </a:lnTo>
                <a:close/>
                <a:moveTo>
                  <a:pt x="1397984" y="109919"/>
                </a:moveTo>
                <a:cubicBezTo>
                  <a:pt x="1391793" y="105346"/>
                  <a:pt x="1385506" y="100965"/>
                  <a:pt x="1379030" y="96583"/>
                </a:cubicBezTo>
                <a:lnTo>
                  <a:pt x="1386649" y="85153"/>
                </a:lnTo>
                <a:cubicBezTo>
                  <a:pt x="1393222" y="89535"/>
                  <a:pt x="1399699" y="94107"/>
                  <a:pt x="1406081" y="98774"/>
                </a:cubicBezTo>
                <a:lnTo>
                  <a:pt x="1397984" y="109823"/>
                </a:lnTo>
                <a:close/>
                <a:moveTo>
                  <a:pt x="1020508" y="105632"/>
                </a:moveTo>
                <a:lnTo>
                  <a:pt x="1011650" y="95155"/>
                </a:lnTo>
                <a:cubicBezTo>
                  <a:pt x="1017556" y="90106"/>
                  <a:pt x="1023747" y="85153"/>
                  <a:pt x="1030224" y="80200"/>
                </a:cubicBezTo>
                <a:lnTo>
                  <a:pt x="1038511" y="91059"/>
                </a:lnTo>
                <a:cubicBezTo>
                  <a:pt x="1032225" y="95821"/>
                  <a:pt x="1026224" y="100679"/>
                  <a:pt x="1020508" y="105537"/>
                </a:cubicBezTo>
                <a:close/>
                <a:moveTo>
                  <a:pt x="1366743" y="88582"/>
                </a:moveTo>
                <a:lnTo>
                  <a:pt x="1346930" y="76009"/>
                </a:lnTo>
                <a:lnTo>
                  <a:pt x="1354265" y="64389"/>
                </a:lnTo>
                <a:lnTo>
                  <a:pt x="1374172" y="76962"/>
                </a:lnTo>
                <a:lnTo>
                  <a:pt x="1366838" y="88582"/>
                </a:lnTo>
                <a:close/>
                <a:moveTo>
                  <a:pt x="1057275" y="77533"/>
                </a:moveTo>
                <a:lnTo>
                  <a:pt x="1049465" y="66294"/>
                </a:lnTo>
                <a:cubicBezTo>
                  <a:pt x="1055942" y="61817"/>
                  <a:pt x="1062609" y="57436"/>
                  <a:pt x="1069372" y="53245"/>
                </a:cubicBezTo>
                <a:lnTo>
                  <a:pt x="1076611" y="64865"/>
                </a:lnTo>
                <a:cubicBezTo>
                  <a:pt x="1070039" y="68961"/>
                  <a:pt x="1063466" y="73247"/>
                  <a:pt x="1057180" y="77533"/>
                </a:cubicBezTo>
                <a:close/>
                <a:moveTo>
                  <a:pt x="1327023" y="63532"/>
                </a:moveTo>
                <a:lnTo>
                  <a:pt x="1307211" y="50959"/>
                </a:lnTo>
                <a:lnTo>
                  <a:pt x="1314545" y="39338"/>
                </a:lnTo>
                <a:lnTo>
                  <a:pt x="1334357" y="51911"/>
                </a:lnTo>
                <a:lnTo>
                  <a:pt x="1327023" y="63532"/>
                </a:lnTo>
                <a:close/>
                <a:moveTo>
                  <a:pt x="1096613" y="53054"/>
                </a:moveTo>
                <a:lnTo>
                  <a:pt x="1089946" y="41053"/>
                </a:lnTo>
                <a:cubicBezTo>
                  <a:pt x="1096899" y="37147"/>
                  <a:pt x="1103948" y="33433"/>
                  <a:pt x="1111091" y="30004"/>
                </a:cubicBezTo>
                <a:lnTo>
                  <a:pt x="1117092" y="42291"/>
                </a:lnTo>
                <a:cubicBezTo>
                  <a:pt x="1110234" y="45625"/>
                  <a:pt x="1103376" y="49244"/>
                  <a:pt x="1096613" y="53054"/>
                </a:cubicBezTo>
                <a:close/>
                <a:moveTo>
                  <a:pt x="1287304" y="38481"/>
                </a:moveTo>
                <a:lnTo>
                  <a:pt x="1267397" y="25908"/>
                </a:lnTo>
                <a:lnTo>
                  <a:pt x="1274731" y="14288"/>
                </a:lnTo>
                <a:lnTo>
                  <a:pt x="1294543" y="26860"/>
                </a:lnTo>
                <a:lnTo>
                  <a:pt x="1287208" y="38481"/>
                </a:lnTo>
                <a:close/>
                <a:moveTo>
                  <a:pt x="1138047" y="32861"/>
                </a:moveTo>
                <a:lnTo>
                  <a:pt x="1132809" y="20193"/>
                </a:lnTo>
                <a:cubicBezTo>
                  <a:pt x="1140428" y="17050"/>
                  <a:pt x="1147953" y="14192"/>
                  <a:pt x="1155287" y="11716"/>
                </a:cubicBezTo>
                <a:lnTo>
                  <a:pt x="1159669" y="24670"/>
                </a:lnTo>
                <a:cubicBezTo>
                  <a:pt x="1152715" y="27051"/>
                  <a:pt x="1145382" y="29718"/>
                  <a:pt x="1138143" y="32766"/>
                </a:cubicBezTo>
                <a:close/>
                <a:moveTo>
                  <a:pt x="1181576" y="18478"/>
                </a:moveTo>
                <a:lnTo>
                  <a:pt x="1178433" y="5144"/>
                </a:lnTo>
                <a:cubicBezTo>
                  <a:pt x="1186624" y="3239"/>
                  <a:pt x="1194721" y="1810"/>
                  <a:pt x="1202341" y="952"/>
                </a:cubicBezTo>
                <a:lnTo>
                  <a:pt x="1203865" y="14573"/>
                </a:lnTo>
                <a:cubicBezTo>
                  <a:pt x="1196721" y="15335"/>
                  <a:pt x="1189292" y="16669"/>
                  <a:pt x="1181576" y="18574"/>
                </a:cubicBezTo>
                <a:close/>
                <a:moveTo>
                  <a:pt x="1247870" y="17145"/>
                </a:moveTo>
                <a:cubicBezTo>
                  <a:pt x="1241203" y="15240"/>
                  <a:pt x="1233964" y="14097"/>
                  <a:pt x="1226249" y="13716"/>
                </a:cubicBezTo>
                <a:lnTo>
                  <a:pt x="1226916" y="0"/>
                </a:lnTo>
                <a:cubicBezTo>
                  <a:pt x="1235678" y="476"/>
                  <a:pt x="1243965" y="1810"/>
                  <a:pt x="1251585" y="4000"/>
                </a:cubicBezTo>
                <a:lnTo>
                  <a:pt x="1247775" y="17145"/>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PlaceHolder 1"/>
          <p:cNvSpPr>
            <a:spLocks noGrp="1"/>
          </p:cNvSpPr>
          <p:nvPr>
            <p:ph type="title"/>
          </p:nvPr>
        </p:nvSpPr>
        <p:spPr>
          <a:xfrm>
            <a:off x="923877" y="-464828"/>
            <a:ext cx="4343528" cy="180936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3500" b="0" strike="noStrike" spc="-1" dirty="0">
                <a:solidFill>
                  <a:schemeClr val="lt1"/>
                </a:solidFill>
                <a:latin typeface="Caveat Brush"/>
                <a:ea typeface="Caveat Brush"/>
              </a:rPr>
              <a:t> Give Credit to the Author</a:t>
            </a:r>
            <a:endParaRPr lang="fr-FR" sz="3500" b="0" strike="noStrike" spc="-1" dirty="0">
              <a:solidFill>
                <a:schemeClr val="dk1"/>
              </a:solidFill>
              <a:latin typeface="Arial"/>
            </a:endParaRPr>
          </a:p>
        </p:txBody>
      </p:sp>
      <p:sp>
        <p:nvSpPr>
          <p:cNvPr id="230" name="Google Shape;521;p55"/>
          <p:cNvSpPr/>
          <p:nvPr/>
        </p:nvSpPr>
        <p:spPr>
          <a:xfrm rot="5400000">
            <a:off x="5965920" y="-329760"/>
            <a:ext cx="1393920" cy="1229040"/>
          </a:xfrm>
          <a:custGeom>
            <a:avLst/>
            <a:gdLst>
              <a:gd name="textAreaLeft" fmla="*/ 0 w 1393920"/>
              <a:gd name="textAreaRight" fmla="*/ 1394280 w 1393920"/>
              <a:gd name="textAreaTop" fmla="*/ 0 h 1229040"/>
              <a:gd name="textAreaBottom" fmla="*/ 1229400 h 1229040"/>
            </a:gdLst>
            <a:ahLst/>
            <a:cxnLst/>
            <a:rect l="textAreaLeft" t="textAreaTop" r="textAreaRight" b="textAreaBottom"/>
            <a:pathLst>
              <a:path w="579097" h="510716">
                <a:moveTo>
                  <a:pt x="210945" y="39399"/>
                </a:moveTo>
                <a:cubicBezTo>
                  <a:pt x="111789" y="86929"/>
                  <a:pt x="35780" y="180083"/>
                  <a:pt x="9110" y="286668"/>
                </a:cubicBezTo>
                <a:cubicBezTo>
                  <a:pt x="-1749" y="330102"/>
                  <a:pt x="-4606" y="376870"/>
                  <a:pt x="10062" y="419161"/>
                </a:cubicBezTo>
                <a:cubicBezTo>
                  <a:pt x="24731" y="461452"/>
                  <a:pt x="59211" y="498504"/>
                  <a:pt x="102931" y="508124"/>
                </a:cubicBezTo>
                <a:cubicBezTo>
                  <a:pt x="170749" y="522983"/>
                  <a:pt x="234662" y="471453"/>
                  <a:pt x="278572" y="417827"/>
                </a:cubicBezTo>
                <a:cubicBezTo>
                  <a:pt x="322577" y="364106"/>
                  <a:pt x="363630" y="301051"/>
                  <a:pt x="429257" y="278476"/>
                </a:cubicBezTo>
                <a:cubicBezTo>
                  <a:pt x="453546" y="270094"/>
                  <a:pt x="479740" y="267999"/>
                  <a:pt x="503552" y="258188"/>
                </a:cubicBezTo>
                <a:cubicBezTo>
                  <a:pt x="589944" y="222469"/>
                  <a:pt x="606708" y="90548"/>
                  <a:pt x="530508" y="36541"/>
                </a:cubicBezTo>
                <a:cubicBezTo>
                  <a:pt x="446974" y="-22609"/>
                  <a:pt x="295907" y="-1273"/>
                  <a:pt x="211040" y="39399"/>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 name="Subtitle 1">
            <a:extLst>
              <a:ext uri="{FF2B5EF4-FFF2-40B4-BE49-F238E27FC236}">
                <a16:creationId xmlns:a16="http://schemas.microsoft.com/office/drawing/2014/main" id="{4B477111-BFF5-2F45-9660-7B9F25414BDE}"/>
              </a:ext>
            </a:extLst>
          </p:cNvPr>
          <p:cNvSpPr>
            <a:spLocks noGrp="1" noChangeArrowheads="1"/>
          </p:cNvSpPr>
          <p:nvPr>
            <p:ph type="subTitle"/>
          </p:nvPr>
        </p:nvSpPr>
        <p:spPr bwMode="auto">
          <a:xfrm>
            <a:off x="612603" y="1613613"/>
            <a:ext cx="4716141"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400" b="0" i="0" u="none" strike="noStrike" cap="none" normalizeH="0" baseline="0" dirty="0">
                <a:ln>
                  <a:noFill/>
                </a:ln>
                <a:solidFill>
                  <a:schemeClr val="tx1"/>
                </a:solidFill>
                <a:effectLst/>
                <a:latin typeface="Albert Sans"/>
              </a:rPr>
              <a:t>Always mention the </a:t>
            </a:r>
            <a:r>
              <a:rPr kumimoji="0" lang="en-US" altLang="en-US" sz="1400" b="1" i="0" u="none" strike="noStrike" cap="none" normalizeH="0" baseline="0" dirty="0">
                <a:ln>
                  <a:noFill/>
                </a:ln>
                <a:solidFill>
                  <a:schemeClr val="tx1"/>
                </a:solidFill>
                <a:effectLst/>
                <a:latin typeface="Albert Sans"/>
              </a:rPr>
              <a:t>name of the person or group</a:t>
            </a:r>
            <a:r>
              <a:rPr kumimoji="0" lang="en-US" altLang="en-US" sz="1400" b="0" i="0" u="none" strike="noStrike" cap="none" normalizeH="0" baseline="0" dirty="0">
                <a:ln>
                  <a:noFill/>
                </a:ln>
                <a:solidFill>
                  <a:schemeClr val="tx1"/>
                </a:solidFill>
                <a:effectLst/>
                <a:latin typeface="Albert Sans"/>
              </a:rPr>
              <a:t> whose words or ideas you are using.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latin typeface="Albert Sans"/>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400" b="0" i="0" u="none" strike="noStrike" cap="none" normalizeH="0" baseline="0" dirty="0">
                <a:ln>
                  <a:noFill/>
                </a:ln>
                <a:solidFill>
                  <a:schemeClr val="tx1"/>
                </a:solidFill>
                <a:effectLst/>
                <a:latin typeface="Albert Sans"/>
              </a:rPr>
              <a:t> This includes:</a:t>
            </a:r>
          </a:p>
          <a:p>
            <a:pPr marR="0" lvl="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Albert Sans"/>
              </a:rPr>
              <a:t>Direct quotes</a:t>
            </a:r>
            <a:r>
              <a:rPr kumimoji="0" lang="en-US" altLang="en-US" sz="1400" b="0" i="0" u="none" strike="noStrike" cap="none" normalizeH="0" baseline="0" dirty="0">
                <a:ln>
                  <a:noFill/>
                </a:ln>
                <a:solidFill>
                  <a:schemeClr val="tx1"/>
                </a:solidFill>
                <a:effectLst/>
                <a:latin typeface="Albert Sans"/>
              </a:rPr>
              <a:t> (using exact words)</a:t>
            </a:r>
          </a:p>
          <a:p>
            <a:pPr marR="0" lvl="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Albert Sans"/>
              </a:rPr>
              <a:t>Paraphrased ideas</a:t>
            </a:r>
            <a:r>
              <a:rPr kumimoji="0" lang="en-US" altLang="en-US" sz="1400" b="0" i="0" u="none" strike="noStrike" cap="none" normalizeH="0" baseline="0" dirty="0">
                <a:ln>
                  <a:noFill/>
                </a:ln>
                <a:solidFill>
                  <a:schemeClr val="tx1"/>
                </a:solidFill>
                <a:effectLst/>
                <a:latin typeface="Albert Sans"/>
              </a:rPr>
              <a:t> (your own words but their idea)</a:t>
            </a:r>
          </a:p>
          <a:p>
            <a:pPr marR="0" lvl="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Albert Sans"/>
              </a:rPr>
              <a:t>Statistics and facts</a:t>
            </a:r>
            <a:endParaRPr kumimoji="0" lang="en-US" altLang="en-US" sz="1400" b="0" i="0" u="none" strike="noStrike" cap="none" normalizeH="0" baseline="0" dirty="0">
              <a:ln>
                <a:noFill/>
              </a:ln>
              <a:solidFill>
                <a:schemeClr val="tx1"/>
              </a:solidFill>
              <a:effectLst/>
              <a:latin typeface="Albert Sans"/>
            </a:endParaRPr>
          </a:p>
          <a:p>
            <a:pPr marR="0" lvl="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Albert Sans"/>
              </a:rPr>
              <a:t>Unique or new information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latin typeface="Albert Sans"/>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400" b="0" i="0" u="none" strike="noStrike" cap="none" normalizeH="0" baseline="0" dirty="0">
                <a:ln>
                  <a:noFill/>
                </a:ln>
                <a:solidFill>
                  <a:schemeClr val="tx1"/>
                </a:solidFill>
                <a:effectLst/>
                <a:latin typeface="Albert Sans"/>
              </a:rPr>
              <a:t> Giving credit shows honesty and builds your own credibility.</a:t>
            </a:r>
          </a:p>
        </p:txBody>
      </p:sp>
      <p:pic>
        <p:nvPicPr>
          <p:cNvPr id="5" name="Picture 4">
            <a:extLst>
              <a:ext uri="{FF2B5EF4-FFF2-40B4-BE49-F238E27FC236}">
                <a16:creationId xmlns:a16="http://schemas.microsoft.com/office/drawing/2014/main" id="{9655C809-8C75-6C54-BC16-C6E02FA07348}"/>
              </a:ext>
            </a:extLst>
          </p:cNvPr>
          <p:cNvPicPr>
            <a:picLocks noChangeAspect="1"/>
          </p:cNvPicPr>
          <p:nvPr/>
        </p:nvPicPr>
        <p:blipFill>
          <a:blip r:embed="rId2"/>
          <a:stretch>
            <a:fillRect/>
          </a:stretch>
        </p:blipFill>
        <p:spPr>
          <a:xfrm>
            <a:off x="6017717" y="1613613"/>
            <a:ext cx="2611285" cy="265208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Google Shape;303;p41"/>
          <p:cNvSpPr/>
          <p:nvPr/>
        </p:nvSpPr>
        <p:spPr>
          <a:xfrm rot="8381400">
            <a:off x="-1546560" y="-739440"/>
            <a:ext cx="4253040" cy="3456000"/>
          </a:xfrm>
          <a:custGeom>
            <a:avLst/>
            <a:gdLst>
              <a:gd name="textAreaLeft" fmla="*/ 0 w 4253040"/>
              <a:gd name="textAreaRight" fmla="*/ 4253400 w 4253040"/>
              <a:gd name="textAreaTop" fmla="*/ 0 h 3456000"/>
              <a:gd name="textAreaBottom" fmla="*/ 3456360 h 3456000"/>
            </a:gdLst>
            <a:ahLst/>
            <a:cxnLst/>
            <a:rect l="textAreaLeft" t="textAreaTop" r="textAreaRight" b="textAreaBottom"/>
            <a:pathLst>
              <a:path w="1930774" h="1568974">
                <a:moveTo>
                  <a:pt x="11419" y="1021325"/>
                </a:moveTo>
                <a:cubicBezTo>
                  <a:pt x="-43064" y="785677"/>
                  <a:pt x="102383" y="500975"/>
                  <a:pt x="341841" y="467542"/>
                </a:cubicBezTo>
                <a:cubicBezTo>
                  <a:pt x="471953" y="449445"/>
                  <a:pt x="607398" y="503166"/>
                  <a:pt x="733985" y="467923"/>
                </a:cubicBezTo>
                <a:cubicBezTo>
                  <a:pt x="949917" y="407820"/>
                  <a:pt x="1030689" y="127690"/>
                  <a:pt x="1233477" y="32154"/>
                </a:cubicBezTo>
                <a:cubicBezTo>
                  <a:pt x="1407689" y="-49951"/>
                  <a:pt x="1623621" y="34726"/>
                  <a:pt x="1752113" y="178268"/>
                </a:cubicBezTo>
                <a:cubicBezTo>
                  <a:pt x="1937755" y="385627"/>
                  <a:pt x="1978236" y="702714"/>
                  <a:pt x="1875843" y="961509"/>
                </a:cubicBezTo>
                <a:cubicBezTo>
                  <a:pt x="1773449" y="1220303"/>
                  <a:pt x="1541610" y="1417661"/>
                  <a:pt x="1277577" y="1505672"/>
                </a:cubicBezTo>
                <a:cubicBezTo>
                  <a:pt x="832950" y="1653786"/>
                  <a:pt x="136482" y="1561298"/>
                  <a:pt x="11514" y="102123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9" name="PlaceHolder 1"/>
          <p:cNvSpPr>
            <a:spLocks noGrp="1"/>
          </p:cNvSpPr>
          <p:nvPr>
            <p:ph type="title"/>
          </p:nvPr>
        </p:nvSpPr>
        <p:spPr>
          <a:xfrm>
            <a:off x="1969476" y="627660"/>
            <a:ext cx="6105240" cy="1456920"/>
          </a:xfrm>
          <a:prstGeom prst="rect">
            <a:avLst/>
          </a:prstGeom>
          <a:noFill/>
          <a:ln w="0">
            <a:noFill/>
          </a:ln>
        </p:spPr>
        <p:txBody>
          <a:bodyPr lIns="91440" tIns="91440" rIns="91440" bIns="91440" anchor="ctr">
            <a:normAutofit/>
          </a:bodyPr>
          <a:lstStyle/>
          <a:p>
            <a:pPr indent="0" algn="ctr">
              <a:lnSpc>
                <a:spcPct val="100000"/>
              </a:lnSpc>
              <a:buNone/>
              <a:tabLst>
                <a:tab pos="0" algn="l"/>
              </a:tabLst>
            </a:pPr>
            <a:r>
              <a:rPr lang="en" sz="6000" spc="-1" dirty="0">
                <a:solidFill>
                  <a:schemeClr val="accent1"/>
                </a:solidFill>
                <a:latin typeface="Caveat Brush"/>
              </a:rPr>
              <a:t>Use in-text Citations</a:t>
            </a:r>
            <a:endParaRPr lang="fr-FR" sz="6000" b="0" strike="noStrike" spc="-1" dirty="0">
              <a:solidFill>
                <a:schemeClr val="dk1"/>
              </a:solidFill>
              <a:latin typeface="Arial"/>
            </a:endParaRPr>
          </a:p>
        </p:txBody>
      </p:sp>
      <p:sp>
        <p:nvSpPr>
          <p:cNvPr id="240" name="PlaceHolder 2"/>
          <p:cNvSpPr>
            <a:spLocks noGrp="1"/>
          </p:cNvSpPr>
          <p:nvPr>
            <p:ph type="subTitle"/>
          </p:nvPr>
        </p:nvSpPr>
        <p:spPr>
          <a:xfrm>
            <a:off x="1759176" y="1960017"/>
            <a:ext cx="5569949" cy="2909047"/>
          </a:xfrm>
          <a:prstGeom prst="rect">
            <a:avLst/>
          </a:prstGeom>
          <a:noFill/>
          <a:ln w="0">
            <a:noFill/>
          </a:ln>
        </p:spPr>
        <p:txBody>
          <a:bodyPr lIns="91440" tIns="91440" rIns="91440" bIns="91440" anchor="t">
            <a:normAutofit fontScale="70000" lnSpcReduction="20000"/>
          </a:bodyPr>
          <a:lstStyle/>
          <a:p>
            <a:pPr>
              <a:buNone/>
            </a:pPr>
            <a:r>
              <a:rPr lang="en-US" b="1" dirty="0">
                <a:solidFill>
                  <a:schemeClr val="accent2"/>
                </a:solidFill>
                <a:latin typeface="Albert Sans"/>
                <a:ea typeface="ADLaM Display" panose="02010000000000000000" pitchFamily="2" charset="0"/>
                <a:cs typeface="ADLaM Display" panose="02010000000000000000" pitchFamily="2" charset="0"/>
              </a:rPr>
              <a:t>Use In-Text Citations (APA Style)</a:t>
            </a:r>
          </a:p>
          <a:p>
            <a:pPr>
              <a:buFont typeface="Wingdings" panose="05000000000000000000" pitchFamily="2" charset="2"/>
              <a:buChar char="q"/>
            </a:pPr>
            <a:r>
              <a:rPr lang="en-US" dirty="0">
                <a:solidFill>
                  <a:schemeClr val="accent2"/>
                </a:solidFill>
                <a:latin typeface="Albert Sans"/>
                <a:ea typeface="ADLaM Display" panose="02010000000000000000" pitchFamily="2" charset="0"/>
                <a:cs typeface="ADLaM Display" panose="02010000000000000000" pitchFamily="2" charset="0"/>
              </a:rPr>
              <a:t> In-text citations tell your reader </a:t>
            </a:r>
            <a:r>
              <a:rPr lang="en-US" b="1" dirty="0">
                <a:solidFill>
                  <a:schemeClr val="accent2"/>
                </a:solidFill>
                <a:latin typeface="Albert Sans"/>
                <a:ea typeface="ADLaM Display" panose="02010000000000000000" pitchFamily="2" charset="0"/>
                <a:cs typeface="ADLaM Display" panose="02010000000000000000" pitchFamily="2" charset="0"/>
              </a:rPr>
              <a:t>where the info comes from</a:t>
            </a:r>
            <a:r>
              <a:rPr lang="en-US" dirty="0">
                <a:solidFill>
                  <a:schemeClr val="accent2"/>
                </a:solidFill>
                <a:latin typeface="Albert Sans"/>
                <a:ea typeface="ADLaM Display" panose="02010000000000000000" pitchFamily="2" charset="0"/>
                <a:cs typeface="ADLaM Display" panose="02010000000000000000" pitchFamily="2" charset="0"/>
              </a:rPr>
              <a:t>.</a:t>
            </a:r>
          </a:p>
          <a:p>
            <a:pPr>
              <a:buFont typeface="Wingdings" panose="05000000000000000000" pitchFamily="2" charset="2"/>
              <a:buChar char="q"/>
            </a:pPr>
            <a:r>
              <a:rPr lang="en-US" dirty="0">
                <a:solidFill>
                  <a:schemeClr val="accent2"/>
                </a:solidFill>
                <a:latin typeface="Albert Sans"/>
                <a:ea typeface="ADLaM Display" panose="02010000000000000000" pitchFamily="2" charset="0"/>
                <a:cs typeface="ADLaM Display" panose="02010000000000000000" pitchFamily="2" charset="0"/>
              </a:rPr>
              <a:t> APA Style includes:</a:t>
            </a:r>
          </a:p>
          <a:p>
            <a:pPr lvl="1">
              <a:buFont typeface="Wingdings" panose="05000000000000000000" pitchFamily="2" charset="2"/>
              <a:buChar char="§"/>
            </a:pPr>
            <a:r>
              <a:rPr lang="en-US" dirty="0">
                <a:solidFill>
                  <a:schemeClr val="accent2"/>
                </a:solidFill>
                <a:latin typeface="Albert Sans"/>
                <a:ea typeface="ADLaM Display" panose="02010000000000000000" pitchFamily="2" charset="0"/>
                <a:cs typeface="ADLaM Display" panose="02010000000000000000" pitchFamily="2" charset="0"/>
              </a:rPr>
              <a:t>Author’s </a:t>
            </a:r>
            <a:r>
              <a:rPr lang="en-US" b="1" dirty="0">
                <a:solidFill>
                  <a:schemeClr val="accent2"/>
                </a:solidFill>
                <a:latin typeface="Albert Sans"/>
                <a:ea typeface="ADLaM Display" panose="02010000000000000000" pitchFamily="2" charset="0"/>
                <a:cs typeface="ADLaM Display" panose="02010000000000000000" pitchFamily="2" charset="0"/>
              </a:rPr>
              <a:t>last name</a:t>
            </a:r>
            <a:endParaRPr lang="en-US" dirty="0">
              <a:solidFill>
                <a:schemeClr val="accent2"/>
              </a:solidFill>
              <a:latin typeface="Albert Sans"/>
              <a:ea typeface="ADLaM Display" panose="02010000000000000000" pitchFamily="2" charset="0"/>
              <a:cs typeface="ADLaM Display" panose="02010000000000000000" pitchFamily="2" charset="0"/>
            </a:endParaRPr>
          </a:p>
          <a:p>
            <a:pPr lvl="1">
              <a:buFont typeface="Wingdings" panose="05000000000000000000" pitchFamily="2" charset="2"/>
              <a:buChar char="§"/>
            </a:pPr>
            <a:r>
              <a:rPr lang="en-US" b="1" dirty="0">
                <a:solidFill>
                  <a:schemeClr val="accent2"/>
                </a:solidFill>
                <a:latin typeface="Albert Sans"/>
                <a:ea typeface="ADLaM Display" panose="02010000000000000000" pitchFamily="2" charset="0"/>
                <a:cs typeface="ADLaM Display" panose="02010000000000000000" pitchFamily="2" charset="0"/>
              </a:rPr>
              <a:t>Year</a:t>
            </a:r>
            <a:r>
              <a:rPr lang="en-US" dirty="0">
                <a:solidFill>
                  <a:schemeClr val="accent2"/>
                </a:solidFill>
                <a:latin typeface="Albert Sans"/>
                <a:ea typeface="ADLaM Display" panose="02010000000000000000" pitchFamily="2" charset="0"/>
                <a:cs typeface="ADLaM Display" panose="02010000000000000000" pitchFamily="2" charset="0"/>
              </a:rPr>
              <a:t> of publication</a:t>
            </a:r>
          </a:p>
          <a:p>
            <a:pPr lvl="1">
              <a:buFont typeface="Wingdings" panose="05000000000000000000" pitchFamily="2" charset="2"/>
              <a:buChar char="§"/>
            </a:pPr>
            <a:r>
              <a:rPr lang="en-US" dirty="0">
                <a:solidFill>
                  <a:schemeClr val="accent2"/>
                </a:solidFill>
                <a:latin typeface="Albert Sans"/>
                <a:ea typeface="ADLaM Display" panose="02010000000000000000" pitchFamily="2" charset="0"/>
                <a:cs typeface="ADLaM Display" panose="02010000000000000000" pitchFamily="2" charset="0"/>
              </a:rPr>
              <a:t>And sometimes </a:t>
            </a:r>
            <a:r>
              <a:rPr lang="en-US" b="1" dirty="0">
                <a:solidFill>
                  <a:schemeClr val="accent2"/>
                </a:solidFill>
                <a:latin typeface="Albert Sans"/>
                <a:ea typeface="ADLaM Display" panose="02010000000000000000" pitchFamily="2" charset="0"/>
                <a:cs typeface="ADLaM Display" panose="02010000000000000000" pitchFamily="2" charset="0"/>
              </a:rPr>
              <a:t>page or paragraph number</a:t>
            </a:r>
            <a:endParaRPr lang="en-US" dirty="0">
              <a:solidFill>
                <a:schemeClr val="accent2"/>
              </a:solidFill>
              <a:latin typeface="Albert Sans"/>
              <a:ea typeface="ADLaM Display" panose="02010000000000000000" pitchFamily="2" charset="0"/>
              <a:cs typeface="ADLaM Display" panose="02010000000000000000" pitchFamily="2" charset="0"/>
            </a:endParaRPr>
          </a:p>
          <a:p>
            <a:pPr>
              <a:buFont typeface="Wingdings" panose="05000000000000000000" pitchFamily="2" charset="2"/>
              <a:buChar char="q"/>
            </a:pPr>
            <a:r>
              <a:rPr lang="en-US" dirty="0">
                <a:solidFill>
                  <a:schemeClr val="accent2"/>
                </a:solidFill>
                <a:latin typeface="Albert Sans"/>
                <a:ea typeface="ADLaM Display" panose="02010000000000000000" pitchFamily="2" charset="0"/>
                <a:cs typeface="ADLaM Display" panose="02010000000000000000" pitchFamily="2" charset="0"/>
              </a:rPr>
              <a:t> Example:</a:t>
            </a:r>
          </a:p>
          <a:p>
            <a:pPr lvl="1">
              <a:buFont typeface="Wingdings" panose="05000000000000000000" pitchFamily="2" charset="2"/>
              <a:buChar char="§"/>
            </a:pPr>
            <a:r>
              <a:rPr lang="en-US" i="1" dirty="0">
                <a:solidFill>
                  <a:schemeClr val="accent2"/>
                </a:solidFill>
                <a:latin typeface="Albert Sans"/>
                <a:ea typeface="ADLaM Display" panose="02010000000000000000" pitchFamily="2" charset="0"/>
                <a:cs typeface="ADLaM Display" panose="02010000000000000000" pitchFamily="2" charset="0"/>
              </a:rPr>
              <a:t>“Television affects how people view the world” (Gerbner et al., 1994, p. 20).</a:t>
            </a:r>
            <a:endParaRPr lang="en-US" dirty="0">
              <a:solidFill>
                <a:schemeClr val="accent2"/>
              </a:solidFill>
              <a:latin typeface="Albert Sans"/>
              <a:ea typeface="ADLaM Display" panose="02010000000000000000" pitchFamily="2" charset="0"/>
              <a:cs typeface="ADLaM Display" panose="02010000000000000000" pitchFamily="2" charset="0"/>
            </a:endParaRPr>
          </a:p>
          <a:p>
            <a:pPr indent="0" algn="ctr">
              <a:lnSpc>
                <a:spcPct val="100000"/>
              </a:lnSpc>
              <a:buNone/>
              <a:tabLst>
                <a:tab pos="0" algn="l"/>
              </a:tabLst>
            </a:pPr>
            <a:endParaRPr lang="en-US" sz="1600" b="0" strike="noStrike" spc="-1" dirty="0">
              <a:solidFill>
                <a:srgbClr val="FFFFFF"/>
              </a:solidFill>
              <a:latin typeface="OpenSymbol"/>
            </a:endParaRPr>
          </a:p>
        </p:txBody>
      </p:sp>
      <p:sp>
        <p:nvSpPr>
          <p:cNvPr id="241" name="Google Shape;306;p41"/>
          <p:cNvSpPr/>
          <p:nvPr/>
        </p:nvSpPr>
        <p:spPr>
          <a:xfrm rot="2532600">
            <a:off x="3381480" y="163080"/>
            <a:ext cx="736560" cy="649440"/>
          </a:xfrm>
          <a:custGeom>
            <a:avLst/>
            <a:gdLst>
              <a:gd name="textAreaLeft" fmla="*/ 0 w 736560"/>
              <a:gd name="textAreaRight" fmla="*/ 736920 w 736560"/>
              <a:gd name="textAreaTop" fmla="*/ 0 h 649440"/>
              <a:gd name="textAreaBottom" fmla="*/ 649800 h 649440"/>
            </a:gdLst>
            <a:ahLst/>
            <a:cxnLst/>
            <a:rect l="textAreaLeft" t="textAreaTop" r="textAreaRight" b="textAreaBottom"/>
            <a:pathLst>
              <a:path w="579097" h="510716">
                <a:moveTo>
                  <a:pt x="210945" y="39399"/>
                </a:moveTo>
                <a:cubicBezTo>
                  <a:pt x="111789" y="86929"/>
                  <a:pt x="35780" y="180083"/>
                  <a:pt x="9110" y="286668"/>
                </a:cubicBezTo>
                <a:cubicBezTo>
                  <a:pt x="-1749" y="330102"/>
                  <a:pt x="-4606" y="376870"/>
                  <a:pt x="10062" y="419161"/>
                </a:cubicBezTo>
                <a:cubicBezTo>
                  <a:pt x="24731" y="461452"/>
                  <a:pt x="59211" y="498504"/>
                  <a:pt x="102931" y="508124"/>
                </a:cubicBezTo>
                <a:cubicBezTo>
                  <a:pt x="170749" y="522983"/>
                  <a:pt x="234662" y="471453"/>
                  <a:pt x="278572" y="417827"/>
                </a:cubicBezTo>
                <a:cubicBezTo>
                  <a:pt x="322577" y="364106"/>
                  <a:pt x="363630" y="301051"/>
                  <a:pt x="429257" y="278476"/>
                </a:cubicBezTo>
                <a:cubicBezTo>
                  <a:pt x="453546" y="270094"/>
                  <a:pt x="479740" y="267999"/>
                  <a:pt x="503552" y="258188"/>
                </a:cubicBezTo>
                <a:cubicBezTo>
                  <a:pt x="589944" y="222469"/>
                  <a:pt x="606708" y="90548"/>
                  <a:pt x="530508" y="36541"/>
                </a:cubicBezTo>
                <a:cubicBezTo>
                  <a:pt x="446974" y="-22609"/>
                  <a:pt x="295907" y="-1273"/>
                  <a:pt x="211040" y="39399"/>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2" name="Google Shape;307;p41"/>
          <p:cNvSpPr/>
          <p:nvPr/>
        </p:nvSpPr>
        <p:spPr>
          <a:xfrm rot="9907200">
            <a:off x="-89280" y="-581760"/>
            <a:ext cx="2714760" cy="2418840"/>
          </a:xfrm>
          <a:custGeom>
            <a:avLst/>
            <a:gdLst>
              <a:gd name="textAreaLeft" fmla="*/ 0 w 2714760"/>
              <a:gd name="textAreaRight" fmla="*/ 2715120 w 2714760"/>
              <a:gd name="textAreaTop" fmla="*/ 0 h 2418840"/>
              <a:gd name="textAreaBottom" fmla="*/ 2419200 h 2418840"/>
            </a:gdLst>
            <a:ahLst/>
            <a:cxnLst/>
            <a:rect l="textAreaLeft" t="textAreaTop" r="textAreaRight" b="textAreaBottom"/>
            <a:pathLst>
              <a:path w="1776031" h="1582483">
                <a:moveTo>
                  <a:pt x="804196" y="1582484"/>
                </a:moveTo>
                <a:lnTo>
                  <a:pt x="804196" y="1568768"/>
                </a:lnTo>
                <a:cubicBezTo>
                  <a:pt x="811911" y="1568768"/>
                  <a:pt x="819722" y="1568768"/>
                  <a:pt x="827532" y="1568482"/>
                </a:cubicBezTo>
                <a:lnTo>
                  <a:pt x="827818" y="1582198"/>
                </a:lnTo>
                <a:cubicBezTo>
                  <a:pt x="819912" y="1582388"/>
                  <a:pt x="812101" y="1582484"/>
                  <a:pt x="804196" y="1582484"/>
                </a:cubicBezTo>
                <a:close/>
                <a:moveTo>
                  <a:pt x="780574" y="1582293"/>
                </a:moveTo>
                <a:cubicBezTo>
                  <a:pt x="772668" y="1582103"/>
                  <a:pt x="764858" y="1581912"/>
                  <a:pt x="756952" y="1581531"/>
                </a:cubicBezTo>
                <a:lnTo>
                  <a:pt x="757523" y="1567815"/>
                </a:lnTo>
                <a:cubicBezTo>
                  <a:pt x="765334" y="1568101"/>
                  <a:pt x="773049" y="1568387"/>
                  <a:pt x="780860" y="1568577"/>
                </a:cubicBezTo>
                <a:lnTo>
                  <a:pt x="780574" y="1582293"/>
                </a:lnTo>
                <a:close/>
                <a:moveTo>
                  <a:pt x="851440" y="1581531"/>
                </a:moveTo>
                <a:lnTo>
                  <a:pt x="850868" y="1567815"/>
                </a:lnTo>
                <a:cubicBezTo>
                  <a:pt x="858679" y="1567529"/>
                  <a:pt x="866394" y="1567053"/>
                  <a:pt x="874205" y="1566577"/>
                </a:cubicBezTo>
                <a:lnTo>
                  <a:pt x="875062" y="1580293"/>
                </a:lnTo>
                <a:cubicBezTo>
                  <a:pt x="867156" y="1580769"/>
                  <a:pt x="859346" y="1581150"/>
                  <a:pt x="851440" y="1581531"/>
                </a:cubicBezTo>
                <a:close/>
                <a:moveTo>
                  <a:pt x="733330" y="1580293"/>
                </a:moveTo>
                <a:cubicBezTo>
                  <a:pt x="725424" y="1579817"/>
                  <a:pt x="717613" y="1579150"/>
                  <a:pt x="709708" y="1578483"/>
                </a:cubicBezTo>
                <a:lnTo>
                  <a:pt x="710851" y="1564862"/>
                </a:lnTo>
                <a:cubicBezTo>
                  <a:pt x="718566" y="1565529"/>
                  <a:pt x="726376" y="1566101"/>
                  <a:pt x="734092" y="1566577"/>
                </a:cubicBezTo>
                <a:lnTo>
                  <a:pt x="733235" y="1580293"/>
                </a:lnTo>
                <a:close/>
                <a:moveTo>
                  <a:pt x="898588" y="1578578"/>
                </a:moveTo>
                <a:lnTo>
                  <a:pt x="897446" y="1564958"/>
                </a:lnTo>
                <a:cubicBezTo>
                  <a:pt x="905161" y="1564291"/>
                  <a:pt x="912971" y="1563624"/>
                  <a:pt x="920687" y="1562862"/>
                </a:cubicBezTo>
                <a:lnTo>
                  <a:pt x="922020" y="1576483"/>
                </a:lnTo>
                <a:cubicBezTo>
                  <a:pt x="914210" y="1577245"/>
                  <a:pt x="906304" y="1578007"/>
                  <a:pt x="898493" y="1578578"/>
                </a:cubicBezTo>
                <a:close/>
                <a:moveTo>
                  <a:pt x="686276" y="1576197"/>
                </a:moveTo>
                <a:cubicBezTo>
                  <a:pt x="678466" y="1575340"/>
                  <a:pt x="670655" y="1574387"/>
                  <a:pt x="662749" y="1573339"/>
                </a:cubicBezTo>
                <a:lnTo>
                  <a:pt x="664559" y="1559719"/>
                </a:lnTo>
                <a:cubicBezTo>
                  <a:pt x="672274" y="1560767"/>
                  <a:pt x="679990" y="1561719"/>
                  <a:pt x="687705" y="1562576"/>
                </a:cubicBezTo>
                <a:lnTo>
                  <a:pt x="686181" y="1576197"/>
                </a:lnTo>
                <a:close/>
                <a:moveTo>
                  <a:pt x="945547" y="1573911"/>
                </a:moveTo>
                <a:lnTo>
                  <a:pt x="943928" y="1560290"/>
                </a:lnTo>
                <a:cubicBezTo>
                  <a:pt x="951643" y="1559338"/>
                  <a:pt x="959358" y="1558385"/>
                  <a:pt x="967073" y="1557338"/>
                </a:cubicBezTo>
                <a:lnTo>
                  <a:pt x="968978" y="1570958"/>
                </a:lnTo>
                <a:cubicBezTo>
                  <a:pt x="961168" y="1572006"/>
                  <a:pt x="953357" y="1573054"/>
                  <a:pt x="945547" y="1573911"/>
                </a:cubicBezTo>
                <a:close/>
                <a:moveTo>
                  <a:pt x="639318" y="1569815"/>
                </a:moveTo>
                <a:cubicBezTo>
                  <a:pt x="631508" y="1568577"/>
                  <a:pt x="623792" y="1567243"/>
                  <a:pt x="615982" y="1565815"/>
                </a:cubicBezTo>
                <a:lnTo>
                  <a:pt x="618459" y="1552385"/>
                </a:lnTo>
                <a:cubicBezTo>
                  <a:pt x="626078" y="1553813"/>
                  <a:pt x="633794" y="1555147"/>
                  <a:pt x="641413" y="1556385"/>
                </a:cubicBezTo>
                <a:lnTo>
                  <a:pt x="639223" y="1569910"/>
                </a:lnTo>
                <a:close/>
                <a:moveTo>
                  <a:pt x="992315" y="1567529"/>
                </a:moveTo>
                <a:lnTo>
                  <a:pt x="990219" y="1554004"/>
                </a:lnTo>
                <a:cubicBezTo>
                  <a:pt x="997934" y="1552861"/>
                  <a:pt x="1005649" y="1551527"/>
                  <a:pt x="1013269" y="1550289"/>
                </a:cubicBezTo>
                <a:lnTo>
                  <a:pt x="1015556" y="1563814"/>
                </a:lnTo>
                <a:cubicBezTo>
                  <a:pt x="1007841" y="1565148"/>
                  <a:pt x="1000030" y="1566386"/>
                  <a:pt x="992219" y="1567625"/>
                </a:cubicBezTo>
                <a:close/>
                <a:moveTo>
                  <a:pt x="592836" y="1561148"/>
                </a:moveTo>
                <a:cubicBezTo>
                  <a:pt x="585121" y="1559528"/>
                  <a:pt x="577406" y="1557814"/>
                  <a:pt x="569785" y="1555909"/>
                </a:cubicBezTo>
                <a:lnTo>
                  <a:pt x="572929" y="1542574"/>
                </a:lnTo>
                <a:cubicBezTo>
                  <a:pt x="580454" y="1544384"/>
                  <a:pt x="588074" y="1546098"/>
                  <a:pt x="595694" y="1547717"/>
                </a:cubicBezTo>
                <a:lnTo>
                  <a:pt x="592836" y="1561148"/>
                </a:lnTo>
                <a:close/>
                <a:moveTo>
                  <a:pt x="1038892" y="1559528"/>
                </a:moveTo>
                <a:lnTo>
                  <a:pt x="1036320" y="1546098"/>
                </a:lnTo>
                <a:cubicBezTo>
                  <a:pt x="1043940" y="1544669"/>
                  <a:pt x="1051655" y="1543145"/>
                  <a:pt x="1059275" y="1541621"/>
                </a:cubicBezTo>
                <a:lnTo>
                  <a:pt x="1062038" y="1555052"/>
                </a:lnTo>
                <a:cubicBezTo>
                  <a:pt x="1054323" y="1556671"/>
                  <a:pt x="1046607" y="1558195"/>
                  <a:pt x="1038892" y="1559624"/>
                </a:cubicBezTo>
                <a:close/>
                <a:moveTo>
                  <a:pt x="546830" y="1550194"/>
                </a:moveTo>
                <a:cubicBezTo>
                  <a:pt x="539210" y="1548193"/>
                  <a:pt x="531591" y="1546003"/>
                  <a:pt x="524065" y="1543812"/>
                </a:cubicBezTo>
                <a:lnTo>
                  <a:pt x="527971" y="1530668"/>
                </a:lnTo>
                <a:cubicBezTo>
                  <a:pt x="535400" y="1532858"/>
                  <a:pt x="542925" y="1534954"/>
                  <a:pt x="550450" y="1536954"/>
                </a:cubicBezTo>
                <a:lnTo>
                  <a:pt x="546926" y="1550194"/>
                </a:lnTo>
                <a:close/>
                <a:moveTo>
                  <a:pt x="1085088" y="1550099"/>
                </a:moveTo>
                <a:lnTo>
                  <a:pt x="1082135" y="1536764"/>
                </a:lnTo>
                <a:cubicBezTo>
                  <a:pt x="1089755" y="1535049"/>
                  <a:pt x="1097375" y="1533335"/>
                  <a:pt x="1104900" y="1531525"/>
                </a:cubicBezTo>
                <a:lnTo>
                  <a:pt x="1108043" y="1544860"/>
                </a:lnTo>
                <a:cubicBezTo>
                  <a:pt x="1100423" y="1546670"/>
                  <a:pt x="1092708" y="1548384"/>
                  <a:pt x="1085088" y="1550099"/>
                </a:cubicBezTo>
                <a:close/>
                <a:moveTo>
                  <a:pt x="1130999" y="1539240"/>
                </a:moveTo>
                <a:lnTo>
                  <a:pt x="1127665" y="1526000"/>
                </a:lnTo>
                <a:cubicBezTo>
                  <a:pt x="1135190" y="1524095"/>
                  <a:pt x="1142810" y="1522095"/>
                  <a:pt x="1150334" y="1520095"/>
                </a:cubicBezTo>
                <a:lnTo>
                  <a:pt x="1153858" y="1533335"/>
                </a:lnTo>
                <a:cubicBezTo>
                  <a:pt x="1146239" y="1535335"/>
                  <a:pt x="1138619" y="1537335"/>
                  <a:pt x="1130999" y="1539240"/>
                </a:cubicBezTo>
                <a:close/>
                <a:moveTo>
                  <a:pt x="501396" y="1536859"/>
                </a:moveTo>
                <a:cubicBezTo>
                  <a:pt x="493871" y="1534478"/>
                  <a:pt x="486442" y="1531906"/>
                  <a:pt x="478917" y="1529334"/>
                </a:cubicBezTo>
                <a:lnTo>
                  <a:pt x="483489" y="1516380"/>
                </a:lnTo>
                <a:cubicBezTo>
                  <a:pt x="490823" y="1518952"/>
                  <a:pt x="498158" y="1521428"/>
                  <a:pt x="505587" y="1523810"/>
                </a:cubicBezTo>
                <a:lnTo>
                  <a:pt x="501396" y="1536859"/>
                </a:lnTo>
                <a:close/>
                <a:moveTo>
                  <a:pt x="1176528" y="1527048"/>
                </a:moveTo>
                <a:lnTo>
                  <a:pt x="1172813" y="1513904"/>
                </a:lnTo>
                <a:cubicBezTo>
                  <a:pt x="1180338" y="1511808"/>
                  <a:pt x="1187767" y="1509617"/>
                  <a:pt x="1195293" y="1507331"/>
                </a:cubicBezTo>
                <a:lnTo>
                  <a:pt x="1199198" y="1520476"/>
                </a:lnTo>
                <a:cubicBezTo>
                  <a:pt x="1191673" y="1522762"/>
                  <a:pt x="1184148" y="1524953"/>
                  <a:pt x="1176528" y="1527048"/>
                </a:cubicBezTo>
                <a:close/>
                <a:moveTo>
                  <a:pt x="456724" y="1521143"/>
                </a:moveTo>
                <a:cubicBezTo>
                  <a:pt x="449390" y="1518285"/>
                  <a:pt x="442055" y="1515428"/>
                  <a:pt x="434721" y="1512380"/>
                </a:cubicBezTo>
                <a:lnTo>
                  <a:pt x="439960" y="1499711"/>
                </a:lnTo>
                <a:cubicBezTo>
                  <a:pt x="447104" y="1502664"/>
                  <a:pt x="454342" y="1505522"/>
                  <a:pt x="461581" y="1508284"/>
                </a:cubicBezTo>
                <a:lnTo>
                  <a:pt x="456724" y="1521047"/>
                </a:lnTo>
                <a:close/>
                <a:moveTo>
                  <a:pt x="1221772" y="1513523"/>
                </a:moveTo>
                <a:lnTo>
                  <a:pt x="1217676" y="1500473"/>
                </a:lnTo>
                <a:cubicBezTo>
                  <a:pt x="1225106" y="1498187"/>
                  <a:pt x="1232535" y="1495806"/>
                  <a:pt x="1239965" y="1493330"/>
                </a:cubicBezTo>
                <a:lnTo>
                  <a:pt x="1244251" y="1506379"/>
                </a:lnTo>
                <a:cubicBezTo>
                  <a:pt x="1236726" y="1508855"/>
                  <a:pt x="1229297" y="1511237"/>
                  <a:pt x="1221772" y="1513618"/>
                </a:cubicBezTo>
                <a:close/>
                <a:moveTo>
                  <a:pt x="413004" y="1503045"/>
                </a:moveTo>
                <a:cubicBezTo>
                  <a:pt x="405765" y="1499807"/>
                  <a:pt x="398621" y="1496473"/>
                  <a:pt x="391573" y="1493044"/>
                </a:cubicBezTo>
                <a:lnTo>
                  <a:pt x="397478" y="1480661"/>
                </a:lnTo>
                <a:cubicBezTo>
                  <a:pt x="404431" y="1483995"/>
                  <a:pt x="411480" y="1487329"/>
                  <a:pt x="418624" y="1490472"/>
                </a:cubicBezTo>
                <a:lnTo>
                  <a:pt x="413004" y="1502950"/>
                </a:lnTo>
                <a:close/>
                <a:moveTo>
                  <a:pt x="1266539" y="1498759"/>
                </a:moveTo>
                <a:lnTo>
                  <a:pt x="1262063" y="1485805"/>
                </a:lnTo>
                <a:cubicBezTo>
                  <a:pt x="1269397" y="1483233"/>
                  <a:pt x="1276731" y="1480661"/>
                  <a:pt x="1284066" y="1477994"/>
                </a:cubicBezTo>
                <a:lnTo>
                  <a:pt x="1288733" y="1490853"/>
                </a:lnTo>
                <a:cubicBezTo>
                  <a:pt x="1281303" y="1493520"/>
                  <a:pt x="1273969" y="1496187"/>
                  <a:pt x="1266539" y="1498759"/>
                </a:cubicBezTo>
                <a:close/>
                <a:moveTo>
                  <a:pt x="1310831" y="1482566"/>
                </a:moveTo>
                <a:lnTo>
                  <a:pt x="1305878" y="1469803"/>
                </a:lnTo>
                <a:cubicBezTo>
                  <a:pt x="1313117" y="1467041"/>
                  <a:pt x="1320356" y="1464088"/>
                  <a:pt x="1327594" y="1461135"/>
                </a:cubicBezTo>
                <a:lnTo>
                  <a:pt x="1332738" y="1473803"/>
                </a:lnTo>
                <a:cubicBezTo>
                  <a:pt x="1325404" y="1476756"/>
                  <a:pt x="1318165" y="1479709"/>
                  <a:pt x="1310831" y="1482566"/>
                </a:cubicBezTo>
                <a:close/>
                <a:moveTo>
                  <a:pt x="370332" y="1482471"/>
                </a:moveTo>
                <a:cubicBezTo>
                  <a:pt x="363283" y="1478852"/>
                  <a:pt x="356330" y="1475137"/>
                  <a:pt x="349473" y="1471232"/>
                </a:cubicBezTo>
                <a:lnTo>
                  <a:pt x="356140" y="1459230"/>
                </a:lnTo>
                <a:cubicBezTo>
                  <a:pt x="362903" y="1463040"/>
                  <a:pt x="369760" y="1466660"/>
                  <a:pt x="376619" y="1470279"/>
                </a:cubicBezTo>
                <a:lnTo>
                  <a:pt x="370332" y="1482471"/>
                </a:lnTo>
                <a:close/>
                <a:moveTo>
                  <a:pt x="1354550" y="1464659"/>
                </a:moveTo>
                <a:lnTo>
                  <a:pt x="1349121" y="1452086"/>
                </a:lnTo>
                <a:cubicBezTo>
                  <a:pt x="1356265" y="1449038"/>
                  <a:pt x="1363408" y="1445800"/>
                  <a:pt x="1370457" y="1442561"/>
                </a:cubicBezTo>
                <a:lnTo>
                  <a:pt x="1376172" y="1455039"/>
                </a:lnTo>
                <a:cubicBezTo>
                  <a:pt x="1369028" y="1458278"/>
                  <a:pt x="1361789" y="1461516"/>
                  <a:pt x="1354550" y="1464659"/>
                </a:cubicBezTo>
                <a:close/>
                <a:moveTo>
                  <a:pt x="328994" y="1459516"/>
                </a:moveTo>
                <a:cubicBezTo>
                  <a:pt x="322231" y="1455515"/>
                  <a:pt x="315468" y="1451324"/>
                  <a:pt x="308801" y="1447038"/>
                </a:cubicBezTo>
                <a:lnTo>
                  <a:pt x="316135" y="1435513"/>
                </a:lnTo>
                <a:cubicBezTo>
                  <a:pt x="322707" y="1439704"/>
                  <a:pt x="329279" y="1443800"/>
                  <a:pt x="335947" y="1447705"/>
                </a:cubicBezTo>
                <a:lnTo>
                  <a:pt x="328898" y="1459516"/>
                </a:lnTo>
                <a:close/>
                <a:moveTo>
                  <a:pt x="1397603" y="1445038"/>
                </a:moveTo>
                <a:lnTo>
                  <a:pt x="1391603" y="1432751"/>
                </a:lnTo>
                <a:cubicBezTo>
                  <a:pt x="1398651" y="1429322"/>
                  <a:pt x="1405604" y="1425893"/>
                  <a:pt x="1412462" y="1422368"/>
                </a:cubicBezTo>
                <a:lnTo>
                  <a:pt x="1418749" y="1434560"/>
                </a:lnTo>
                <a:cubicBezTo>
                  <a:pt x="1411700" y="1438180"/>
                  <a:pt x="1404652" y="1441704"/>
                  <a:pt x="1397603" y="1445133"/>
                </a:cubicBezTo>
                <a:close/>
                <a:moveTo>
                  <a:pt x="289084" y="1433989"/>
                </a:moveTo>
                <a:cubicBezTo>
                  <a:pt x="282607" y="1429512"/>
                  <a:pt x="276130" y="1424940"/>
                  <a:pt x="269748" y="1420273"/>
                </a:cubicBezTo>
                <a:lnTo>
                  <a:pt x="277844" y="1409224"/>
                </a:lnTo>
                <a:cubicBezTo>
                  <a:pt x="284131" y="1413796"/>
                  <a:pt x="290417" y="1418273"/>
                  <a:pt x="296799" y="1422654"/>
                </a:cubicBezTo>
                <a:lnTo>
                  <a:pt x="289084" y="1433989"/>
                </a:lnTo>
                <a:close/>
                <a:moveTo>
                  <a:pt x="1439704" y="1423416"/>
                </a:moveTo>
                <a:lnTo>
                  <a:pt x="1433131" y="1411414"/>
                </a:lnTo>
                <a:cubicBezTo>
                  <a:pt x="1439990" y="1407700"/>
                  <a:pt x="1446752" y="1403890"/>
                  <a:pt x="1453515" y="1399985"/>
                </a:cubicBezTo>
                <a:lnTo>
                  <a:pt x="1460373" y="1411891"/>
                </a:lnTo>
                <a:cubicBezTo>
                  <a:pt x="1453515" y="1415796"/>
                  <a:pt x="1446657" y="1419701"/>
                  <a:pt x="1439704" y="1423511"/>
                </a:cubicBezTo>
                <a:close/>
                <a:moveTo>
                  <a:pt x="250793" y="1405985"/>
                </a:moveTo>
                <a:cubicBezTo>
                  <a:pt x="244602" y="1401128"/>
                  <a:pt x="238411" y="1396175"/>
                  <a:pt x="232410" y="1391031"/>
                </a:cubicBezTo>
                <a:lnTo>
                  <a:pt x="241173" y="1380554"/>
                </a:lnTo>
                <a:cubicBezTo>
                  <a:pt x="247079" y="1385507"/>
                  <a:pt x="253174" y="1390460"/>
                  <a:pt x="259271" y="1395222"/>
                </a:cubicBezTo>
                <a:lnTo>
                  <a:pt x="250793" y="1405985"/>
                </a:lnTo>
                <a:close/>
                <a:moveTo>
                  <a:pt x="1480661" y="1399699"/>
                </a:moveTo>
                <a:lnTo>
                  <a:pt x="1473517" y="1388078"/>
                </a:lnTo>
                <a:cubicBezTo>
                  <a:pt x="1480185" y="1383983"/>
                  <a:pt x="1486757" y="1379792"/>
                  <a:pt x="1493234" y="1375601"/>
                </a:cubicBezTo>
                <a:lnTo>
                  <a:pt x="1500759" y="1387031"/>
                </a:lnTo>
                <a:cubicBezTo>
                  <a:pt x="1494187" y="1391317"/>
                  <a:pt x="1487519" y="1395603"/>
                  <a:pt x="1480756" y="1399699"/>
                </a:cubicBezTo>
                <a:close/>
                <a:moveTo>
                  <a:pt x="214408" y="1375505"/>
                </a:moveTo>
                <a:cubicBezTo>
                  <a:pt x="211455" y="1372838"/>
                  <a:pt x="208597" y="1370267"/>
                  <a:pt x="205740" y="1367600"/>
                </a:cubicBezTo>
                <a:cubicBezTo>
                  <a:pt x="202787" y="1364933"/>
                  <a:pt x="199930" y="1362170"/>
                  <a:pt x="197073" y="1359408"/>
                </a:cubicBezTo>
                <a:lnTo>
                  <a:pt x="206598" y="1349502"/>
                </a:lnTo>
                <a:cubicBezTo>
                  <a:pt x="209360" y="1352169"/>
                  <a:pt x="212217" y="1354836"/>
                  <a:pt x="215074" y="1357503"/>
                </a:cubicBezTo>
                <a:cubicBezTo>
                  <a:pt x="217932" y="1360170"/>
                  <a:pt x="220790" y="1362742"/>
                  <a:pt x="223647" y="1365314"/>
                </a:cubicBezTo>
                <a:lnTo>
                  <a:pt x="214503" y="1375505"/>
                </a:lnTo>
                <a:close/>
                <a:moveTo>
                  <a:pt x="1520285" y="1373696"/>
                </a:moveTo>
                <a:lnTo>
                  <a:pt x="1512475" y="1362456"/>
                </a:lnTo>
                <a:cubicBezTo>
                  <a:pt x="1518856" y="1357979"/>
                  <a:pt x="1525143" y="1353503"/>
                  <a:pt x="1531334" y="1348835"/>
                </a:cubicBezTo>
                <a:lnTo>
                  <a:pt x="1539526" y="1359789"/>
                </a:lnTo>
                <a:cubicBezTo>
                  <a:pt x="1533239" y="1364552"/>
                  <a:pt x="1526762" y="1369124"/>
                  <a:pt x="1520285" y="1373696"/>
                </a:cubicBezTo>
                <a:close/>
                <a:moveTo>
                  <a:pt x="1558290" y="1345311"/>
                </a:moveTo>
                <a:lnTo>
                  <a:pt x="1549717" y="1334643"/>
                </a:lnTo>
                <a:cubicBezTo>
                  <a:pt x="1555814" y="1329785"/>
                  <a:pt x="1561719" y="1324832"/>
                  <a:pt x="1567624" y="1319784"/>
                </a:cubicBezTo>
                <a:lnTo>
                  <a:pt x="1576578" y="1330166"/>
                </a:lnTo>
                <a:cubicBezTo>
                  <a:pt x="1570577" y="1335310"/>
                  <a:pt x="1564482" y="1340358"/>
                  <a:pt x="1558290" y="1345311"/>
                </a:cubicBezTo>
                <a:close/>
                <a:moveTo>
                  <a:pt x="180213" y="1342549"/>
                </a:moveTo>
                <a:cubicBezTo>
                  <a:pt x="174688" y="1336834"/>
                  <a:pt x="169354" y="1331119"/>
                  <a:pt x="164021" y="1325213"/>
                </a:cubicBezTo>
                <a:lnTo>
                  <a:pt x="174212" y="1316069"/>
                </a:lnTo>
                <a:cubicBezTo>
                  <a:pt x="179356" y="1321784"/>
                  <a:pt x="184690" y="1327499"/>
                  <a:pt x="190024" y="1333024"/>
                </a:cubicBezTo>
                <a:lnTo>
                  <a:pt x="180213" y="1342549"/>
                </a:lnTo>
                <a:close/>
                <a:moveTo>
                  <a:pt x="1594294" y="1314355"/>
                </a:moveTo>
                <a:lnTo>
                  <a:pt x="1584960" y="1304258"/>
                </a:lnTo>
                <a:cubicBezTo>
                  <a:pt x="1590675" y="1299020"/>
                  <a:pt x="1596199" y="1293590"/>
                  <a:pt x="1601724" y="1288161"/>
                </a:cubicBezTo>
                <a:lnTo>
                  <a:pt x="1611440" y="1297877"/>
                </a:lnTo>
                <a:cubicBezTo>
                  <a:pt x="1605820" y="1303496"/>
                  <a:pt x="1600105" y="1308926"/>
                  <a:pt x="1594294" y="1314355"/>
                </a:cubicBezTo>
                <a:close/>
                <a:moveTo>
                  <a:pt x="148495" y="1307306"/>
                </a:moveTo>
                <a:cubicBezTo>
                  <a:pt x="143447" y="1301210"/>
                  <a:pt x="138398" y="1295114"/>
                  <a:pt x="133540" y="1288828"/>
                </a:cubicBezTo>
                <a:lnTo>
                  <a:pt x="144304" y="1280446"/>
                </a:lnTo>
                <a:cubicBezTo>
                  <a:pt x="149066" y="1286542"/>
                  <a:pt x="153924" y="1292543"/>
                  <a:pt x="158877" y="1298543"/>
                </a:cubicBezTo>
                <a:lnTo>
                  <a:pt x="148399" y="1307306"/>
                </a:lnTo>
                <a:close/>
                <a:moveTo>
                  <a:pt x="1627918" y="1280827"/>
                </a:moveTo>
                <a:lnTo>
                  <a:pt x="1617821" y="1271492"/>
                </a:lnTo>
                <a:cubicBezTo>
                  <a:pt x="1623060" y="1265777"/>
                  <a:pt x="1628204" y="1260062"/>
                  <a:pt x="1633252" y="1254157"/>
                </a:cubicBezTo>
                <a:lnTo>
                  <a:pt x="1643634" y="1263015"/>
                </a:lnTo>
                <a:cubicBezTo>
                  <a:pt x="1638490" y="1269016"/>
                  <a:pt x="1633252" y="1274921"/>
                  <a:pt x="1627823" y="1280732"/>
                </a:cubicBezTo>
                <a:close/>
                <a:moveTo>
                  <a:pt x="119348" y="1269873"/>
                </a:moveTo>
                <a:cubicBezTo>
                  <a:pt x="114681" y="1263491"/>
                  <a:pt x="110204" y="1257014"/>
                  <a:pt x="105823" y="1250442"/>
                </a:cubicBezTo>
                <a:lnTo>
                  <a:pt x="117158" y="1242822"/>
                </a:lnTo>
                <a:cubicBezTo>
                  <a:pt x="121444" y="1249299"/>
                  <a:pt x="125921" y="1255585"/>
                  <a:pt x="130398" y="1261872"/>
                </a:cubicBezTo>
                <a:lnTo>
                  <a:pt x="119253" y="1269873"/>
                </a:lnTo>
                <a:close/>
                <a:moveTo>
                  <a:pt x="1658683" y="1244632"/>
                </a:moveTo>
                <a:lnTo>
                  <a:pt x="1647920" y="1236155"/>
                </a:lnTo>
                <a:cubicBezTo>
                  <a:pt x="1652683" y="1230059"/>
                  <a:pt x="1657255" y="1223867"/>
                  <a:pt x="1661827" y="1217581"/>
                </a:cubicBezTo>
                <a:lnTo>
                  <a:pt x="1672971" y="1225487"/>
                </a:lnTo>
                <a:cubicBezTo>
                  <a:pt x="1668399" y="1231964"/>
                  <a:pt x="1663637" y="1238250"/>
                  <a:pt x="1658779" y="1244537"/>
                </a:cubicBezTo>
                <a:close/>
                <a:moveTo>
                  <a:pt x="92964" y="1230439"/>
                </a:moveTo>
                <a:cubicBezTo>
                  <a:pt x="88773" y="1223677"/>
                  <a:pt x="84772" y="1216914"/>
                  <a:pt x="80867" y="1210056"/>
                </a:cubicBezTo>
                <a:lnTo>
                  <a:pt x="92774" y="1203293"/>
                </a:lnTo>
                <a:cubicBezTo>
                  <a:pt x="96583" y="1210056"/>
                  <a:pt x="100584" y="1216724"/>
                  <a:pt x="104680" y="1223296"/>
                </a:cubicBezTo>
                <a:lnTo>
                  <a:pt x="93059" y="1230535"/>
                </a:lnTo>
                <a:close/>
                <a:moveTo>
                  <a:pt x="1686306" y="1205960"/>
                </a:moveTo>
                <a:lnTo>
                  <a:pt x="1674781" y="1198531"/>
                </a:lnTo>
                <a:cubicBezTo>
                  <a:pt x="1677257" y="1194721"/>
                  <a:pt x="1679639" y="1190911"/>
                  <a:pt x="1682020" y="1187006"/>
                </a:cubicBezTo>
                <a:cubicBezTo>
                  <a:pt x="1683734" y="1184243"/>
                  <a:pt x="1685354" y="1181481"/>
                  <a:pt x="1686973" y="1178814"/>
                </a:cubicBezTo>
                <a:lnTo>
                  <a:pt x="1698784" y="1185767"/>
                </a:lnTo>
                <a:cubicBezTo>
                  <a:pt x="1697165" y="1188625"/>
                  <a:pt x="1695450" y="1191387"/>
                  <a:pt x="1693735" y="1194245"/>
                </a:cubicBezTo>
                <a:cubicBezTo>
                  <a:pt x="1691354" y="1198245"/>
                  <a:pt x="1688783" y="1202150"/>
                  <a:pt x="1686306" y="1206056"/>
                </a:cubicBezTo>
                <a:close/>
                <a:moveTo>
                  <a:pt x="69437" y="1189196"/>
                </a:moveTo>
                <a:cubicBezTo>
                  <a:pt x="65722" y="1182148"/>
                  <a:pt x="62198" y="1175099"/>
                  <a:pt x="58865" y="1167956"/>
                </a:cubicBezTo>
                <a:lnTo>
                  <a:pt x="71247" y="1162050"/>
                </a:lnTo>
                <a:cubicBezTo>
                  <a:pt x="74581" y="1169003"/>
                  <a:pt x="78010" y="1175957"/>
                  <a:pt x="81629" y="1182814"/>
                </a:cubicBezTo>
                <a:lnTo>
                  <a:pt x="69533" y="1189196"/>
                </a:lnTo>
                <a:close/>
                <a:moveTo>
                  <a:pt x="1710404" y="1164908"/>
                </a:moveTo>
                <a:lnTo>
                  <a:pt x="1698308" y="1158526"/>
                </a:lnTo>
                <a:cubicBezTo>
                  <a:pt x="1701927" y="1151668"/>
                  <a:pt x="1705356" y="1144714"/>
                  <a:pt x="1708594" y="1137761"/>
                </a:cubicBezTo>
                <a:lnTo>
                  <a:pt x="1720977" y="1143572"/>
                </a:lnTo>
                <a:cubicBezTo>
                  <a:pt x="1717643" y="1150715"/>
                  <a:pt x="1714119" y="1157859"/>
                  <a:pt x="1710404" y="1164908"/>
                </a:cubicBezTo>
                <a:close/>
                <a:moveTo>
                  <a:pt x="48958" y="1146429"/>
                </a:moveTo>
                <a:cubicBezTo>
                  <a:pt x="45816" y="1139190"/>
                  <a:pt x="42767" y="1131856"/>
                  <a:pt x="39910" y="1124426"/>
                </a:cubicBezTo>
                <a:lnTo>
                  <a:pt x="52673" y="1119473"/>
                </a:lnTo>
                <a:cubicBezTo>
                  <a:pt x="55435" y="1126712"/>
                  <a:pt x="58388" y="1133856"/>
                  <a:pt x="61436" y="1141000"/>
                </a:cubicBezTo>
                <a:lnTo>
                  <a:pt x="48863" y="1146429"/>
                </a:lnTo>
                <a:close/>
                <a:moveTo>
                  <a:pt x="1730598" y="1121855"/>
                </a:moveTo>
                <a:lnTo>
                  <a:pt x="1717929" y="1116616"/>
                </a:lnTo>
                <a:cubicBezTo>
                  <a:pt x="1720882" y="1109472"/>
                  <a:pt x="1723739" y="1102233"/>
                  <a:pt x="1726407" y="1094994"/>
                </a:cubicBezTo>
                <a:lnTo>
                  <a:pt x="1739265" y="1099757"/>
                </a:lnTo>
                <a:cubicBezTo>
                  <a:pt x="1736503" y="1107186"/>
                  <a:pt x="1733645" y="1114616"/>
                  <a:pt x="1730598" y="1121950"/>
                </a:cubicBezTo>
                <a:close/>
                <a:moveTo>
                  <a:pt x="31813" y="1102138"/>
                </a:moveTo>
                <a:cubicBezTo>
                  <a:pt x="29242" y="1094613"/>
                  <a:pt x="26765" y="1087088"/>
                  <a:pt x="24479" y="1079564"/>
                </a:cubicBezTo>
                <a:lnTo>
                  <a:pt x="37624" y="1075563"/>
                </a:lnTo>
                <a:cubicBezTo>
                  <a:pt x="39814" y="1082993"/>
                  <a:pt x="42196" y="1090327"/>
                  <a:pt x="44767" y="1097661"/>
                </a:cubicBezTo>
                <a:lnTo>
                  <a:pt x="31813" y="1102138"/>
                </a:lnTo>
                <a:close/>
                <a:moveTo>
                  <a:pt x="1746980" y="1077278"/>
                </a:moveTo>
                <a:lnTo>
                  <a:pt x="1733931" y="1073087"/>
                </a:lnTo>
                <a:cubicBezTo>
                  <a:pt x="1736312" y="1065752"/>
                  <a:pt x="1738503" y="1058323"/>
                  <a:pt x="1740503" y="1050893"/>
                </a:cubicBezTo>
                <a:lnTo>
                  <a:pt x="1753743" y="1054513"/>
                </a:lnTo>
                <a:cubicBezTo>
                  <a:pt x="1751648" y="1062133"/>
                  <a:pt x="1749362" y="1069753"/>
                  <a:pt x="1746980" y="1077278"/>
                </a:cubicBezTo>
                <a:close/>
                <a:moveTo>
                  <a:pt x="18097" y="1056608"/>
                </a:moveTo>
                <a:cubicBezTo>
                  <a:pt x="16097" y="1048893"/>
                  <a:pt x="14288" y="1041273"/>
                  <a:pt x="12573" y="1033463"/>
                </a:cubicBezTo>
                <a:lnTo>
                  <a:pt x="26003" y="1030605"/>
                </a:lnTo>
                <a:cubicBezTo>
                  <a:pt x="27622" y="1038130"/>
                  <a:pt x="29432" y="1045655"/>
                  <a:pt x="31337" y="1053179"/>
                </a:cubicBezTo>
                <a:lnTo>
                  <a:pt x="18097" y="1056608"/>
                </a:lnTo>
                <a:close/>
                <a:moveTo>
                  <a:pt x="1759553" y="1031462"/>
                </a:moveTo>
                <a:lnTo>
                  <a:pt x="1746218" y="1028319"/>
                </a:lnTo>
                <a:cubicBezTo>
                  <a:pt x="1747933" y="1020794"/>
                  <a:pt x="1749552" y="1013174"/>
                  <a:pt x="1750981" y="1005650"/>
                </a:cubicBezTo>
                <a:lnTo>
                  <a:pt x="1764411" y="1008221"/>
                </a:lnTo>
                <a:cubicBezTo>
                  <a:pt x="1762887" y="1016032"/>
                  <a:pt x="1761268" y="1023747"/>
                  <a:pt x="1759458" y="1031462"/>
                </a:cubicBezTo>
                <a:close/>
                <a:moveTo>
                  <a:pt x="8096" y="1010222"/>
                </a:moveTo>
                <a:cubicBezTo>
                  <a:pt x="6763" y="1002411"/>
                  <a:pt x="5525" y="994601"/>
                  <a:pt x="4572" y="986695"/>
                </a:cubicBezTo>
                <a:lnTo>
                  <a:pt x="18193" y="984885"/>
                </a:lnTo>
                <a:cubicBezTo>
                  <a:pt x="19145" y="992600"/>
                  <a:pt x="20384" y="1000220"/>
                  <a:pt x="21622" y="1007840"/>
                </a:cubicBezTo>
                <a:lnTo>
                  <a:pt x="8096" y="1010126"/>
                </a:lnTo>
                <a:close/>
                <a:moveTo>
                  <a:pt x="1768412" y="984790"/>
                </a:moveTo>
                <a:lnTo>
                  <a:pt x="1754886" y="982694"/>
                </a:lnTo>
                <a:cubicBezTo>
                  <a:pt x="1756029" y="975074"/>
                  <a:pt x="1757077" y="967359"/>
                  <a:pt x="1757934" y="959644"/>
                </a:cubicBezTo>
                <a:lnTo>
                  <a:pt x="1771555" y="961263"/>
                </a:lnTo>
                <a:cubicBezTo>
                  <a:pt x="1770602" y="969169"/>
                  <a:pt x="1769555" y="976979"/>
                  <a:pt x="1768412" y="984790"/>
                </a:cubicBezTo>
                <a:close/>
                <a:moveTo>
                  <a:pt x="2000" y="963073"/>
                </a:moveTo>
                <a:cubicBezTo>
                  <a:pt x="1334" y="955167"/>
                  <a:pt x="762" y="947261"/>
                  <a:pt x="476" y="939355"/>
                </a:cubicBezTo>
                <a:lnTo>
                  <a:pt x="14192" y="938784"/>
                </a:lnTo>
                <a:cubicBezTo>
                  <a:pt x="14478" y="946499"/>
                  <a:pt x="15050" y="954214"/>
                  <a:pt x="15716" y="961930"/>
                </a:cubicBezTo>
                <a:lnTo>
                  <a:pt x="2096" y="963073"/>
                </a:lnTo>
                <a:close/>
                <a:moveTo>
                  <a:pt x="1773936" y="937641"/>
                </a:moveTo>
                <a:lnTo>
                  <a:pt x="1760316" y="936593"/>
                </a:lnTo>
                <a:cubicBezTo>
                  <a:pt x="1760887" y="928878"/>
                  <a:pt x="1761363" y="921163"/>
                  <a:pt x="1761744" y="913352"/>
                </a:cubicBezTo>
                <a:lnTo>
                  <a:pt x="1775460" y="914019"/>
                </a:lnTo>
                <a:cubicBezTo>
                  <a:pt x="1775079" y="921925"/>
                  <a:pt x="1774603" y="929830"/>
                  <a:pt x="1774032" y="937641"/>
                </a:cubicBezTo>
                <a:close/>
                <a:moveTo>
                  <a:pt x="13716" y="915543"/>
                </a:moveTo>
                <a:lnTo>
                  <a:pt x="0" y="915543"/>
                </a:lnTo>
                <a:cubicBezTo>
                  <a:pt x="0" y="907637"/>
                  <a:pt x="190" y="899636"/>
                  <a:pt x="571" y="891730"/>
                </a:cubicBezTo>
                <a:lnTo>
                  <a:pt x="14288" y="892397"/>
                </a:lnTo>
                <a:cubicBezTo>
                  <a:pt x="13906" y="900113"/>
                  <a:pt x="13716" y="907828"/>
                  <a:pt x="13716" y="915543"/>
                </a:cubicBezTo>
                <a:close/>
                <a:moveTo>
                  <a:pt x="1776031" y="890302"/>
                </a:moveTo>
                <a:lnTo>
                  <a:pt x="1762315" y="890111"/>
                </a:lnTo>
                <a:cubicBezTo>
                  <a:pt x="1762315" y="887254"/>
                  <a:pt x="1762315" y="884396"/>
                  <a:pt x="1762315" y="881539"/>
                </a:cubicBezTo>
                <a:cubicBezTo>
                  <a:pt x="1762315" y="876586"/>
                  <a:pt x="1762315" y="871728"/>
                  <a:pt x="1762125" y="866775"/>
                </a:cubicBezTo>
                <a:lnTo>
                  <a:pt x="1775841" y="866489"/>
                </a:lnTo>
                <a:cubicBezTo>
                  <a:pt x="1775936" y="871538"/>
                  <a:pt x="1776031" y="876491"/>
                  <a:pt x="1776031" y="881539"/>
                </a:cubicBezTo>
                <a:cubicBezTo>
                  <a:pt x="1776031" y="884492"/>
                  <a:pt x="1776031" y="887349"/>
                  <a:pt x="1776031" y="890207"/>
                </a:cubicBezTo>
                <a:close/>
                <a:moveTo>
                  <a:pt x="15907" y="869347"/>
                </a:moveTo>
                <a:lnTo>
                  <a:pt x="2286" y="868013"/>
                </a:lnTo>
                <a:cubicBezTo>
                  <a:pt x="3048" y="860108"/>
                  <a:pt x="4001" y="852202"/>
                  <a:pt x="5144" y="844391"/>
                </a:cubicBezTo>
                <a:lnTo>
                  <a:pt x="18669" y="846392"/>
                </a:lnTo>
                <a:cubicBezTo>
                  <a:pt x="17526" y="854011"/>
                  <a:pt x="16669" y="861727"/>
                  <a:pt x="15907" y="869347"/>
                </a:cubicBezTo>
                <a:close/>
                <a:moveTo>
                  <a:pt x="1761363" y="843629"/>
                </a:moveTo>
                <a:cubicBezTo>
                  <a:pt x="1760982" y="835914"/>
                  <a:pt x="1760410" y="828104"/>
                  <a:pt x="1759839" y="820388"/>
                </a:cubicBezTo>
                <a:lnTo>
                  <a:pt x="1773460" y="819245"/>
                </a:lnTo>
                <a:cubicBezTo>
                  <a:pt x="1774126" y="827151"/>
                  <a:pt x="1774603" y="834961"/>
                  <a:pt x="1775079" y="842867"/>
                </a:cubicBezTo>
                <a:lnTo>
                  <a:pt x="1761363" y="843534"/>
                </a:lnTo>
                <a:close/>
                <a:moveTo>
                  <a:pt x="22479" y="823436"/>
                </a:moveTo>
                <a:lnTo>
                  <a:pt x="9049" y="820865"/>
                </a:lnTo>
                <a:cubicBezTo>
                  <a:pt x="10573" y="813054"/>
                  <a:pt x="12287" y="805339"/>
                  <a:pt x="14097" y="797624"/>
                </a:cubicBezTo>
                <a:lnTo>
                  <a:pt x="27432" y="800862"/>
                </a:lnTo>
                <a:cubicBezTo>
                  <a:pt x="25622" y="808387"/>
                  <a:pt x="24003" y="815911"/>
                  <a:pt x="22479" y="823532"/>
                </a:cubicBezTo>
                <a:close/>
                <a:moveTo>
                  <a:pt x="1757553" y="797243"/>
                </a:moveTo>
                <a:cubicBezTo>
                  <a:pt x="1756696" y="789527"/>
                  <a:pt x="1755743" y="781812"/>
                  <a:pt x="1754600" y="774097"/>
                </a:cubicBezTo>
                <a:lnTo>
                  <a:pt x="1768126" y="772192"/>
                </a:lnTo>
                <a:cubicBezTo>
                  <a:pt x="1769269" y="780002"/>
                  <a:pt x="1770221" y="787813"/>
                  <a:pt x="1771079" y="795719"/>
                </a:cubicBezTo>
                <a:lnTo>
                  <a:pt x="1757458" y="797243"/>
                </a:lnTo>
                <a:close/>
                <a:moveTo>
                  <a:pt x="33433" y="778478"/>
                </a:moveTo>
                <a:lnTo>
                  <a:pt x="20288" y="774668"/>
                </a:lnTo>
                <a:cubicBezTo>
                  <a:pt x="22479" y="767048"/>
                  <a:pt x="24860" y="759524"/>
                  <a:pt x="27432" y="751999"/>
                </a:cubicBezTo>
                <a:lnTo>
                  <a:pt x="40386" y="756476"/>
                </a:lnTo>
                <a:cubicBezTo>
                  <a:pt x="37910" y="763810"/>
                  <a:pt x="35528" y="771144"/>
                  <a:pt x="33433" y="778574"/>
                </a:cubicBezTo>
                <a:close/>
                <a:moveTo>
                  <a:pt x="1751076" y="751046"/>
                </a:moveTo>
                <a:cubicBezTo>
                  <a:pt x="1749742" y="743426"/>
                  <a:pt x="1748314" y="735711"/>
                  <a:pt x="1746885" y="728186"/>
                </a:cubicBezTo>
                <a:lnTo>
                  <a:pt x="1760316" y="725519"/>
                </a:lnTo>
                <a:cubicBezTo>
                  <a:pt x="1761839" y="733234"/>
                  <a:pt x="1763268" y="741045"/>
                  <a:pt x="1764601" y="748760"/>
                </a:cubicBezTo>
                <a:lnTo>
                  <a:pt x="1751076" y="751046"/>
                </a:lnTo>
                <a:close/>
                <a:moveTo>
                  <a:pt x="48387" y="734568"/>
                </a:moveTo>
                <a:lnTo>
                  <a:pt x="35623" y="729520"/>
                </a:lnTo>
                <a:cubicBezTo>
                  <a:pt x="38576" y="722186"/>
                  <a:pt x="41624" y="714851"/>
                  <a:pt x="44863" y="707612"/>
                </a:cubicBezTo>
                <a:lnTo>
                  <a:pt x="57340" y="713232"/>
                </a:lnTo>
                <a:cubicBezTo>
                  <a:pt x="54198" y="720281"/>
                  <a:pt x="51149" y="727424"/>
                  <a:pt x="48387" y="734568"/>
                </a:cubicBezTo>
                <a:close/>
                <a:moveTo>
                  <a:pt x="1741932" y="705422"/>
                </a:moveTo>
                <a:cubicBezTo>
                  <a:pt x="1740217" y="697802"/>
                  <a:pt x="1738408" y="690277"/>
                  <a:pt x="1736408" y="682752"/>
                </a:cubicBezTo>
                <a:lnTo>
                  <a:pt x="1749648" y="679323"/>
                </a:lnTo>
                <a:cubicBezTo>
                  <a:pt x="1751648" y="686943"/>
                  <a:pt x="1753457" y="694658"/>
                  <a:pt x="1755267" y="702374"/>
                </a:cubicBezTo>
                <a:lnTo>
                  <a:pt x="1741932" y="705422"/>
                </a:lnTo>
                <a:close/>
                <a:moveTo>
                  <a:pt x="67342" y="692277"/>
                </a:moveTo>
                <a:lnTo>
                  <a:pt x="55054" y="686086"/>
                </a:lnTo>
                <a:cubicBezTo>
                  <a:pt x="58579" y="679037"/>
                  <a:pt x="62389" y="671989"/>
                  <a:pt x="66199" y="665036"/>
                </a:cubicBezTo>
                <a:lnTo>
                  <a:pt x="78105" y="671703"/>
                </a:lnTo>
                <a:cubicBezTo>
                  <a:pt x="74295" y="678466"/>
                  <a:pt x="70676" y="685229"/>
                  <a:pt x="67247" y="692182"/>
                </a:cubicBezTo>
                <a:close/>
                <a:moveTo>
                  <a:pt x="1730407" y="660273"/>
                </a:moveTo>
                <a:cubicBezTo>
                  <a:pt x="1728311" y="652748"/>
                  <a:pt x="1726025" y="645319"/>
                  <a:pt x="1723739" y="637984"/>
                </a:cubicBezTo>
                <a:lnTo>
                  <a:pt x="1736789" y="633889"/>
                </a:lnTo>
                <a:cubicBezTo>
                  <a:pt x="1739170" y="641413"/>
                  <a:pt x="1741456" y="648938"/>
                  <a:pt x="1743551" y="656558"/>
                </a:cubicBezTo>
                <a:lnTo>
                  <a:pt x="1730407" y="660273"/>
                </a:lnTo>
                <a:close/>
                <a:moveTo>
                  <a:pt x="90011" y="651986"/>
                </a:moveTo>
                <a:lnTo>
                  <a:pt x="78391" y="644747"/>
                </a:lnTo>
                <a:cubicBezTo>
                  <a:pt x="82582" y="637984"/>
                  <a:pt x="86963" y="631412"/>
                  <a:pt x="91440" y="624840"/>
                </a:cubicBezTo>
                <a:lnTo>
                  <a:pt x="102679" y="632651"/>
                </a:lnTo>
                <a:cubicBezTo>
                  <a:pt x="98298" y="639032"/>
                  <a:pt x="94012" y="645414"/>
                  <a:pt x="89916" y="651986"/>
                </a:cubicBezTo>
                <a:close/>
                <a:moveTo>
                  <a:pt x="1716405" y="615791"/>
                </a:moveTo>
                <a:cubicBezTo>
                  <a:pt x="1713834" y="608457"/>
                  <a:pt x="1711262" y="601123"/>
                  <a:pt x="1708594" y="593884"/>
                </a:cubicBezTo>
                <a:lnTo>
                  <a:pt x="1721453" y="589121"/>
                </a:lnTo>
                <a:cubicBezTo>
                  <a:pt x="1724215" y="596456"/>
                  <a:pt x="1726883" y="603885"/>
                  <a:pt x="1729454" y="611410"/>
                </a:cubicBezTo>
                <a:lnTo>
                  <a:pt x="1716500" y="615886"/>
                </a:lnTo>
                <a:close/>
                <a:moveTo>
                  <a:pt x="116396" y="613886"/>
                </a:moveTo>
                <a:lnTo>
                  <a:pt x="105537" y="605600"/>
                </a:lnTo>
                <a:cubicBezTo>
                  <a:pt x="110395" y="599313"/>
                  <a:pt x="115348" y="593122"/>
                  <a:pt x="120396" y="587026"/>
                </a:cubicBezTo>
                <a:lnTo>
                  <a:pt x="130874" y="595884"/>
                </a:lnTo>
                <a:cubicBezTo>
                  <a:pt x="125921" y="601790"/>
                  <a:pt x="121063" y="607790"/>
                  <a:pt x="116396" y="613982"/>
                </a:cubicBezTo>
                <a:close/>
                <a:moveTo>
                  <a:pt x="146209" y="578453"/>
                </a:moveTo>
                <a:lnTo>
                  <a:pt x="136208" y="569119"/>
                </a:lnTo>
                <a:cubicBezTo>
                  <a:pt x="141637" y="563309"/>
                  <a:pt x="147161" y="557594"/>
                  <a:pt x="152876" y="552069"/>
                </a:cubicBezTo>
                <a:lnTo>
                  <a:pt x="162401" y="561880"/>
                </a:lnTo>
                <a:cubicBezTo>
                  <a:pt x="156877" y="567214"/>
                  <a:pt x="151447" y="572738"/>
                  <a:pt x="146209" y="578453"/>
                </a:cubicBezTo>
                <a:close/>
                <a:moveTo>
                  <a:pt x="1700308" y="571976"/>
                </a:moveTo>
                <a:cubicBezTo>
                  <a:pt x="1697546" y="564737"/>
                  <a:pt x="1694688" y="557403"/>
                  <a:pt x="1691831" y="550164"/>
                </a:cubicBezTo>
                <a:lnTo>
                  <a:pt x="1704594" y="545116"/>
                </a:lnTo>
                <a:cubicBezTo>
                  <a:pt x="1707451" y="552450"/>
                  <a:pt x="1710309" y="559784"/>
                  <a:pt x="1713071" y="567023"/>
                </a:cubicBezTo>
                <a:lnTo>
                  <a:pt x="1700308" y="571881"/>
                </a:lnTo>
                <a:close/>
                <a:moveTo>
                  <a:pt x="179260" y="546163"/>
                </a:moveTo>
                <a:lnTo>
                  <a:pt x="170212" y="535877"/>
                </a:lnTo>
                <a:cubicBezTo>
                  <a:pt x="176213" y="530638"/>
                  <a:pt x="182308" y="525494"/>
                  <a:pt x="188500" y="520636"/>
                </a:cubicBezTo>
                <a:lnTo>
                  <a:pt x="196977" y="531400"/>
                </a:lnTo>
                <a:cubicBezTo>
                  <a:pt x="190976" y="536162"/>
                  <a:pt x="184976" y="541115"/>
                  <a:pt x="179260" y="546259"/>
                </a:cubicBezTo>
                <a:close/>
                <a:moveTo>
                  <a:pt x="1683163" y="528352"/>
                </a:moveTo>
                <a:cubicBezTo>
                  <a:pt x="1680210" y="521113"/>
                  <a:pt x="1677257" y="513874"/>
                  <a:pt x="1674305" y="506730"/>
                </a:cubicBezTo>
                <a:lnTo>
                  <a:pt x="1686973" y="501491"/>
                </a:lnTo>
                <a:cubicBezTo>
                  <a:pt x="1690021" y="508730"/>
                  <a:pt x="1692974" y="515969"/>
                  <a:pt x="1695926" y="523304"/>
                </a:cubicBezTo>
                <a:lnTo>
                  <a:pt x="1683258" y="528447"/>
                </a:lnTo>
                <a:close/>
                <a:moveTo>
                  <a:pt x="215551" y="517493"/>
                </a:moveTo>
                <a:lnTo>
                  <a:pt x="207645" y="506349"/>
                </a:lnTo>
                <a:cubicBezTo>
                  <a:pt x="214122" y="501777"/>
                  <a:pt x="220790" y="497300"/>
                  <a:pt x="227457" y="493109"/>
                </a:cubicBezTo>
                <a:lnTo>
                  <a:pt x="234791" y="504730"/>
                </a:lnTo>
                <a:cubicBezTo>
                  <a:pt x="228314" y="508825"/>
                  <a:pt x="221837" y="513112"/>
                  <a:pt x="215551" y="517588"/>
                </a:cubicBezTo>
                <a:close/>
                <a:moveTo>
                  <a:pt x="254699" y="492919"/>
                </a:moveTo>
                <a:lnTo>
                  <a:pt x="248031" y="480917"/>
                </a:lnTo>
                <a:cubicBezTo>
                  <a:pt x="254984" y="477012"/>
                  <a:pt x="262128" y="473392"/>
                  <a:pt x="269272" y="469963"/>
                </a:cubicBezTo>
                <a:lnTo>
                  <a:pt x="275177" y="482251"/>
                </a:lnTo>
                <a:cubicBezTo>
                  <a:pt x="268319" y="485584"/>
                  <a:pt x="261366" y="489109"/>
                  <a:pt x="254699" y="492919"/>
                </a:cubicBezTo>
                <a:close/>
                <a:moveTo>
                  <a:pt x="1665160" y="485204"/>
                </a:moveTo>
                <a:cubicBezTo>
                  <a:pt x="1662113" y="478060"/>
                  <a:pt x="1658969" y="470916"/>
                  <a:pt x="1655826" y="463772"/>
                </a:cubicBezTo>
                <a:lnTo>
                  <a:pt x="1668304" y="458248"/>
                </a:lnTo>
                <a:cubicBezTo>
                  <a:pt x="1671447" y="465392"/>
                  <a:pt x="1674685" y="472631"/>
                  <a:pt x="1677733" y="479869"/>
                </a:cubicBezTo>
                <a:lnTo>
                  <a:pt x="1665160" y="485299"/>
                </a:lnTo>
                <a:close/>
                <a:moveTo>
                  <a:pt x="296228" y="472821"/>
                </a:moveTo>
                <a:lnTo>
                  <a:pt x="290989" y="460153"/>
                </a:lnTo>
                <a:cubicBezTo>
                  <a:pt x="298323" y="457105"/>
                  <a:pt x="305753" y="454247"/>
                  <a:pt x="313182" y="451580"/>
                </a:cubicBezTo>
                <a:lnTo>
                  <a:pt x="317754" y="464439"/>
                </a:lnTo>
                <a:cubicBezTo>
                  <a:pt x="310515" y="467011"/>
                  <a:pt x="303276" y="469773"/>
                  <a:pt x="296132" y="472726"/>
                </a:cubicBezTo>
                <a:close/>
                <a:moveTo>
                  <a:pt x="339852" y="457295"/>
                </a:moveTo>
                <a:lnTo>
                  <a:pt x="335851" y="444151"/>
                </a:lnTo>
                <a:cubicBezTo>
                  <a:pt x="343376" y="441865"/>
                  <a:pt x="350996" y="439674"/>
                  <a:pt x="358712" y="437674"/>
                </a:cubicBezTo>
                <a:lnTo>
                  <a:pt x="362236" y="450913"/>
                </a:lnTo>
                <a:cubicBezTo>
                  <a:pt x="354711" y="452914"/>
                  <a:pt x="347281" y="455009"/>
                  <a:pt x="339852" y="457295"/>
                </a:cubicBezTo>
                <a:close/>
                <a:moveTo>
                  <a:pt x="384810" y="445389"/>
                </a:moveTo>
                <a:lnTo>
                  <a:pt x="381762" y="432054"/>
                </a:lnTo>
                <a:cubicBezTo>
                  <a:pt x="389477" y="430244"/>
                  <a:pt x="397192" y="428625"/>
                  <a:pt x="404908" y="427101"/>
                </a:cubicBezTo>
                <a:lnTo>
                  <a:pt x="407575" y="440531"/>
                </a:lnTo>
                <a:cubicBezTo>
                  <a:pt x="399955" y="442055"/>
                  <a:pt x="392335" y="443675"/>
                  <a:pt x="384810" y="445389"/>
                </a:cubicBezTo>
                <a:close/>
                <a:moveTo>
                  <a:pt x="1646206" y="442436"/>
                </a:moveTo>
                <a:cubicBezTo>
                  <a:pt x="1642968" y="435388"/>
                  <a:pt x="1639633" y="428339"/>
                  <a:pt x="1636300" y="421291"/>
                </a:cubicBezTo>
                <a:lnTo>
                  <a:pt x="1648682" y="415385"/>
                </a:lnTo>
                <a:cubicBezTo>
                  <a:pt x="1652111" y="422434"/>
                  <a:pt x="1655445" y="429578"/>
                  <a:pt x="1658683" y="436721"/>
                </a:cubicBezTo>
                <a:lnTo>
                  <a:pt x="1646206" y="442436"/>
                </a:lnTo>
                <a:close/>
                <a:moveTo>
                  <a:pt x="430530" y="436150"/>
                </a:moveTo>
                <a:lnTo>
                  <a:pt x="428149" y="422624"/>
                </a:lnTo>
                <a:cubicBezTo>
                  <a:pt x="435864" y="421291"/>
                  <a:pt x="443674" y="419957"/>
                  <a:pt x="451390" y="418719"/>
                </a:cubicBezTo>
                <a:lnTo>
                  <a:pt x="453581" y="432244"/>
                </a:lnTo>
                <a:cubicBezTo>
                  <a:pt x="445866" y="433483"/>
                  <a:pt x="438150" y="434816"/>
                  <a:pt x="430530" y="436150"/>
                </a:cubicBezTo>
                <a:close/>
                <a:moveTo>
                  <a:pt x="476726" y="428720"/>
                </a:moveTo>
                <a:lnTo>
                  <a:pt x="474726" y="415195"/>
                </a:lnTo>
                <a:cubicBezTo>
                  <a:pt x="482441" y="414052"/>
                  <a:pt x="490252" y="412909"/>
                  <a:pt x="498062" y="411861"/>
                </a:cubicBezTo>
                <a:lnTo>
                  <a:pt x="499967" y="425386"/>
                </a:lnTo>
                <a:cubicBezTo>
                  <a:pt x="492252" y="426530"/>
                  <a:pt x="484537" y="427577"/>
                  <a:pt x="476726" y="428720"/>
                </a:cubicBezTo>
                <a:close/>
                <a:moveTo>
                  <a:pt x="523208" y="422053"/>
                </a:moveTo>
                <a:lnTo>
                  <a:pt x="521303" y="408527"/>
                </a:lnTo>
                <a:lnTo>
                  <a:pt x="544544" y="405194"/>
                </a:lnTo>
                <a:lnTo>
                  <a:pt x="546544" y="418719"/>
                </a:lnTo>
                <a:lnTo>
                  <a:pt x="523304" y="422053"/>
                </a:lnTo>
                <a:close/>
                <a:moveTo>
                  <a:pt x="569785" y="415290"/>
                </a:moveTo>
                <a:lnTo>
                  <a:pt x="567690" y="401765"/>
                </a:lnTo>
                <a:cubicBezTo>
                  <a:pt x="575405" y="400621"/>
                  <a:pt x="583121" y="399383"/>
                  <a:pt x="590740" y="398050"/>
                </a:cubicBezTo>
                <a:lnTo>
                  <a:pt x="593026" y="411575"/>
                </a:lnTo>
                <a:cubicBezTo>
                  <a:pt x="585311" y="412909"/>
                  <a:pt x="577501" y="414147"/>
                  <a:pt x="569785" y="415290"/>
                </a:cubicBezTo>
                <a:close/>
                <a:moveTo>
                  <a:pt x="616267" y="407480"/>
                </a:moveTo>
                <a:lnTo>
                  <a:pt x="613696" y="394049"/>
                </a:lnTo>
                <a:cubicBezTo>
                  <a:pt x="621316" y="392621"/>
                  <a:pt x="628936" y="391096"/>
                  <a:pt x="636556" y="389477"/>
                </a:cubicBezTo>
                <a:lnTo>
                  <a:pt x="639413" y="402908"/>
                </a:lnTo>
                <a:cubicBezTo>
                  <a:pt x="631698" y="404527"/>
                  <a:pt x="623983" y="406146"/>
                  <a:pt x="616267" y="407575"/>
                </a:cubicBezTo>
                <a:close/>
                <a:moveTo>
                  <a:pt x="1625917" y="400240"/>
                </a:moveTo>
                <a:cubicBezTo>
                  <a:pt x="1622393" y="393287"/>
                  <a:pt x="1618869" y="386334"/>
                  <a:pt x="1615249" y="379381"/>
                </a:cubicBezTo>
                <a:lnTo>
                  <a:pt x="1627346" y="372999"/>
                </a:lnTo>
                <a:cubicBezTo>
                  <a:pt x="1630966" y="379952"/>
                  <a:pt x="1634585" y="387001"/>
                  <a:pt x="1638110" y="394049"/>
                </a:cubicBezTo>
                <a:lnTo>
                  <a:pt x="1625823" y="400145"/>
                </a:lnTo>
                <a:close/>
                <a:moveTo>
                  <a:pt x="662464" y="397383"/>
                </a:moveTo>
                <a:lnTo>
                  <a:pt x="659130" y="384048"/>
                </a:lnTo>
                <a:cubicBezTo>
                  <a:pt x="666655" y="382143"/>
                  <a:pt x="674084" y="380143"/>
                  <a:pt x="681514" y="378047"/>
                </a:cubicBezTo>
                <a:lnTo>
                  <a:pt x="685324" y="391192"/>
                </a:lnTo>
                <a:cubicBezTo>
                  <a:pt x="677799" y="393383"/>
                  <a:pt x="670084" y="395478"/>
                  <a:pt x="662464" y="397383"/>
                </a:cubicBezTo>
                <a:close/>
                <a:moveTo>
                  <a:pt x="708088" y="384143"/>
                </a:moveTo>
                <a:lnTo>
                  <a:pt x="703707" y="371189"/>
                </a:lnTo>
                <a:cubicBezTo>
                  <a:pt x="711041" y="368713"/>
                  <a:pt x="718280" y="366046"/>
                  <a:pt x="725424" y="363284"/>
                </a:cubicBezTo>
                <a:lnTo>
                  <a:pt x="730473" y="376047"/>
                </a:lnTo>
                <a:cubicBezTo>
                  <a:pt x="723138" y="379000"/>
                  <a:pt x="715613" y="381667"/>
                  <a:pt x="708088" y="384238"/>
                </a:cubicBezTo>
                <a:close/>
                <a:moveTo>
                  <a:pt x="752380" y="366522"/>
                </a:moveTo>
                <a:lnTo>
                  <a:pt x="746569" y="354140"/>
                </a:lnTo>
                <a:cubicBezTo>
                  <a:pt x="753618" y="350806"/>
                  <a:pt x="760571" y="347377"/>
                  <a:pt x="767144" y="343757"/>
                </a:cubicBezTo>
                <a:lnTo>
                  <a:pt x="773716" y="355759"/>
                </a:lnTo>
                <a:cubicBezTo>
                  <a:pt x="766858" y="359473"/>
                  <a:pt x="759714" y="363093"/>
                  <a:pt x="752380" y="366522"/>
                </a:cubicBezTo>
                <a:close/>
                <a:moveTo>
                  <a:pt x="1604296" y="358807"/>
                </a:moveTo>
                <a:cubicBezTo>
                  <a:pt x="1600581" y="351949"/>
                  <a:pt x="1596771" y="345186"/>
                  <a:pt x="1592866" y="338423"/>
                </a:cubicBezTo>
                <a:lnTo>
                  <a:pt x="1604772" y="331565"/>
                </a:lnTo>
                <a:cubicBezTo>
                  <a:pt x="1608677" y="338423"/>
                  <a:pt x="1612583" y="345281"/>
                  <a:pt x="1616298" y="352234"/>
                </a:cubicBezTo>
                <a:lnTo>
                  <a:pt x="1604296" y="358807"/>
                </a:lnTo>
                <a:close/>
                <a:moveTo>
                  <a:pt x="794385" y="343757"/>
                </a:moveTo>
                <a:lnTo>
                  <a:pt x="787051" y="332137"/>
                </a:lnTo>
                <a:cubicBezTo>
                  <a:pt x="792385" y="328708"/>
                  <a:pt x="797719" y="325184"/>
                  <a:pt x="802958" y="321373"/>
                </a:cubicBezTo>
                <a:lnTo>
                  <a:pt x="806006" y="319183"/>
                </a:lnTo>
                <a:lnTo>
                  <a:pt x="814102" y="330232"/>
                </a:lnTo>
                <a:lnTo>
                  <a:pt x="810863" y="332518"/>
                </a:lnTo>
                <a:cubicBezTo>
                  <a:pt x="805434" y="336423"/>
                  <a:pt x="799910" y="340138"/>
                  <a:pt x="794290" y="343662"/>
                </a:cubicBezTo>
                <a:close/>
                <a:moveTo>
                  <a:pt x="1580960" y="318325"/>
                </a:moveTo>
                <a:cubicBezTo>
                  <a:pt x="1576959" y="311658"/>
                  <a:pt x="1572863" y="305086"/>
                  <a:pt x="1568673" y="298513"/>
                </a:cubicBezTo>
                <a:lnTo>
                  <a:pt x="1580198" y="291179"/>
                </a:lnTo>
                <a:cubicBezTo>
                  <a:pt x="1584389" y="297847"/>
                  <a:pt x="1588580" y="304514"/>
                  <a:pt x="1592675" y="311277"/>
                </a:cubicBezTo>
                <a:lnTo>
                  <a:pt x="1580960" y="318325"/>
                </a:lnTo>
                <a:close/>
                <a:moveTo>
                  <a:pt x="832866" y="315373"/>
                </a:moveTo>
                <a:lnTo>
                  <a:pt x="824008" y="304895"/>
                </a:lnTo>
                <a:cubicBezTo>
                  <a:pt x="829723" y="300038"/>
                  <a:pt x="835533" y="294894"/>
                  <a:pt x="841153" y="289465"/>
                </a:cubicBezTo>
                <a:lnTo>
                  <a:pt x="850583" y="299371"/>
                </a:lnTo>
                <a:cubicBezTo>
                  <a:pt x="844677" y="304990"/>
                  <a:pt x="838676" y="310325"/>
                  <a:pt x="832771" y="315373"/>
                </a:cubicBezTo>
                <a:close/>
                <a:moveTo>
                  <a:pt x="867442" y="282607"/>
                </a:moveTo>
                <a:lnTo>
                  <a:pt x="857536" y="273177"/>
                </a:lnTo>
                <a:cubicBezTo>
                  <a:pt x="862870" y="267557"/>
                  <a:pt x="868108" y="261842"/>
                  <a:pt x="873252" y="256032"/>
                </a:cubicBezTo>
                <a:lnTo>
                  <a:pt x="883539" y="265081"/>
                </a:lnTo>
                <a:cubicBezTo>
                  <a:pt x="878300" y="270986"/>
                  <a:pt x="872966" y="276892"/>
                  <a:pt x="867442" y="282607"/>
                </a:cubicBezTo>
                <a:close/>
                <a:moveTo>
                  <a:pt x="1555909" y="278987"/>
                </a:moveTo>
                <a:cubicBezTo>
                  <a:pt x="1551527" y="272510"/>
                  <a:pt x="1547146" y="266129"/>
                  <a:pt x="1542574" y="259842"/>
                </a:cubicBezTo>
                <a:lnTo>
                  <a:pt x="1553718" y="251936"/>
                </a:lnTo>
                <a:cubicBezTo>
                  <a:pt x="1558290" y="258318"/>
                  <a:pt x="1562767" y="264890"/>
                  <a:pt x="1567244" y="271367"/>
                </a:cubicBezTo>
                <a:lnTo>
                  <a:pt x="1555909" y="278987"/>
                </a:lnTo>
                <a:close/>
                <a:moveTo>
                  <a:pt x="898969" y="247078"/>
                </a:moveTo>
                <a:lnTo>
                  <a:pt x="888492" y="238316"/>
                </a:lnTo>
                <a:cubicBezTo>
                  <a:pt x="893445" y="232315"/>
                  <a:pt x="898398" y="226314"/>
                  <a:pt x="903256" y="220218"/>
                </a:cubicBezTo>
                <a:lnTo>
                  <a:pt x="913924" y="228791"/>
                </a:lnTo>
                <a:cubicBezTo>
                  <a:pt x="908971" y="234982"/>
                  <a:pt x="904018" y="241078"/>
                  <a:pt x="898969" y="247078"/>
                </a:cubicBezTo>
                <a:close/>
                <a:moveTo>
                  <a:pt x="1528763" y="240983"/>
                </a:moveTo>
                <a:cubicBezTo>
                  <a:pt x="1524095" y="234791"/>
                  <a:pt x="1519238" y="228695"/>
                  <a:pt x="1514380" y="222599"/>
                </a:cubicBezTo>
                <a:lnTo>
                  <a:pt x="1525048" y="214027"/>
                </a:lnTo>
                <a:cubicBezTo>
                  <a:pt x="1530001" y="220218"/>
                  <a:pt x="1534858" y="226409"/>
                  <a:pt x="1539621" y="232696"/>
                </a:cubicBezTo>
                <a:lnTo>
                  <a:pt x="1528668" y="240983"/>
                </a:lnTo>
                <a:close/>
                <a:moveTo>
                  <a:pt x="928592" y="210407"/>
                </a:moveTo>
                <a:lnTo>
                  <a:pt x="917829" y="201930"/>
                </a:lnTo>
                <a:lnTo>
                  <a:pt x="932307" y="183451"/>
                </a:lnTo>
                <a:lnTo>
                  <a:pt x="943070" y="191929"/>
                </a:lnTo>
                <a:lnTo>
                  <a:pt x="928592" y="210407"/>
                </a:lnTo>
                <a:close/>
                <a:moveTo>
                  <a:pt x="1499521" y="204788"/>
                </a:moveTo>
                <a:cubicBezTo>
                  <a:pt x="1494473" y="198882"/>
                  <a:pt x="1489329" y="193072"/>
                  <a:pt x="1484091" y="187452"/>
                </a:cubicBezTo>
                <a:lnTo>
                  <a:pt x="1494187" y="178213"/>
                </a:lnTo>
                <a:cubicBezTo>
                  <a:pt x="1499521" y="184023"/>
                  <a:pt x="1504760" y="189928"/>
                  <a:pt x="1509998" y="195929"/>
                </a:cubicBezTo>
                <a:lnTo>
                  <a:pt x="1499616" y="204883"/>
                </a:lnTo>
                <a:close/>
                <a:moveTo>
                  <a:pt x="957644" y="173546"/>
                </a:moveTo>
                <a:lnTo>
                  <a:pt x="946976" y="164973"/>
                </a:lnTo>
                <a:cubicBezTo>
                  <a:pt x="951929" y="158877"/>
                  <a:pt x="956881" y="152686"/>
                  <a:pt x="961930" y="146685"/>
                </a:cubicBezTo>
                <a:lnTo>
                  <a:pt x="972503" y="155448"/>
                </a:lnTo>
                <a:cubicBezTo>
                  <a:pt x="967549" y="161449"/>
                  <a:pt x="962597" y="167449"/>
                  <a:pt x="957739" y="173546"/>
                </a:cubicBezTo>
                <a:close/>
                <a:moveTo>
                  <a:pt x="1467993" y="170593"/>
                </a:moveTo>
                <a:cubicBezTo>
                  <a:pt x="1462564" y="165068"/>
                  <a:pt x="1457039" y="159734"/>
                  <a:pt x="1451325" y="154400"/>
                </a:cubicBezTo>
                <a:lnTo>
                  <a:pt x="1460659" y="144399"/>
                </a:lnTo>
                <a:cubicBezTo>
                  <a:pt x="1466469" y="149828"/>
                  <a:pt x="1472089" y="155353"/>
                  <a:pt x="1477708" y="160972"/>
                </a:cubicBezTo>
                <a:lnTo>
                  <a:pt x="1467993" y="170593"/>
                </a:lnTo>
                <a:close/>
                <a:moveTo>
                  <a:pt x="1434179" y="138874"/>
                </a:moveTo>
                <a:cubicBezTo>
                  <a:pt x="1428369" y="133826"/>
                  <a:pt x="1422368" y="128873"/>
                  <a:pt x="1416367" y="124016"/>
                </a:cubicBezTo>
                <a:lnTo>
                  <a:pt x="1424940" y="113347"/>
                </a:lnTo>
                <a:cubicBezTo>
                  <a:pt x="1431132" y="118300"/>
                  <a:pt x="1437227" y="123349"/>
                  <a:pt x="1443133" y="128492"/>
                </a:cubicBezTo>
                <a:lnTo>
                  <a:pt x="1434179" y="138874"/>
                </a:lnTo>
                <a:close/>
                <a:moveTo>
                  <a:pt x="987552" y="137731"/>
                </a:moveTo>
                <a:lnTo>
                  <a:pt x="977265" y="128683"/>
                </a:lnTo>
                <a:lnTo>
                  <a:pt x="979456" y="126206"/>
                </a:lnTo>
                <a:cubicBezTo>
                  <a:pt x="983742" y="121348"/>
                  <a:pt x="988600" y="116396"/>
                  <a:pt x="993838" y="111347"/>
                </a:cubicBezTo>
                <a:lnTo>
                  <a:pt x="1003363" y="121158"/>
                </a:lnTo>
                <a:cubicBezTo>
                  <a:pt x="998410" y="126016"/>
                  <a:pt x="993838" y="130778"/>
                  <a:pt x="989743" y="135255"/>
                </a:cubicBezTo>
                <a:lnTo>
                  <a:pt x="987552" y="137731"/>
                </a:lnTo>
                <a:close/>
                <a:moveTo>
                  <a:pt x="1397984" y="109919"/>
                </a:moveTo>
                <a:cubicBezTo>
                  <a:pt x="1391793" y="105346"/>
                  <a:pt x="1385506" y="100965"/>
                  <a:pt x="1379030" y="96583"/>
                </a:cubicBezTo>
                <a:lnTo>
                  <a:pt x="1386649" y="85153"/>
                </a:lnTo>
                <a:cubicBezTo>
                  <a:pt x="1393222" y="89535"/>
                  <a:pt x="1399699" y="94107"/>
                  <a:pt x="1406081" y="98774"/>
                </a:cubicBezTo>
                <a:lnTo>
                  <a:pt x="1397984" y="109823"/>
                </a:lnTo>
                <a:close/>
                <a:moveTo>
                  <a:pt x="1020508" y="105632"/>
                </a:moveTo>
                <a:lnTo>
                  <a:pt x="1011650" y="95155"/>
                </a:lnTo>
                <a:cubicBezTo>
                  <a:pt x="1017556" y="90106"/>
                  <a:pt x="1023747" y="85153"/>
                  <a:pt x="1030224" y="80200"/>
                </a:cubicBezTo>
                <a:lnTo>
                  <a:pt x="1038511" y="91059"/>
                </a:lnTo>
                <a:cubicBezTo>
                  <a:pt x="1032225" y="95821"/>
                  <a:pt x="1026224" y="100679"/>
                  <a:pt x="1020508" y="105537"/>
                </a:cubicBezTo>
                <a:close/>
                <a:moveTo>
                  <a:pt x="1366743" y="88582"/>
                </a:moveTo>
                <a:lnTo>
                  <a:pt x="1346930" y="76009"/>
                </a:lnTo>
                <a:lnTo>
                  <a:pt x="1354265" y="64389"/>
                </a:lnTo>
                <a:lnTo>
                  <a:pt x="1374172" y="76962"/>
                </a:lnTo>
                <a:lnTo>
                  <a:pt x="1366838" y="88582"/>
                </a:lnTo>
                <a:close/>
                <a:moveTo>
                  <a:pt x="1057275" y="77533"/>
                </a:moveTo>
                <a:lnTo>
                  <a:pt x="1049465" y="66294"/>
                </a:lnTo>
                <a:cubicBezTo>
                  <a:pt x="1055942" y="61817"/>
                  <a:pt x="1062609" y="57436"/>
                  <a:pt x="1069372" y="53245"/>
                </a:cubicBezTo>
                <a:lnTo>
                  <a:pt x="1076611" y="64865"/>
                </a:lnTo>
                <a:cubicBezTo>
                  <a:pt x="1070039" y="68961"/>
                  <a:pt x="1063466" y="73247"/>
                  <a:pt x="1057180" y="77533"/>
                </a:cubicBezTo>
                <a:close/>
                <a:moveTo>
                  <a:pt x="1327023" y="63532"/>
                </a:moveTo>
                <a:lnTo>
                  <a:pt x="1307211" y="50959"/>
                </a:lnTo>
                <a:lnTo>
                  <a:pt x="1314545" y="39338"/>
                </a:lnTo>
                <a:lnTo>
                  <a:pt x="1334357" y="51911"/>
                </a:lnTo>
                <a:lnTo>
                  <a:pt x="1327023" y="63532"/>
                </a:lnTo>
                <a:close/>
                <a:moveTo>
                  <a:pt x="1096613" y="53054"/>
                </a:moveTo>
                <a:lnTo>
                  <a:pt x="1089946" y="41053"/>
                </a:lnTo>
                <a:cubicBezTo>
                  <a:pt x="1096899" y="37147"/>
                  <a:pt x="1103948" y="33433"/>
                  <a:pt x="1111091" y="30004"/>
                </a:cubicBezTo>
                <a:lnTo>
                  <a:pt x="1117092" y="42291"/>
                </a:lnTo>
                <a:cubicBezTo>
                  <a:pt x="1110234" y="45625"/>
                  <a:pt x="1103376" y="49244"/>
                  <a:pt x="1096613" y="53054"/>
                </a:cubicBezTo>
                <a:close/>
                <a:moveTo>
                  <a:pt x="1287304" y="38481"/>
                </a:moveTo>
                <a:lnTo>
                  <a:pt x="1267397" y="25908"/>
                </a:lnTo>
                <a:lnTo>
                  <a:pt x="1274731" y="14288"/>
                </a:lnTo>
                <a:lnTo>
                  <a:pt x="1294543" y="26860"/>
                </a:lnTo>
                <a:lnTo>
                  <a:pt x="1287208" y="38481"/>
                </a:lnTo>
                <a:close/>
                <a:moveTo>
                  <a:pt x="1138047" y="32861"/>
                </a:moveTo>
                <a:lnTo>
                  <a:pt x="1132809" y="20193"/>
                </a:lnTo>
                <a:cubicBezTo>
                  <a:pt x="1140428" y="17050"/>
                  <a:pt x="1147953" y="14192"/>
                  <a:pt x="1155287" y="11716"/>
                </a:cubicBezTo>
                <a:lnTo>
                  <a:pt x="1159669" y="24670"/>
                </a:lnTo>
                <a:cubicBezTo>
                  <a:pt x="1152715" y="27051"/>
                  <a:pt x="1145382" y="29718"/>
                  <a:pt x="1138143" y="32766"/>
                </a:cubicBezTo>
                <a:close/>
                <a:moveTo>
                  <a:pt x="1181576" y="18478"/>
                </a:moveTo>
                <a:lnTo>
                  <a:pt x="1178433" y="5144"/>
                </a:lnTo>
                <a:cubicBezTo>
                  <a:pt x="1186624" y="3239"/>
                  <a:pt x="1194721" y="1810"/>
                  <a:pt x="1202341" y="952"/>
                </a:cubicBezTo>
                <a:lnTo>
                  <a:pt x="1203865" y="14573"/>
                </a:lnTo>
                <a:cubicBezTo>
                  <a:pt x="1196721" y="15335"/>
                  <a:pt x="1189292" y="16669"/>
                  <a:pt x="1181576" y="18574"/>
                </a:cubicBezTo>
                <a:close/>
                <a:moveTo>
                  <a:pt x="1247870" y="17145"/>
                </a:moveTo>
                <a:cubicBezTo>
                  <a:pt x="1241203" y="15240"/>
                  <a:pt x="1233964" y="14097"/>
                  <a:pt x="1226249" y="13716"/>
                </a:cubicBezTo>
                <a:lnTo>
                  <a:pt x="1226916" y="0"/>
                </a:lnTo>
                <a:cubicBezTo>
                  <a:pt x="1235678" y="476"/>
                  <a:pt x="1243965" y="1810"/>
                  <a:pt x="1251585" y="4000"/>
                </a:cubicBezTo>
                <a:lnTo>
                  <a:pt x="1247775" y="17145"/>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3" name="Google Shape;308;p41"/>
          <p:cNvSpPr/>
          <p:nvPr/>
        </p:nvSpPr>
        <p:spPr>
          <a:xfrm rot="3612600">
            <a:off x="8386920" y="1334520"/>
            <a:ext cx="3224880" cy="5294880"/>
          </a:xfrm>
          <a:custGeom>
            <a:avLst/>
            <a:gdLst>
              <a:gd name="textAreaLeft" fmla="*/ 0 w 3224880"/>
              <a:gd name="textAreaRight" fmla="*/ 3225240 w 3224880"/>
              <a:gd name="textAreaTop" fmla="*/ 0 h 5294880"/>
              <a:gd name="textAreaBottom" fmla="*/ 5295240 h 5294880"/>
            </a:gdLst>
            <a:ahLst/>
            <a:cxnLst/>
            <a:rect l="textAreaLeft" t="textAreaTop" r="textAreaRight" b="textAreaBottom"/>
            <a:pathLst>
              <a:path w="886486" h="1382285">
                <a:moveTo>
                  <a:pt x="690045" y="38454"/>
                </a:moveTo>
                <a:cubicBezTo>
                  <a:pt x="532787" y="-42413"/>
                  <a:pt x="326761" y="11403"/>
                  <a:pt x="200936" y="133323"/>
                </a:cubicBezTo>
                <a:cubicBezTo>
                  <a:pt x="75110" y="255148"/>
                  <a:pt x="18818" y="430503"/>
                  <a:pt x="4054" y="602048"/>
                </a:cubicBezTo>
                <a:cubicBezTo>
                  <a:pt x="-10900" y="775689"/>
                  <a:pt x="13960" y="956759"/>
                  <a:pt x="104733" y="1107254"/>
                </a:cubicBezTo>
                <a:cubicBezTo>
                  <a:pt x="195506" y="1257749"/>
                  <a:pt x="358860" y="1372907"/>
                  <a:pt x="538883" y="1381765"/>
                </a:cubicBezTo>
                <a:cubicBezTo>
                  <a:pt x="639372" y="1386718"/>
                  <a:pt x="744718" y="1356428"/>
                  <a:pt x="814346" y="1286134"/>
                </a:cubicBezTo>
                <a:cubicBezTo>
                  <a:pt x="883974" y="1215839"/>
                  <a:pt x="909691" y="1102968"/>
                  <a:pt x="862447" y="1017053"/>
                </a:cubicBezTo>
                <a:cubicBezTo>
                  <a:pt x="823109" y="945710"/>
                  <a:pt x="743480" y="903229"/>
                  <a:pt x="696426" y="836363"/>
                </a:cubicBezTo>
                <a:cubicBezTo>
                  <a:pt x="642229" y="759306"/>
                  <a:pt x="639372" y="651483"/>
                  <a:pt x="689378" y="571759"/>
                </a:cubicBezTo>
                <a:cubicBezTo>
                  <a:pt x="713952" y="532611"/>
                  <a:pt x="749290" y="500893"/>
                  <a:pt x="776246" y="463174"/>
                </a:cubicBezTo>
                <a:cubicBezTo>
                  <a:pt x="869400" y="332777"/>
                  <a:pt x="845493" y="118083"/>
                  <a:pt x="690045" y="38264"/>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4" name="Google Shape;309;p41"/>
          <p:cNvSpPr/>
          <p:nvPr/>
        </p:nvSpPr>
        <p:spPr>
          <a:xfrm rot="7168200">
            <a:off x="630000" y="3826080"/>
            <a:ext cx="694440" cy="1544040"/>
          </a:xfrm>
          <a:custGeom>
            <a:avLst/>
            <a:gdLst>
              <a:gd name="textAreaLeft" fmla="*/ 0 w 694440"/>
              <a:gd name="textAreaRight" fmla="*/ 694800 w 694440"/>
              <a:gd name="textAreaTop" fmla="*/ 0 h 1544040"/>
              <a:gd name="textAreaBottom" fmla="*/ 1544400 h 1544040"/>
            </a:gdLst>
            <a:ahLst/>
            <a:cxnLst/>
            <a:rect l="textAreaLeft" t="textAreaTop" r="textAreaRight" b="textAreaBottom"/>
            <a:pathLst>
              <a:path w="303148" h="673968">
                <a:moveTo>
                  <a:pt x="6276" y="41516"/>
                </a:moveTo>
                <a:cubicBezTo>
                  <a:pt x="-13726" y="87903"/>
                  <a:pt x="18278" y="138576"/>
                  <a:pt x="43519" y="182296"/>
                </a:cubicBezTo>
                <a:cubicBezTo>
                  <a:pt x="93620" y="269164"/>
                  <a:pt x="120957" y="368890"/>
                  <a:pt x="122290" y="469093"/>
                </a:cubicBezTo>
                <a:cubicBezTo>
                  <a:pt x="122862" y="513861"/>
                  <a:pt x="118576" y="560057"/>
                  <a:pt x="133530" y="602348"/>
                </a:cubicBezTo>
                <a:cubicBezTo>
                  <a:pt x="148484" y="644544"/>
                  <a:pt x="190775" y="681787"/>
                  <a:pt x="234590" y="672547"/>
                </a:cubicBezTo>
                <a:cubicBezTo>
                  <a:pt x="266213" y="665880"/>
                  <a:pt x="289264" y="636829"/>
                  <a:pt x="297836" y="605682"/>
                </a:cubicBezTo>
                <a:cubicBezTo>
                  <a:pt x="306409" y="574535"/>
                  <a:pt x="303075" y="541483"/>
                  <a:pt x="298503" y="509479"/>
                </a:cubicBezTo>
                <a:cubicBezTo>
                  <a:pt x="279358" y="373462"/>
                  <a:pt x="237067" y="247923"/>
                  <a:pt x="187346" y="120669"/>
                </a:cubicBezTo>
                <a:cubicBezTo>
                  <a:pt x="173630" y="85522"/>
                  <a:pt x="166201" y="50470"/>
                  <a:pt x="136387" y="25228"/>
                </a:cubicBezTo>
                <a:cubicBezTo>
                  <a:pt x="96859" y="-8300"/>
                  <a:pt x="29993" y="-13634"/>
                  <a:pt x="6181" y="4161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Google Shape;303;p41"/>
          <p:cNvSpPr/>
          <p:nvPr/>
        </p:nvSpPr>
        <p:spPr>
          <a:xfrm rot="8381400">
            <a:off x="-1643896" y="-1690974"/>
            <a:ext cx="4253040" cy="3456000"/>
          </a:xfrm>
          <a:custGeom>
            <a:avLst/>
            <a:gdLst>
              <a:gd name="textAreaLeft" fmla="*/ 0 w 4253040"/>
              <a:gd name="textAreaRight" fmla="*/ 4253400 w 4253040"/>
              <a:gd name="textAreaTop" fmla="*/ 0 h 3456000"/>
              <a:gd name="textAreaBottom" fmla="*/ 3456360 h 3456000"/>
            </a:gdLst>
            <a:ahLst/>
            <a:cxnLst/>
            <a:rect l="textAreaLeft" t="textAreaTop" r="textAreaRight" b="textAreaBottom"/>
            <a:pathLst>
              <a:path w="1930774" h="1568974">
                <a:moveTo>
                  <a:pt x="11419" y="1021325"/>
                </a:moveTo>
                <a:cubicBezTo>
                  <a:pt x="-43064" y="785677"/>
                  <a:pt x="102383" y="500975"/>
                  <a:pt x="341841" y="467542"/>
                </a:cubicBezTo>
                <a:cubicBezTo>
                  <a:pt x="471953" y="449445"/>
                  <a:pt x="607398" y="503166"/>
                  <a:pt x="733985" y="467923"/>
                </a:cubicBezTo>
                <a:cubicBezTo>
                  <a:pt x="949917" y="407820"/>
                  <a:pt x="1030689" y="127690"/>
                  <a:pt x="1233477" y="32154"/>
                </a:cubicBezTo>
                <a:cubicBezTo>
                  <a:pt x="1407689" y="-49951"/>
                  <a:pt x="1623621" y="34726"/>
                  <a:pt x="1752113" y="178268"/>
                </a:cubicBezTo>
                <a:cubicBezTo>
                  <a:pt x="1937755" y="385627"/>
                  <a:pt x="1978236" y="702714"/>
                  <a:pt x="1875843" y="961509"/>
                </a:cubicBezTo>
                <a:cubicBezTo>
                  <a:pt x="1773449" y="1220303"/>
                  <a:pt x="1541610" y="1417661"/>
                  <a:pt x="1277577" y="1505672"/>
                </a:cubicBezTo>
                <a:cubicBezTo>
                  <a:pt x="832950" y="1653786"/>
                  <a:pt x="136482" y="1561298"/>
                  <a:pt x="11514" y="102123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2" name="PlaceHolder 1"/>
          <p:cNvSpPr>
            <a:spLocks noGrp="1"/>
          </p:cNvSpPr>
          <p:nvPr>
            <p:ph type="title"/>
          </p:nvPr>
        </p:nvSpPr>
        <p:spPr>
          <a:xfrm>
            <a:off x="1414861" y="685795"/>
            <a:ext cx="6376165" cy="941556"/>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 sz="6000" b="0" strike="noStrike" spc="-1" dirty="0">
                <a:solidFill>
                  <a:schemeClr val="accent1"/>
                </a:solidFill>
                <a:latin typeface="Caveat Brush"/>
                <a:ea typeface="Caveat Brush"/>
              </a:rPr>
              <a:t>Reference List</a:t>
            </a:r>
            <a:endParaRPr lang="fr-FR" sz="6000" b="0" strike="noStrike" spc="-1" dirty="0">
              <a:solidFill>
                <a:schemeClr val="dk1"/>
              </a:solidFill>
              <a:latin typeface="Arial"/>
            </a:endParaRPr>
          </a:p>
        </p:txBody>
      </p:sp>
      <p:sp>
        <p:nvSpPr>
          <p:cNvPr id="234" name="Google Shape;306;p41"/>
          <p:cNvSpPr/>
          <p:nvPr/>
        </p:nvSpPr>
        <p:spPr>
          <a:xfrm rot="2532600">
            <a:off x="3381480" y="163080"/>
            <a:ext cx="736560" cy="649440"/>
          </a:xfrm>
          <a:custGeom>
            <a:avLst/>
            <a:gdLst>
              <a:gd name="textAreaLeft" fmla="*/ 0 w 736560"/>
              <a:gd name="textAreaRight" fmla="*/ 736920 w 736560"/>
              <a:gd name="textAreaTop" fmla="*/ 0 h 649440"/>
              <a:gd name="textAreaBottom" fmla="*/ 649800 h 649440"/>
            </a:gdLst>
            <a:ahLst/>
            <a:cxnLst/>
            <a:rect l="textAreaLeft" t="textAreaTop" r="textAreaRight" b="textAreaBottom"/>
            <a:pathLst>
              <a:path w="579097" h="510716">
                <a:moveTo>
                  <a:pt x="210945" y="39399"/>
                </a:moveTo>
                <a:cubicBezTo>
                  <a:pt x="111789" y="86929"/>
                  <a:pt x="35780" y="180083"/>
                  <a:pt x="9110" y="286668"/>
                </a:cubicBezTo>
                <a:cubicBezTo>
                  <a:pt x="-1749" y="330102"/>
                  <a:pt x="-4606" y="376870"/>
                  <a:pt x="10062" y="419161"/>
                </a:cubicBezTo>
                <a:cubicBezTo>
                  <a:pt x="24731" y="461452"/>
                  <a:pt x="59211" y="498504"/>
                  <a:pt x="102931" y="508124"/>
                </a:cubicBezTo>
                <a:cubicBezTo>
                  <a:pt x="170749" y="522983"/>
                  <a:pt x="234662" y="471453"/>
                  <a:pt x="278572" y="417827"/>
                </a:cubicBezTo>
                <a:cubicBezTo>
                  <a:pt x="322577" y="364106"/>
                  <a:pt x="363630" y="301051"/>
                  <a:pt x="429257" y="278476"/>
                </a:cubicBezTo>
                <a:cubicBezTo>
                  <a:pt x="453546" y="270094"/>
                  <a:pt x="479740" y="267999"/>
                  <a:pt x="503552" y="258188"/>
                </a:cubicBezTo>
                <a:cubicBezTo>
                  <a:pt x="589944" y="222469"/>
                  <a:pt x="606708" y="90548"/>
                  <a:pt x="530508" y="36541"/>
                </a:cubicBezTo>
                <a:cubicBezTo>
                  <a:pt x="446974" y="-22609"/>
                  <a:pt x="295907" y="-1273"/>
                  <a:pt x="211040" y="39399"/>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5" name="Google Shape;307;p41"/>
          <p:cNvSpPr/>
          <p:nvPr/>
        </p:nvSpPr>
        <p:spPr>
          <a:xfrm rot="9907200">
            <a:off x="-89280" y="-581760"/>
            <a:ext cx="2714760" cy="2418840"/>
          </a:xfrm>
          <a:custGeom>
            <a:avLst/>
            <a:gdLst>
              <a:gd name="textAreaLeft" fmla="*/ 0 w 2714760"/>
              <a:gd name="textAreaRight" fmla="*/ 2715120 w 2714760"/>
              <a:gd name="textAreaTop" fmla="*/ 0 h 2418840"/>
              <a:gd name="textAreaBottom" fmla="*/ 2419200 h 2418840"/>
            </a:gdLst>
            <a:ahLst/>
            <a:cxnLst/>
            <a:rect l="textAreaLeft" t="textAreaTop" r="textAreaRight" b="textAreaBottom"/>
            <a:pathLst>
              <a:path w="1776031" h="1582483">
                <a:moveTo>
                  <a:pt x="804196" y="1582484"/>
                </a:moveTo>
                <a:lnTo>
                  <a:pt x="804196" y="1568768"/>
                </a:lnTo>
                <a:cubicBezTo>
                  <a:pt x="811911" y="1568768"/>
                  <a:pt x="819722" y="1568768"/>
                  <a:pt x="827532" y="1568482"/>
                </a:cubicBezTo>
                <a:lnTo>
                  <a:pt x="827818" y="1582198"/>
                </a:lnTo>
                <a:cubicBezTo>
                  <a:pt x="819912" y="1582388"/>
                  <a:pt x="812101" y="1582484"/>
                  <a:pt x="804196" y="1582484"/>
                </a:cubicBezTo>
                <a:close/>
                <a:moveTo>
                  <a:pt x="780574" y="1582293"/>
                </a:moveTo>
                <a:cubicBezTo>
                  <a:pt x="772668" y="1582103"/>
                  <a:pt x="764858" y="1581912"/>
                  <a:pt x="756952" y="1581531"/>
                </a:cubicBezTo>
                <a:lnTo>
                  <a:pt x="757523" y="1567815"/>
                </a:lnTo>
                <a:cubicBezTo>
                  <a:pt x="765334" y="1568101"/>
                  <a:pt x="773049" y="1568387"/>
                  <a:pt x="780860" y="1568577"/>
                </a:cubicBezTo>
                <a:lnTo>
                  <a:pt x="780574" y="1582293"/>
                </a:lnTo>
                <a:close/>
                <a:moveTo>
                  <a:pt x="851440" y="1581531"/>
                </a:moveTo>
                <a:lnTo>
                  <a:pt x="850868" y="1567815"/>
                </a:lnTo>
                <a:cubicBezTo>
                  <a:pt x="858679" y="1567529"/>
                  <a:pt x="866394" y="1567053"/>
                  <a:pt x="874205" y="1566577"/>
                </a:cubicBezTo>
                <a:lnTo>
                  <a:pt x="875062" y="1580293"/>
                </a:lnTo>
                <a:cubicBezTo>
                  <a:pt x="867156" y="1580769"/>
                  <a:pt x="859346" y="1581150"/>
                  <a:pt x="851440" y="1581531"/>
                </a:cubicBezTo>
                <a:close/>
                <a:moveTo>
                  <a:pt x="733330" y="1580293"/>
                </a:moveTo>
                <a:cubicBezTo>
                  <a:pt x="725424" y="1579817"/>
                  <a:pt x="717613" y="1579150"/>
                  <a:pt x="709708" y="1578483"/>
                </a:cubicBezTo>
                <a:lnTo>
                  <a:pt x="710851" y="1564862"/>
                </a:lnTo>
                <a:cubicBezTo>
                  <a:pt x="718566" y="1565529"/>
                  <a:pt x="726376" y="1566101"/>
                  <a:pt x="734092" y="1566577"/>
                </a:cubicBezTo>
                <a:lnTo>
                  <a:pt x="733235" y="1580293"/>
                </a:lnTo>
                <a:close/>
                <a:moveTo>
                  <a:pt x="898588" y="1578578"/>
                </a:moveTo>
                <a:lnTo>
                  <a:pt x="897446" y="1564958"/>
                </a:lnTo>
                <a:cubicBezTo>
                  <a:pt x="905161" y="1564291"/>
                  <a:pt x="912971" y="1563624"/>
                  <a:pt x="920687" y="1562862"/>
                </a:cubicBezTo>
                <a:lnTo>
                  <a:pt x="922020" y="1576483"/>
                </a:lnTo>
                <a:cubicBezTo>
                  <a:pt x="914210" y="1577245"/>
                  <a:pt x="906304" y="1578007"/>
                  <a:pt x="898493" y="1578578"/>
                </a:cubicBezTo>
                <a:close/>
                <a:moveTo>
                  <a:pt x="686276" y="1576197"/>
                </a:moveTo>
                <a:cubicBezTo>
                  <a:pt x="678466" y="1575340"/>
                  <a:pt x="670655" y="1574387"/>
                  <a:pt x="662749" y="1573339"/>
                </a:cubicBezTo>
                <a:lnTo>
                  <a:pt x="664559" y="1559719"/>
                </a:lnTo>
                <a:cubicBezTo>
                  <a:pt x="672274" y="1560767"/>
                  <a:pt x="679990" y="1561719"/>
                  <a:pt x="687705" y="1562576"/>
                </a:cubicBezTo>
                <a:lnTo>
                  <a:pt x="686181" y="1576197"/>
                </a:lnTo>
                <a:close/>
                <a:moveTo>
                  <a:pt x="945547" y="1573911"/>
                </a:moveTo>
                <a:lnTo>
                  <a:pt x="943928" y="1560290"/>
                </a:lnTo>
                <a:cubicBezTo>
                  <a:pt x="951643" y="1559338"/>
                  <a:pt x="959358" y="1558385"/>
                  <a:pt x="967073" y="1557338"/>
                </a:cubicBezTo>
                <a:lnTo>
                  <a:pt x="968978" y="1570958"/>
                </a:lnTo>
                <a:cubicBezTo>
                  <a:pt x="961168" y="1572006"/>
                  <a:pt x="953357" y="1573054"/>
                  <a:pt x="945547" y="1573911"/>
                </a:cubicBezTo>
                <a:close/>
                <a:moveTo>
                  <a:pt x="639318" y="1569815"/>
                </a:moveTo>
                <a:cubicBezTo>
                  <a:pt x="631508" y="1568577"/>
                  <a:pt x="623792" y="1567243"/>
                  <a:pt x="615982" y="1565815"/>
                </a:cubicBezTo>
                <a:lnTo>
                  <a:pt x="618459" y="1552385"/>
                </a:lnTo>
                <a:cubicBezTo>
                  <a:pt x="626078" y="1553813"/>
                  <a:pt x="633794" y="1555147"/>
                  <a:pt x="641413" y="1556385"/>
                </a:cubicBezTo>
                <a:lnTo>
                  <a:pt x="639223" y="1569910"/>
                </a:lnTo>
                <a:close/>
                <a:moveTo>
                  <a:pt x="992315" y="1567529"/>
                </a:moveTo>
                <a:lnTo>
                  <a:pt x="990219" y="1554004"/>
                </a:lnTo>
                <a:cubicBezTo>
                  <a:pt x="997934" y="1552861"/>
                  <a:pt x="1005649" y="1551527"/>
                  <a:pt x="1013269" y="1550289"/>
                </a:cubicBezTo>
                <a:lnTo>
                  <a:pt x="1015556" y="1563814"/>
                </a:lnTo>
                <a:cubicBezTo>
                  <a:pt x="1007841" y="1565148"/>
                  <a:pt x="1000030" y="1566386"/>
                  <a:pt x="992219" y="1567625"/>
                </a:cubicBezTo>
                <a:close/>
                <a:moveTo>
                  <a:pt x="592836" y="1561148"/>
                </a:moveTo>
                <a:cubicBezTo>
                  <a:pt x="585121" y="1559528"/>
                  <a:pt x="577406" y="1557814"/>
                  <a:pt x="569785" y="1555909"/>
                </a:cubicBezTo>
                <a:lnTo>
                  <a:pt x="572929" y="1542574"/>
                </a:lnTo>
                <a:cubicBezTo>
                  <a:pt x="580454" y="1544384"/>
                  <a:pt x="588074" y="1546098"/>
                  <a:pt x="595694" y="1547717"/>
                </a:cubicBezTo>
                <a:lnTo>
                  <a:pt x="592836" y="1561148"/>
                </a:lnTo>
                <a:close/>
                <a:moveTo>
                  <a:pt x="1038892" y="1559528"/>
                </a:moveTo>
                <a:lnTo>
                  <a:pt x="1036320" y="1546098"/>
                </a:lnTo>
                <a:cubicBezTo>
                  <a:pt x="1043940" y="1544669"/>
                  <a:pt x="1051655" y="1543145"/>
                  <a:pt x="1059275" y="1541621"/>
                </a:cubicBezTo>
                <a:lnTo>
                  <a:pt x="1062038" y="1555052"/>
                </a:lnTo>
                <a:cubicBezTo>
                  <a:pt x="1054323" y="1556671"/>
                  <a:pt x="1046607" y="1558195"/>
                  <a:pt x="1038892" y="1559624"/>
                </a:cubicBezTo>
                <a:close/>
                <a:moveTo>
                  <a:pt x="546830" y="1550194"/>
                </a:moveTo>
                <a:cubicBezTo>
                  <a:pt x="539210" y="1548193"/>
                  <a:pt x="531591" y="1546003"/>
                  <a:pt x="524065" y="1543812"/>
                </a:cubicBezTo>
                <a:lnTo>
                  <a:pt x="527971" y="1530668"/>
                </a:lnTo>
                <a:cubicBezTo>
                  <a:pt x="535400" y="1532858"/>
                  <a:pt x="542925" y="1534954"/>
                  <a:pt x="550450" y="1536954"/>
                </a:cubicBezTo>
                <a:lnTo>
                  <a:pt x="546926" y="1550194"/>
                </a:lnTo>
                <a:close/>
                <a:moveTo>
                  <a:pt x="1085088" y="1550099"/>
                </a:moveTo>
                <a:lnTo>
                  <a:pt x="1082135" y="1536764"/>
                </a:lnTo>
                <a:cubicBezTo>
                  <a:pt x="1089755" y="1535049"/>
                  <a:pt x="1097375" y="1533335"/>
                  <a:pt x="1104900" y="1531525"/>
                </a:cubicBezTo>
                <a:lnTo>
                  <a:pt x="1108043" y="1544860"/>
                </a:lnTo>
                <a:cubicBezTo>
                  <a:pt x="1100423" y="1546670"/>
                  <a:pt x="1092708" y="1548384"/>
                  <a:pt x="1085088" y="1550099"/>
                </a:cubicBezTo>
                <a:close/>
                <a:moveTo>
                  <a:pt x="1130999" y="1539240"/>
                </a:moveTo>
                <a:lnTo>
                  <a:pt x="1127665" y="1526000"/>
                </a:lnTo>
                <a:cubicBezTo>
                  <a:pt x="1135190" y="1524095"/>
                  <a:pt x="1142810" y="1522095"/>
                  <a:pt x="1150334" y="1520095"/>
                </a:cubicBezTo>
                <a:lnTo>
                  <a:pt x="1153858" y="1533335"/>
                </a:lnTo>
                <a:cubicBezTo>
                  <a:pt x="1146239" y="1535335"/>
                  <a:pt x="1138619" y="1537335"/>
                  <a:pt x="1130999" y="1539240"/>
                </a:cubicBezTo>
                <a:close/>
                <a:moveTo>
                  <a:pt x="501396" y="1536859"/>
                </a:moveTo>
                <a:cubicBezTo>
                  <a:pt x="493871" y="1534478"/>
                  <a:pt x="486442" y="1531906"/>
                  <a:pt x="478917" y="1529334"/>
                </a:cubicBezTo>
                <a:lnTo>
                  <a:pt x="483489" y="1516380"/>
                </a:lnTo>
                <a:cubicBezTo>
                  <a:pt x="490823" y="1518952"/>
                  <a:pt x="498158" y="1521428"/>
                  <a:pt x="505587" y="1523810"/>
                </a:cubicBezTo>
                <a:lnTo>
                  <a:pt x="501396" y="1536859"/>
                </a:lnTo>
                <a:close/>
                <a:moveTo>
                  <a:pt x="1176528" y="1527048"/>
                </a:moveTo>
                <a:lnTo>
                  <a:pt x="1172813" y="1513904"/>
                </a:lnTo>
                <a:cubicBezTo>
                  <a:pt x="1180338" y="1511808"/>
                  <a:pt x="1187767" y="1509617"/>
                  <a:pt x="1195293" y="1507331"/>
                </a:cubicBezTo>
                <a:lnTo>
                  <a:pt x="1199198" y="1520476"/>
                </a:lnTo>
                <a:cubicBezTo>
                  <a:pt x="1191673" y="1522762"/>
                  <a:pt x="1184148" y="1524953"/>
                  <a:pt x="1176528" y="1527048"/>
                </a:cubicBezTo>
                <a:close/>
                <a:moveTo>
                  <a:pt x="456724" y="1521143"/>
                </a:moveTo>
                <a:cubicBezTo>
                  <a:pt x="449390" y="1518285"/>
                  <a:pt x="442055" y="1515428"/>
                  <a:pt x="434721" y="1512380"/>
                </a:cubicBezTo>
                <a:lnTo>
                  <a:pt x="439960" y="1499711"/>
                </a:lnTo>
                <a:cubicBezTo>
                  <a:pt x="447104" y="1502664"/>
                  <a:pt x="454342" y="1505522"/>
                  <a:pt x="461581" y="1508284"/>
                </a:cubicBezTo>
                <a:lnTo>
                  <a:pt x="456724" y="1521047"/>
                </a:lnTo>
                <a:close/>
                <a:moveTo>
                  <a:pt x="1221772" y="1513523"/>
                </a:moveTo>
                <a:lnTo>
                  <a:pt x="1217676" y="1500473"/>
                </a:lnTo>
                <a:cubicBezTo>
                  <a:pt x="1225106" y="1498187"/>
                  <a:pt x="1232535" y="1495806"/>
                  <a:pt x="1239965" y="1493330"/>
                </a:cubicBezTo>
                <a:lnTo>
                  <a:pt x="1244251" y="1506379"/>
                </a:lnTo>
                <a:cubicBezTo>
                  <a:pt x="1236726" y="1508855"/>
                  <a:pt x="1229297" y="1511237"/>
                  <a:pt x="1221772" y="1513618"/>
                </a:cubicBezTo>
                <a:close/>
                <a:moveTo>
                  <a:pt x="413004" y="1503045"/>
                </a:moveTo>
                <a:cubicBezTo>
                  <a:pt x="405765" y="1499807"/>
                  <a:pt x="398621" y="1496473"/>
                  <a:pt x="391573" y="1493044"/>
                </a:cubicBezTo>
                <a:lnTo>
                  <a:pt x="397478" y="1480661"/>
                </a:lnTo>
                <a:cubicBezTo>
                  <a:pt x="404431" y="1483995"/>
                  <a:pt x="411480" y="1487329"/>
                  <a:pt x="418624" y="1490472"/>
                </a:cubicBezTo>
                <a:lnTo>
                  <a:pt x="413004" y="1502950"/>
                </a:lnTo>
                <a:close/>
                <a:moveTo>
                  <a:pt x="1266539" y="1498759"/>
                </a:moveTo>
                <a:lnTo>
                  <a:pt x="1262063" y="1485805"/>
                </a:lnTo>
                <a:cubicBezTo>
                  <a:pt x="1269397" y="1483233"/>
                  <a:pt x="1276731" y="1480661"/>
                  <a:pt x="1284066" y="1477994"/>
                </a:cubicBezTo>
                <a:lnTo>
                  <a:pt x="1288733" y="1490853"/>
                </a:lnTo>
                <a:cubicBezTo>
                  <a:pt x="1281303" y="1493520"/>
                  <a:pt x="1273969" y="1496187"/>
                  <a:pt x="1266539" y="1498759"/>
                </a:cubicBezTo>
                <a:close/>
                <a:moveTo>
                  <a:pt x="1310831" y="1482566"/>
                </a:moveTo>
                <a:lnTo>
                  <a:pt x="1305878" y="1469803"/>
                </a:lnTo>
                <a:cubicBezTo>
                  <a:pt x="1313117" y="1467041"/>
                  <a:pt x="1320356" y="1464088"/>
                  <a:pt x="1327594" y="1461135"/>
                </a:cubicBezTo>
                <a:lnTo>
                  <a:pt x="1332738" y="1473803"/>
                </a:lnTo>
                <a:cubicBezTo>
                  <a:pt x="1325404" y="1476756"/>
                  <a:pt x="1318165" y="1479709"/>
                  <a:pt x="1310831" y="1482566"/>
                </a:cubicBezTo>
                <a:close/>
                <a:moveTo>
                  <a:pt x="370332" y="1482471"/>
                </a:moveTo>
                <a:cubicBezTo>
                  <a:pt x="363283" y="1478852"/>
                  <a:pt x="356330" y="1475137"/>
                  <a:pt x="349473" y="1471232"/>
                </a:cubicBezTo>
                <a:lnTo>
                  <a:pt x="356140" y="1459230"/>
                </a:lnTo>
                <a:cubicBezTo>
                  <a:pt x="362903" y="1463040"/>
                  <a:pt x="369760" y="1466660"/>
                  <a:pt x="376619" y="1470279"/>
                </a:cubicBezTo>
                <a:lnTo>
                  <a:pt x="370332" y="1482471"/>
                </a:lnTo>
                <a:close/>
                <a:moveTo>
                  <a:pt x="1354550" y="1464659"/>
                </a:moveTo>
                <a:lnTo>
                  <a:pt x="1349121" y="1452086"/>
                </a:lnTo>
                <a:cubicBezTo>
                  <a:pt x="1356265" y="1449038"/>
                  <a:pt x="1363408" y="1445800"/>
                  <a:pt x="1370457" y="1442561"/>
                </a:cubicBezTo>
                <a:lnTo>
                  <a:pt x="1376172" y="1455039"/>
                </a:lnTo>
                <a:cubicBezTo>
                  <a:pt x="1369028" y="1458278"/>
                  <a:pt x="1361789" y="1461516"/>
                  <a:pt x="1354550" y="1464659"/>
                </a:cubicBezTo>
                <a:close/>
                <a:moveTo>
                  <a:pt x="328994" y="1459516"/>
                </a:moveTo>
                <a:cubicBezTo>
                  <a:pt x="322231" y="1455515"/>
                  <a:pt x="315468" y="1451324"/>
                  <a:pt x="308801" y="1447038"/>
                </a:cubicBezTo>
                <a:lnTo>
                  <a:pt x="316135" y="1435513"/>
                </a:lnTo>
                <a:cubicBezTo>
                  <a:pt x="322707" y="1439704"/>
                  <a:pt x="329279" y="1443800"/>
                  <a:pt x="335947" y="1447705"/>
                </a:cubicBezTo>
                <a:lnTo>
                  <a:pt x="328898" y="1459516"/>
                </a:lnTo>
                <a:close/>
                <a:moveTo>
                  <a:pt x="1397603" y="1445038"/>
                </a:moveTo>
                <a:lnTo>
                  <a:pt x="1391603" y="1432751"/>
                </a:lnTo>
                <a:cubicBezTo>
                  <a:pt x="1398651" y="1429322"/>
                  <a:pt x="1405604" y="1425893"/>
                  <a:pt x="1412462" y="1422368"/>
                </a:cubicBezTo>
                <a:lnTo>
                  <a:pt x="1418749" y="1434560"/>
                </a:lnTo>
                <a:cubicBezTo>
                  <a:pt x="1411700" y="1438180"/>
                  <a:pt x="1404652" y="1441704"/>
                  <a:pt x="1397603" y="1445133"/>
                </a:cubicBezTo>
                <a:close/>
                <a:moveTo>
                  <a:pt x="289084" y="1433989"/>
                </a:moveTo>
                <a:cubicBezTo>
                  <a:pt x="282607" y="1429512"/>
                  <a:pt x="276130" y="1424940"/>
                  <a:pt x="269748" y="1420273"/>
                </a:cubicBezTo>
                <a:lnTo>
                  <a:pt x="277844" y="1409224"/>
                </a:lnTo>
                <a:cubicBezTo>
                  <a:pt x="284131" y="1413796"/>
                  <a:pt x="290417" y="1418273"/>
                  <a:pt x="296799" y="1422654"/>
                </a:cubicBezTo>
                <a:lnTo>
                  <a:pt x="289084" y="1433989"/>
                </a:lnTo>
                <a:close/>
                <a:moveTo>
                  <a:pt x="1439704" y="1423416"/>
                </a:moveTo>
                <a:lnTo>
                  <a:pt x="1433131" y="1411414"/>
                </a:lnTo>
                <a:cubicBezTo>
                  <a:pt x="1439990" y="1407700"/>
                  <a:pt x="1446752" y="1403890"/>
                  <a:pt x="1453515" y="1399985"/>
                </a:cubicBezTo>
                <a:lnTo>
                  <a:pt x="1460373" y="1411891"/>
                </a:lnTo>
                <a:cubicBezTo>
                  <a:pt x="1453515" y="1415796"/>
                  <a:pt x="1446657" y="1419701"/>
                  <a:pt x="1439704" y="1423511"/>
                </a:cubicBezTo>
                <a:close/>
                <a:moveTo>
                  <a:pt x="250793" y="1405985"/>
                </a:moveTo>
                <a:cubicBezTo>
                  <a:pt x="244602" y="1401128"/>
                  <a:pt x="238411" y="1396175"/>
                  <a:pt x="232410" y="1391031"/>
                </a:cubicBezTo>
                <a:lnTo>
                  <a:pt x="241173" y="1380554"/>
                </a:lnTo>
                <a:cubicBezTo>
                  <a:pt x="247079" y="1385507"/>
                  <a:pt x="253174" y="1390460"/>
                  <a:pt x="259271" y="1395222"/>
                </a:cubicBezTo>
                <a:lnTo>
                  <a:pt x="250793" y="1405985"/>
                </a:lnTo>
                <a:close/>
                <a:moveTo>
                  <a:pt x="1480661" y="1399699"/>
                </a:moveTo>
                <a:lnTo>
                  <a:pt x="1473517" y="1388078"/>
                </a:lnTo>
                <a:cubicBezTo>
                  <a:pt x="1480185" y="1383983"/>
                  <a:pt x="1486757" y="1379792"/>
                  <a:pt x="1493234" y="1375601"/>
                </a:cubicBezTo>
                <a:lnTo>
                  <a:pt x="1500759" y="1387031"/>
                </a:lnTo>
                <a:cubicBezTo>
                  <a:pt x="1494187" y="1391317"/>
                  <a:pt x="1487519" y="1395603"/>
                  <a:pt x="1480756" y="1399699"/>
                </a:cubicBezTo>
                <a:close/>
                <a:moveTo>
                  <a:pt x="214408" y="1375505"/>
                </a:moveTo>
                <a:cubicBezTo>
                  <a:pt x="211455" y="1372838"/>
                  <a:pt x="208597" y="1370267"/>
                  <a:pt x="205740" y="1367600"/>
                </a:cubicBezTo>
                <a:cubicBezTo>
                  <a:pt x="202787" y="1364933"/>
                  <a:pt x="199930" y="1362170"/>
                  <a:pt x="197073" y="1359408"/>
                </a:cubicBezTo>
                <a:lnTo>
                  <a:pt x="206598" y="1349502"/>
                </a:lnTo>
                <a:cubicBezTo>
                  <a:pt x="209360" y="1352169"/>
                  <a:pt x="212217" y="1354836"/>
                  <a:pt x="215074" y="1357503"/>
                </a:cubicBezTo>
                <a:cubicBezTo>
                  <a:pt x="217932" y="1360170"/>
                  <a:pt x="220790" y="1362742"/>
                  <a:pt x="223647" y="1365314"/>
                </a:cubicBezTo>
                <a:lnTo>
                  <a:pt x="214503" y="1375505"/>
                </a:lnTo>
                <a:close/>
                <a:moveTo>
                  <a:pt x="1520285" y="1373696"/>
                </a:moveTo>
                <a:lnTo>
                  <a:pt x="1512475" y="1362456"/>
                </a:lnTo>
                <a:cubicBezTo>
                  <a:pt x="1518856" y="1357979"/>
                  <a:pt x="1525143" y="1353503"/>
                  <a:pt x="1531334" y="1348835"/>
                </a:cubicBezTo>
                <a:lnTo>
                  <a:pt x="1539526" y="1359789"/>
                </a:lnTo>
                <a:cubicBezTo>
                  <a:pt x="1533239" y="1364552"/>
                  <a:pt x="1526762" y="1369124"/>
                  <a:pt x="1520285" y="1373696"/>
                </a:cubicBezTo>
                <a:close/>
                <a:moveTo>
                  <a:pt x="1558290" y="1345311"/>
                </a:moveTo>
                <a:lnTo>
                  <a:pt x="1549717" y="1334643"/>
                </a:lnTo>
                <a:cubicBezTo>
                  <a:pt x="1555814" y="1329785"/>
                  <a:pt x="1561719" y="1324832"/>
                  <a:pt x="1567624" y="1319784"/>
                </a:cubicBezTo>
                <a:lnTo>
                  <a:pt x="1576578" y="1330166"/>
                </a:lnTo>
                <a:cubicBezTo>
                  <a:pt x="1570577" y="1335310"/>
                  <a:pt x="1564482" y="1340358"/>
                  <a:pt x="1558290" y="1345311"/>
                </a:cubicBezTo>
                <a:close/>
                <a:moveTo>
                  <a:pt x="180213" y="1342549"/>
                </a:moveTo>
                <a:cubicBezTo>
                  <a:pt x="174688" y="1336834"/>
                  <a:pt x="169354" y="1331119"/>
                  <a:pt x="164021" y="1325213"/>
                </a:cubicBezTo>
                <a:lnTo>
                  <a:pt x="174212" y="1316069"/>
                </a:lnTo>
                <a:cubicBezTo>
                  <a:pt x="179356" y="1321784"/>
                  <a:pt x="184690" y="1327499"/>
                  <a:pt x="190024" y="1333024"/>
                </a:cubicBezTo>
                <a:lnTo>
                  <a:pt x="180213" y="1342549"/>
                </a:lnTo>
                <a:close/>
                <a:moveTo>
                  <a:pt x="1594294" y="1314355"/>
                </a:moveTo>
                <a:lnTo>
                  <a:pt x="1584960" y="1304258"/>
                </a:lnTo>
                <a:cubicBezTo>
                  <a:pt x="1590675" y="1299020"/>
                  <a:pt x="1596199" y="1293590"/>
                  <a:pt x="1601724" y="1288161"/>
                </a:cubicBezTo>
                <a:lnTo>
                  <a:pt x="1611440" y="1297877"/>
                </a:lnTo>
                <a:cubicBezTo>
                  <a:pt x="1605820" y="1303496"/>
                  <a:pt x="1600105" y="1308926"/>
                  <a:pt x="1594294" y="1314355"/>
                </a:cubicBezTo>
                <a:close/>
                <a:moveTo>
                  <a:pt x="148495" y="1307306"/>
                </a:moveTo>
                <a:cubicBezTo>
                  <a:pt x="143447" y="1301210"/>
                  <a:pt x="138398" y="1295114"/>
                  <a:pt x="133540" y="1288828"/>
                </a:cubicBezTo>
                <a:lnTo>
                  <a:pt x="144304" y="1280446"/>
                </a:lnTo>
                <a:cubicBezTo>
                  <a:pt x="149066" y="1286542"/>
                  <a:pt x="153924" y="1292543"/>
                  <a:pt x="158877" y="1298543"/>
                </a:cubicBezTo>
                <a:lnTo>
                  <a:pt x="148399" y="1307306"/>
                </a:lnTo>
                <a:close/>
                <a:moveTo>
                  <a:pt x="1627918" y="1280827"/>
                </a:moveTo>
                <a:lnTo>
                  <a:pt x="1617821" y="1271492"/>
                </a:lnTo>
                <a:cubicBezTo>
                  <a:pt x="1623060" y="1265777"/>
                  <a:pt x="1628204" y="1260062"/>
                  <a:pt x="1633252" y="1254157"/>
                </a:cubicBezTo>
                <a:lnTo>
                  <a:pt x="1643634" y="1263015"/>
                </a:lnTo>
                <a:cubicBezTo>
                  <a:pt x="1638490" y="1269016"/>
                  <a:pt x="1633252" y="1274921"/>
                  <a:pt x="1627823" y="1280732"/>
                </a:cubicBezTo>
                <a:close/>
                <a:moveTo>
                  <a:pt x="119348" y="1269873"/>
                </a:moveTo>
                <a:cubicBezTo>
                  <a:pt x="114681" y="1263491"/>
                  <a:pt x="110204" y="1257014"/>
                  <a:pt x="105823" y="1250442"/>
                </a:cubicBezTo>
                <a:lnTo>
                  <a:pt x="117158" y="1242822"/>
                </a:lnTo>
                <a:cubicBezTo>
                  <a:pt x="121444" y="1249299"/>
                  <a:pt x="125921" y="1255585"/>
                  <a:pt x="130398" y="1261872"/>
                </a:cubicBezTo>
                <a:lnTo>
                  <a:pt x="119253" y="1269873"/>
                </a:lnTo>
                <a:close/>
                <a:moveTo>
                  <a:pt x="1658683" y="1244632"/>
                </a:moveTo>
                <a:lnTo>
                  <a:pt x="1647920" y="1236155"/>
                </a:lnTo>
                <a:cubicBezTo>
                  <a:pt x="1652683" y="1230059"/>
                  <a:pt x="1657255" y="1223867"/>
                  <a:pt x="1661827" y="1217581"/>
                </a:cubicBezTo>
                <a:lnTo>
                  <a:pt x="1672971" y="1225487"/>
                </a:lnTo>
                <a:cubicBezTo>
                  <a:pt x="1668399" y="1231964"/>
                  <a:pt x="1663637" y="1238250"/>
                  <a:pt x="1658779" y="1244537"/>
                </a:cubicBezTo>
                <a:close/>
                <a:moveTo>
                  <a:pt x="92964" y="1230439"/>
                </a:moveTo>
                <a:cubicBezTo>
                  <a:pt x="88773" y="1223677"/>
                  <a:pt x="84772" y="1216914"/>
                  <a:pt x="80867" y="1210056"/>
                </a:cubicBezTo>
                <a:lnTo>
                  <a:pt x="92774" y="1203293"/>
                </a:lnTo>
                <a:cubicBezTo>
                  <a:pt x="96583" y="1210056"/>
                  <a:pt x="100584" y="1216724"/>
                  <a:pt x="104680" y="1223296"/>
                </a:cubicBezTo>
                <a:lnTo>
                  <a:pt x="93059" y="1230535"/>
                </a:lnTo>
                <a:close/>
                <a:moveTo>
                  <a:pt x="1686306" y="1205960"/>
                </a:moveTo>
                <a:lnTo>
                  <a:pt x="1674781" y="1198531"/>
                </a:lnTo>
                <a:cubicBezTo>
                  <a:pt x="1677257" y="1194721"/>
                  <a:pt x="1679639" y="1190911"/>
                  <a:pt x="1682020" y="1187006"/>
                </a:cubicBezTo>
                <a:cubicBezTo>
                  <a:pt x="1683734" y="1184243"/>
                  <a:pt x="1685354" y="1181481"/>
                  <a:pt x="1686973" y="1178814"/>
                </a:cubicBezTo>
                <a:lnTo>
                  <a:pt x="1698784" y="1185767"/>
                </a:lnTo>
                <a:cubicBezTo>
                  <a:pt x="1697165" y="1188625"/>
                  <a:pt x="1695450" y="1191387"/>
                  <a:pt x="1693735" y="1194245"/>
                </a:cubicBezTo>
                <a:cubicBezTo>
                  <a:pt x="1691354" y="1198245"/>
                  <a:pt x="1688783" y="1202150"/>
                  <a:pt x="1686306" y="1206056"/>
                </a:cubicBezTo>
                <a:close/>
                <a:moveTo>
                  <a:pt x="69437" y="1189196"/>
                </a:moveTo>
                <a:cubicBezTo>
                  <a:pt x="65722" y="1182148"/>
                  <a:pt x="62198" y="1175099"/>
                  <a:pt x="58865" y="1167956"/>
                </a:cubicBezTo>
                <a:lnTo>
                  <a:pt x="71247" y="1162050"/>
                </a:lnTo>
                <a:cubicBezTo>
                  <a:pt x="74581" y="1169003"/>
                  <a:pt x="78010" y="1175957"/>
                  <a:pt x="81629" y="1182814"/>
                </a:cubicBezTo>
                <a:lnTo>
                  <a:pt x="69533" y="1189196"/>
                </a:lnTo>
                <a:close/>
                <a:moveTo>
                  <a:pt x="1710404" y="1164908"/>
                </a:moveTo>
                <a:lnTo>
                  <a:pt x="1698308" y="1158526"/>
                </a:lnTo>
                <a:cubicBezTo>
                  <a:pt x="1701927" y="1151668"/>
                  <a:pt x="1705356" y="1144714"/>
                  <a:pt x="1708594" y="1137761"/>
                </a:cubicBezTo>
                <a:lnTo>
                  <a:pt x="1720977" y="1143572"/>
                </a:lnTo>
                <a:cubicBezTo>
                  <a:pt x="1717643" y="1150715"/>
                  <a:pt x="1714119" y="1157859"/>
                  <a:pt x="1710404" y="1164908"/>
                </a:cubicBezTo>
                <a:close/>
                <a:moveTo>
                  <a:pt x="48958" y="1146429"/>
                </a:moveTo>
                <a:cubicBezTo>
                  <a:pt x="45816" y="1139190"/>
                  <a:pt x="42767" y="1131856"/>
                  <a:pt x="39910" y="1124426"/>
                </a:cubicBezTo>
                <a:lnTo>
                  <a:pt x="52673" y="1119473"/>
                </a:lnTo>
                <a:cubicBezTo>
                  <a:pt x="55435" y="1126712"/>
                  <a:pt x="58388" y="1133856"/>
                  <a:pt x="61436" y="1141000"/>
                </a:cubicBezTo>
                <a:lnTo>
                  <a:pt x="48863" y="1146429"/>
                </a:lnTo>
                <a:close/>
                <a:moveTo>
                  <a:pt x="1730598" y="1121855"/>
                </a:moveTo>
                <a:lnTo>
                  <a:pt x="1717929" y="1116616"/>
                </a:lnTo>
                <a:cubicBezTo>
                  <a:pt x="1720882" y="1109472"/>
                  <a:pt x="1723739" y="1102233"/>
                  <a:pt x="1726407" y="1094994"/>
                </a:cubicBezTo>
                <a:lnTo>
                  <a:pt x="1739265" y="1099757"/>
                </a:lnTo>
                <a:cubicBezTo>
                  <a:pt x="1736503" y="1107186"/>
                  <a:pt x="1733645" y="1114616"/>
                  <a:pt x="1730598" y="1121950"/>
                </a:cubicBezTo>
                <a:close/>
                <a:moveTo>
                  <a:pt x="31813" y="1102138"/>
                </a:moveTo>
                <a:cubicBezTo>
                  <a:pt x="29242" y="1094613"/>
                  <a:pt x="26765" y="1087088"/>
                  <a:pt x="24479" y="1079564"/>
                </a:cubicBezTo>
                <a:lnTo>
                  <a:pt x="37624" y="1075563"/>
                </a:lnTo>
                <a:cubicBezTo>
                  <a:pt x="39814" y="1082993"/>
                  <a:pt x="42196" y="1090327"/>
                  <a:pt x="44767" y="1097661"/>
                </a:cubicBezTo>
                <a:lnTo>
                  <a:pt x="31813" y="1102138"/>
                </a:lnTo>
                <a:close/>
                <a:moveTo>
                  <a:pt x="1746980" y="1077278"/>
                </a:moveTo>
                <a:lnTo>
                  <a:pt x="1733931" y="1073087"/>
                </a:lnTo>
                <a:cubicBezTo>
                  <a:pt x="1736312" y="1065752"/>
                  <a:pt x="1738503" y="1058323"/>
                  <a:pt x="1740503" y="1050893"/>
                </a:cubicBezTo>
                <a:lnTo>
                  <a:pt x="1753743" y="1054513"/>
                </a:lnTo>
                <a:cubicBezTo>
                  <a:pt x="1751648" y="1062133"/>
                  <a:pt x="1749362" y="1069753"/>
                  <a:pt x="1746980" y="1077278"/>
                </a:cubicBezTo>
                <a:close/>
                <a:moveTo>
                  <a:pt x="18097" y="1056608"/>
                </a:moveTo>
                <a:cubicBezTo>
                  <a:pt x="16097" y="1048893"/>
                  <a:pt x="14288" y="1041273"/>
                  <a:pt x="12573" y="1033463"/>
                </a:cubicBezTo>
                <a:lnTo>
                  <a:pt x="26003" y="1030605"/>
                </a:lnTo>
                <a:cubicBezTo>
                  <a:pt x="27622" y="1038130"/>
                  <a:pt x="29432" y="1045655"/>
                  <a:pt x="31337" y="1053179"/>
                </a:cubicBezTo>
                <a:lnTo>
                  <a:pt x="18097" y="1056608"/>
                </a:lnTo>
                <a:close/>
                <a:moveTo>
                  <a:pt x="1759553" y="1031462"/>
                </a:moveTo>
                <a:lnTo>
                  <a:pt x="1746218" y="1028319"/>
                </a:lnTo>
                <a:cubicBezTo>
                  <a:pt x="1747933" y="1020794"/>
                  <a:pt x="1749552" y="1013174"/>
                  <a:pt x="1750981" y="1005650"/>
                </a:cubicBezTo>
                <a:lnTo>
                  <a:pt x="1764411" y="1008221"/>
                </a:lnTo>
                <a:cubicBezTo>
                  <a:pt x="1762887" y="1016032"/>
                  <a:pt x="1761268" y="1023747"/>
                  <a:pt x="1759458" y="1031462"/>
                </a:cubicBezTo>
                <a:close/>
                <a:moveTo>
                  <a:pt x="8096" y="1010222"/>
                </a:moveTo>
                <a:cubicBezTo>
                  <a:pt x="6763" y="1002411"/>
                  <a:pt x="5525" y="994601"/>
                  <a:pt x="4572" y="986695"/>
                </a:cubicBezTo>
                <a:lnTo>
                  <a:pt x="18193" y="984885"/>
                </a:lnTo>
                <a:cubicBezTo>
                  <a:pt x="19145" y="992600"/>
                  <a:pt x="20384" y="1000220"/>
                  <a:pt x="21622" y="1007840"/>
                </a:cubicBezTo>
                <a:lnTo>
                  <a:pt x="8096" y="1010126"/>
                </a:lnTo>
                <a:close/>
                <a:moveTo>
                  <a:pt x="1768412" y="984790"/>
                </a:moveTo>
                <a:lnTo>
                  <a:pt x="1754886" y="982694"/>
                </a:lnTo>
                <a:cubicBezTo>
                  <a:pt x="1756029" y="975074"/>
                  <a:pt x="1757077" y="967359"/>
                  <a:pt x="1757934" y="959644"/>
                </a:cubicBezTo>
                <a:lnTo>
                  <a:pt x="1771555" y="961263"/>
                </a:lnTo>
                <a:cubicBezTo>
                  <a:pt x="1770602" y="969169"/>
                  <a:pt x="1769555" y="976979"/>
                  <a:pt x="1768412" y="984790"/>
                </a:cubicBezTo>
                <a:close/>
                <a:moveTo>
                  <a:pt x="2000" y="963073"/>
                </a:moveTo>
                <a:cubicBezTo>
                  <a:pt x="1334" y="955167"/>
                  <a:pt x="762" y="947261"/>
                  <a:pt x="476" y="939355"/>
                </a:cubicBezTo>
                <a:lnTo>
                  <a:pt x="14192" y="938784"/>
                </a:lnTo>
                <a:cubicBezTo>
                  <a:pt x="14478" y="946499"/>
                  <a:pt x="15050" y="954214"/>
                  <a:pt x="15716" y="961930"/>
                </a:cubicBezTo>
                <a:lnTo>
                  <a:pt x="2096" y="963073"/>
                </a:lnTo>
                <a:close/>
                <a:moveTo>
                  <a:pt x="1773936" y="937641"/>
                </a:moveTo>
                <a:lnTo>
                  <a:pt x="1760316" y="936593"/>
                </a:lnTo>
                <a:cubicBezTo>
                  <a:pt x="1760887" y="928878"/>
                  <a:pt x="1761363" y="921163"/>
                  <a:pt x="1761744" y="913352"/>
                </a:cubicBezTo>
                <a:lnTo>
                  <a:pt x="1775460" y="914019"/>
                </a:lnTo>
                <a:cubicBezTo>
                  <a:pt x="1775079" y="921925"/>
                  <a:pt x="1774603" y="929830"/>
                  <a:pt x="1774032" y="937641"/>
                </a:cubicBezTo>
                <a:close/>
                <a:moveTo>
                  <a:pt x="13716" y="915543"/>
                </a:moveTo>
                <a:lnTo>
                  <a:pt x="0" y="915543"/>
                </a:lnTo>
                <a:cubicBezTo>
                  <a:pt x="0" y="907637"/>
                  <a:pt x="190" y="899636"/>
                  <a:pt x="571" y="891730"/>
                </a:cubicBezTo>
                <a:lnTo>
                  <a:pt x="14288" y="892397"/>
                </a:lnTo>
                <a:cubicBezTo>
                  <a:pt x="13906" y="900113"/>
                  <a:pt x="13716" y="907828"/>
                  <a:pt x="13716" y="915543"/>
                </a:cubicBezTo>
                <a:close/>
                <a:moveTo>
                  <a:pt x="1776031" y="890302"/>
                </a:moveTo>
                <a:lnTo>
                  <a:pt x="1762315" y="890111"/>
                </a:lnTo>
                <a:cubicBezTo>
                  <a:pt x="1762315" y="887254"/>
                  <a:pt x="1762315" y="884396"/>
                  <a:pt x="1762315" y="881539"/>
                </a:cubicBezTo>
                <a:cubicBezTo>
                  <a:pt x="1762315" y="876586"/>
                  <a:pt x="1762315" y="871728"/>
                  <a:pt x="1762125" y="866775"/>
                </a:cubicBezTo>
                <a:lnTo>
                  <a:pt x="1775841" y="866489"/>
                </a:lnTo>
                <a:cubicBezTo>
                  <a:pt x="1775936" y="871538"/>
                  <a:pt x="1776031" y="876491"/>
                  <a:pt x="1776031" y="881539"/>
                </a:cubicBezTo>
                <a:cubicBezTo>
                  <a:pt x="1776031" y="884492"/>
                  <a:pt x="1776031" y="887349"/>
                  <a:pt x="1776031" y="890207"/>
                </a:cubicBezTo>
                <a:close/>
                <a:moveTo>
                  <a:pt x="15907" y="869347"/>
                </a:moveTo>
                <a:lnTo>
                  <a:pt x="2286" y="868013"/>
                </a:lnTo>
                <a:cubicBezTo>
                  <a:pt x="3048" y="860108"/>
                  <a:pt x="4001" y="852202"/>
                  <a:pt x="5144" y="844391"/>
                </a:cubicBezTo>
                <a:lnTo>
                  <a:pt x="18669" y="846392"/>
                </a:lnTo>
                <a:cubicBezTo>
                  <a:pt x="17526" y="854011"/>
                  <a:pt x="16669" y="861727"/>
                  <a:pt x="15907" y="869347"/>
                </a:cubicBezTo>
                <a:close/>
                <a:moveTo>
                  <a:pt x="1761363" y="843629"/>
                </a:moveTo>
                <a:cubicBezTo>
                  <a:pt x="1760982" y="835914"/>
                  <a:pt x="1760410" y="828104"/>
                  <a:pt x="1759839" y="820388"/>
                </a:cubicBezTo>
                <a:lnTo>
                  <a:pt x="1773460" y="819245"/>
                </a:lnTo>
                <a:cubicBezTo>
                  <a:pt x="1774126" y="827151"/>
                  <a:pt x="1774603" y="834961"/>
                  <a:pt x="1775079" y="842867"/>
                </a:cubicBezTo>
                <a:lnTo>
                  <a:pt x="1761363" y="843534"/>
                </a:lnTo>
                <a:close/>
                <a:moveTo>
                  <a:pt x="22479" y="823436"/>
                </a:moveTo>
                <a:lnTo>
                  <a:pt x="9049" y="820865"/>
                </a:lnTo>
                <a:cubicBezTo>
                  <a:pt x="10573" y="813054"/>
                  <a:pt x="12287" y="805339"/>
                  <a:pt x="14097" y="797624"/>
                </a:cubicBezTo>
                <a:lnTo>
                  <a:pt x="27432" y="800862"/>
                </a:lnTo>
                <a:cubicBezTo>
                  <a:pt x="25622" y="808387"/>
                  <a:pt x="24003" y="815911"/>
                  <a:pt x="22479" y="823532"/>
                </a:cubicBezTo>
                <a:close/>
                <a:moveTo>
                  <a:pt x="1757553" y="797243"/>
                </a:moveTo>
                <a:cubicBezTo>
                  <a:pt x="1756696" y="789527"/>
                  <a:pt x="1755743" y="781812"/>
                  <a:pt x="1754600" y="774097"/>
                </a:cubicBezTo>
                <a:lnTo>
                  <a:pt x="1768126" y="772192"/>
                </a:lnTo>
                <a:cubicBezTo>
                  <a:pt x="1769269" y="780002"/>
                  <a:pt x="1770221" y="787813"/>
                  <a:pt x="1771079" y="795719"/>
                </a:cubicBezTo>
                <a:lnTo>
                  <a:pt x="1757458" y="797243"/>
                </a:lnTo>
                <a:close/>
                <a:moveTo>
                  <a:pt x="33433" y="778478"/>
                </a:moveTo>
                <a:lnTo>
                  <a:pt x="20288" y="774668"/>
                </a:lnTo>
                <a:cubicBezTo>
                  <a:pt x="22479" y="767048"/>
                  <a:pt x="24860" y="759524"/>
                  <a:pt x="27432" y="751999"/>
                </a:cubicBezTo>
                <a:lnTo>
                  <a:pt x="40386" y="756476"/>
                </a:lnTo>
                <a:cubicBezTo>
                  <a:pt x="37910" y="763810"/>
                  <a:pt x="35528" y="771144"/>
                  <a:pt x="33433" y="778574"/>
                </a:cubicBezTo>
                <a:close/>
                <a:moveTo>
                  <a:pt x="1751076" y="751046"/>
                </a:moveTo>
                <a:cubicBezTo>
                  <a:pt x="1749742" y="743426"/>
                  <a:pt x="1748314" y="735711"/>
                  <a:pt x="1746885" y="728186"/>
                </a:cubicBezTo>
                <a:lnTo>
                  <a:pt x="1760316" y="725519"/>
                </a:lnTo>
                <a:cubicBezTo>
                  <a:pt x="1761839" y="733234"/>
                  <a:pt x="1763268" y="741045"/>
                  <a:pt x="1764601" y="748760"/>
                </a:cubicBezTo>
                <a:lnTo>
                  <a:pt x="1751076" y="751046"/>
                </a:lnTo>
                <a:close/>
                <a:moveTo>
                  <a:pt x="48387" y="734568"/>
                </a:moveTo>
                <a:lnTo>
                  <a:pt x="35623" y="729520"/>
                </a:lnTo>
                <a:cubicBezTo>
                  <a:pt x="38576" y="722186"/>
                  <a:pt x="41624" y="714851"/>
                  <a:pt x="44863" y="707612"/>
                </a:cubicBezTo>
                <a:lnTo>
                  <a:pt x="57340" y="713232"/>
                </a:lnTo>
                <a:cubicBezTo>
                  <a:pt x="54198" y="720281"/>
                  <a:pt x="51149" y="727424"/>
                  <a:pt x="48387" y="734568"/>
                </a:cubicBezTo>
                <a:close/>
                <a:moveTo>
                  <a:pt x="1741932" y="705422"/>
                </a:moveTo>
                <a:cubicBezTo>
                  <a:pt x="1740217" y="697802"/>
                  <a:pt x="1738408" y="690277"/>
                  <a:pt x="1736408" y="682752"/>
                </a:cubicBezTo>
                <a:lnTo>
                  <a:pt x="1749648" y="679323"/>
                </a:lnTo>
                <a:cubicBezTo>
                  <a:pt x="1751648" y="686943"/>
                  <a:pt x="1753457" y="694658"/>
                  <a:pt x="1755267" y="702374"/>
                </a:cubicBezTo>
                <a:lnTo>
                  <a:pt x="1741932" y="705422"/>
                </a:lnTo>
                <a:close/>
                <a:moveTo>
                  <a:pt x="67342" y="692277"/>
                </a:moveTo>
                <a:lnTo>
                  <a:pt x="55054" y="686086"/>
                </a:lnTo>
                <a:cubicBezTo>
                  <a:pt x="58579" y="679037"/>
                  <a:pt x="62389" y="671989"/>
                  <a:pt x="66199" y="665036"/>
                </a:cubicBezTo>
                <a:lnTo>
                  <a:pt x="78105" y="671703"/>
                </a:lnTo>
                <a:cubicBezTo>
                  <a:pt x="74295" y="678466"/>
                  <a:pt x="70676" y="685229"/>
                  <a:pt x="67247" y="692182"/>
                </a:cubicBezTo>
                <a:close/>
                <a:moveTo>
                  <a:pt x="1730407" y="660273"/>
                </a:moveTo>
                <a:cubicBezTo>
                  <a:pt x="1728311" y="652748"/>
                  <a:pt x="1726025" y="645319"/>
                  <a:pt x="1723739" y="637984"/>
                </a:cubicBezTo>
                <a:lnTo>
                  <a:pt x="1736789" y="633889"/>
                </a:lnTo>
                <a:cubicBezTo>
                  <a:pt x="1739170" y="641413"/>
                  <a:pt x="1741456" y="648938"/>
                  <a:pt x="1743551" y="656558"/>
                </a:cubicBezTo>
                <a:lnTo>
                  <a:pt x="1730407" y="660273"/>
                </a:lnTo>
                <a:close/>
                <a:moveTo>
                  <a:pt x="90011" y="651986"/>
                </a:moveTo>
                <a:lnTo>
                  <a:pt x="78391" y="644747"/>
                </a:lnTo>
                <a:cubicBezTo>
                  <a:pt x="82582" y="637984"/>
                  <a:pt x="86963" y="631412"/>
                  <a:pt x="91440" y="624840"/>
                </a:cubicBezTo>
                <a:lnTo>
                  <a:pt x="102679" y="632651"/>
                </a:lnTo>
                <a:cubicBezTo>
                  <a:pt x="98298" y="639032"/>
                  <a:pt x="94012" y="645414"/>
                  <a:pt x="89916" y="651986"/>
                </a:cubicBezTo>
                <a:close/>
                <a:moveTo>
                  <a:pt x="1716405" y="615791"/>
                </a:moveTo>
                <a:cubicBezTo>
                  <a:pt x="1713834" y="608457"/>
                  <a:pt x="1711262" y="601123"/>
                  <a:pt x="1708594" y="593884"/>
                </a:cubicBezTo>
                <a:lnTo>
                  <a:pt x="1721453" y="589121"/>
                </a:lnTo>
                <a:cubicBezTo>
                  <a:pt x="1724215" y="596456"/>
                  <a:pt x="1726883" y="603885"/>
                  <a:pt x="1729454" y="611410"/>
                </a:cubicBezTo>
                <a:lnTo>
                  <a:pt x="1716500" y="615886"/>
                </a:lnTo>
                <a:close/>
                <a:moveTo>
                  <a:pt x="116396" y="613886"/>
                </a:moveTo>
                <a:lnTo>
                  <a:pt x="105537" y="605600"/>
                </a:lnTo>
                <a:cubicBezTo>
                  <a:pt x="110395" y="599313"/>
                  <a:pt x="115348" y="593122"/>
                  <a:pt x="120396" y="587026"/>
                </a:cubicBezTo>
                <a:lnTo>
                  <a:pt x="130874" y="595884"/>
                </a:lnTo>
                <a:cubicBezTo>
                  <a:pt x="125921" y="601790"/>
                  <a:pt x="121063" y="607790"/>
                  <a:pt x="116396" y="613982"/>
                </a:cubicBezTo>
                <a:close/>
                <a:moveTo>
                  <a:pt x="146209" y="578453"/>
                </a:moveTo>
                <a:lnTo>
                  <a:pt x="136208" y="569119"/>
                </a:lnTo>
                <a:cubicBezTo>
                  <a:pt x="141637" y="563309"/>
                  <a:pt x="147161" y="557594"/>
                  <a:pt x="152876" y="552069"/>
                </a:cubicBezTo>
                <a:lnTo>
                  <a:pt x="162401" y="561880"/>
                </a:lnTo>
                <a:cubicBezTo>
                  <a:pt x="156877" y="567214"/>
                  <a:pt x="151447" y="572738"/>
                  <a:pt x="146209" y="578453"/>
                </a:cubicBezTo>
                <a:close/>
                <a:moveTo>
                  <a:pt x="1700308" y="571976"/>
                </a:moveTo>
                <a:cubicBezTo>
                  <a:pt x="1697546" y="564737"/>
                  <a:pt x="1694688" y="557403"/>
                  <a:pt x="1691831" y="550164"/>
                </a:cubicBezTo>
                <a:lnTo>
                  <a:pt x="1704594" y="545116"/>
                </a:lnTo>
                <a:cubicBezTo>
                  <a:pt x="1707451" y="552450"/>
                  <a:pt x="1710309" y="559784"/>
                  <a:pt x="1713071" y="567023"/>
                </a:cubicBezTo>
                <a:lnTo>
                  <a:pt x="1700308" y="571881"/>
                </a:lnTo>
                <a:close/>
                <a:moveTo>
                  <a:pt x="179260" y="546163"/>
                </a:moveTo>
                <a:lnTo>
                  <a:pt x="170212" y="535877"/>
                </a:lnTo>
                <a:cubicBezTo>
                  <a:pt x="176213" y="530638"/>
                  <a:pt x="182308" y="525494"/>
                  <a:pt x="188500" y="520636"/>
                </a:cubicBezTo>
                <a:lnTo>
                  <a:pt x="196977" y="531400"/>
                </a:lnTo>
                <a:cubicBezTo>
                  <a:pt x="190976" y="536162"/>
                  <a:pt x="184976" y="541115"/>
                  <a:pt x="179260" y="546259"/>
                </a:cubicBezTo>
                <a:close/>
                <a:moveTo>
                  <a:pt x="1683163" y="528352"/>
                </a:moveTo>
                <a:cubicBezTo>
                  <a:pt x="1680210" y="521113"/>
                  <a:pt x="1677257" y="513874"/>
                  <a:pt x="1674305" y="506730"/>
                </a:cubicBezTo>
                <a:lnTo>
                  <a:pt x="1686973" y="501491"/>
                </a:lnTo>
                <a:cubicBezTo>
                  <a:pt x="1690021" y="508730"/>
                  <a:pt x="1692974" y="515969"/>
                  <a:pt x="1695926" y="523304"/>
                </a:cubicBezTo>
                <a:lnTo>
                  <a:pt x="1683258" y="528447"/>
                </a:lnTo>
                <a:close/>
                <a:moveTo>
                  <a:pt x="215551" y="517493"/>
                </a:moveTo>
                <a:lnTo>
                  <a:pt x="207645" y="506349"/>
                </a:lnTo>
                <a:cubicBezTo>
                  <a:pt x="214122" y="501777"/>
                  <a:pt x="220790" y="497300"/>
                  <a:pt x="227457" y="493109"/>
                </a:cubicBezTo>
                <a:lnTo>
                  <a:pt x="234791" y="504730"/>
                </a:lnTo>
                <a:cubicBezTo>
                  <a:pt x="228314" y="508825"/>
                  <a:pt x="221837" y="513112"/>
                  <a:pt x="215551" y="517588"/>
                </a:cubicBezTo>
                <a:close/>
                <a:moveTo>
                  <a:pt x="254699" y="492919"/>
                </a:moveTo>
                <a:lnTo>
                  <a:pt x="248031" y="480917"/>
                </a:lnTo>
                <a:cubicBezTo>
                  <a:pt x="254984" y="477012"/>
                  <a:pt x="262128" y="473392"/>
                  <a:pt x="269272" y="469963"/>
                </a:cubicBezTo>
                <a:lnTo>
                  <a:pt x="275177" y="482251"/>
                </a:lnTo>
                <a:cubicBezTo>
                  <a:pt x="268319" y="485584"/>
                  <a:pt x="261366" y="489109"/>
                  <a:pt x="254699" y="492919"/>
                </a:cubicBezTo>
                <a:close/>
                <a:moveTo>
                  <a:pt x="1665160" y="485204"/>
                </a:moveTo>
                <a:cubicBezTo>
                  <a:pt x="1662113" y="478060"/>
                  <a:pt x="1658969" y="470916"/>
                  <a:pt x="1655826" y="463772"/>
                </a:cubicBezTo>
                <a:lnTo>
                  <a:pt x="1668304" y="458248"/>
                </a:lnTo>
                <a:cubicBezTo>
                  <a:pt x="1671447" y="465392"/>
                  <a:pt x="1674685" y="472631"/>
                  <a:pt x="1677733" y="479869"/>
                </a:cubicBezTo>
                <a:lnTo>
                  <a:pt x="1665160" y="485299"/>
                </a:lnTo>
                <a:close/>
                <a:moveTo>
                  <a:pt x="296228" y="472821"/>
                </a:moveTo>
                <a:lnTo>
                  <a:pt x="290989" y="460153"/>
                </a:lnTo>
                <a:cubicBezTo>
                  <a:pt x="298323" y="457105"/>
                  <a:pt x="305753" y="454247"/>
                  <a:pt x="313182" y="451580"/>
                </a:cubicBezTo>
                <a:lnTo>
                  <a:pt x="317754" y="464439"/>
                </a:lnTo>
                <a:cubicBezTo>
                  <a:pt x="310515" y="467011"/>
                  <a:pt x="303276" y="469773"/>
                  <a:pt x="296132" y="472726"/>
                </a:cubicBezTo>
                <a:close/>
                <a:moveTo>
                  <a:pt x="339852" y="457295"/>
                </a:moveTo>
                <a:lnTo>
                  <a:pt x="335851" y="444151"/>
                </a:lnTo>
                <a:cubicBezTo>
                  <a:pt x="343376" y="441865"/>
                  <a:pt x="350996" y="439674"/>
                  <a:pt x="358712" y="437674"/>
                </a:cubicBezTo>
                <a:lnTo>
                  <a:pt x="362236" y="450913"/>
                </a:lnTo>
                <a:cubicBezTo>
                  <a:pt x="354711" y="452914"/>
                  <a:pt x="347281" y="455009"/>
                  <a:pt x="339852" y="457295"/>
                </a:cubicBezTo>
                <a:close/>
                <a:moveTo>
                  <a:pt x="384810" y="445389"/>
                </a:moveTo>
                <a:lnTo>
                  <a:pt x="381762" y="432054"/>
                </a:lnTo>
                <a:cubicBezTo>
                  <a:pt x="389477" y="430244"/>
                  <a:pt x="397192" y="428625"/>
                  <a:pt x="404908" y="427101"/>
                </a:cubicBezTo>
                <a:lnTo>
                  <a:pt x="407575" y="440531"/>
                </a:lnTo>
                <a:cubicBezTo>
                  <a:pt x="399955" y="442055"/>
                  <a:pt x="392335" y="443675"/>
                  <a:pt x="384810" y="445389"/>
                </a:cubicBezTo>
                <a:close/>
                <a:moveTo>
                  <a:pt x="1646206" y="442436"/>
                </a:moveTo>
                <a:cubicBezTo>
                  <a:pt x="1642968" y="435388"/>
                  <a:pt x="1639633" y="428339"/>
                  <a:pt x="1636300" y="421291"/>
                </a:cubicBezTo>
                <a:lnTo>
                  <a:pt x="1648682" y="415385"/>
                </a:lnTo>
                <a:cubicBezTo>
                  <a:pt x="1652111" y="422434"/>
                  <a:pt x="1655445" y="429578"/>
                  <a:pt x="1658683" y="436721"/>
                </a:cubicBezTo>
                <a:lnTo>
                  <a:pt x="1646206" y="442436"/>
                </a:lnTo>
                <a:close/>
                <a:moveTo>
                  <a:pt x="430530" y="436150"/>
                </a:moveTo>
                <a:lnTo>
                  <a:pt x="428149" y="422624"/>
                </a:lnTo>
                <a:cubicBezTo>
                  <a:pt x="435864" y="421291"/>
                  <a:pt x="443674" y="419957"/>
                  <a:pt x="451390" y="418719"/>
                </a:cubicBezTo>
                <a:lnTo>
                  <a:pt x="453581" y="432244"/>
                </a:lnTo>
                <a:cubicBezTo>
                  <a:pt x="445866" y="433483"/>
                  <a:pt x="438150" y="434816"/>
                  <a:pt x="430530" y="436150"/>
                </a:cubicBezTo>
                <a:close/>
                <a:moveTo>
                  <a:pt x="476726" y="428720"/>
                </a:moveTo>
                <a:lnTo>
                  <a:pt x="474726" y="415195"/>
                </a:lnTo>
                <a:cubicBezTo>
                  <a:pt x="482441" y="414052"/>
                  <a:pt x="490252" y="412909"/>
                  <a:pt x="498062" y="411861"/>
                </a:cubicBezTo>
                <a:lnTo>
                  <a:pt x="499967" y="425386"/>
                </a:lnTo>
                <a:cubicBezTo>
                  <a:pt x="492252" y="426530"/>
                  <a:pt x="484537" y="427577"/>
                  <a:pt x="476726" y="428720"/>
                </a:cubicBezTo>
                <a:close/>
                <a:moveTo>
                  <a:pt x="523208" y="422053"/>
                </a:moveTo>
                <a:lnTo>
                  <a:pt x="521303" y="408527"/>
                </a:lnTo>
                <a:lnTo>
                  <a:pt x="544544" y="405194"/>
                </a:lnTo>
                <a:lnTo>
                  <a:pt x="546544" y="418719"/>
                </a:lnTo>
                <a:lnTo>
                  <a:pt x="523304" y="422053"/>
                </a:lnTo>
                <a:close/>
                <a:moveTo>
                  <a:pt x="569785" y="415290"/>
                </a:moveTo>
                <a:lnTo>
                  <a:pt x="567690" y="401765"/>
                </a:lnTo>
                <a:cubicBezTo>
                  <a:pt x="575405" y="400621"/>
                  <a:pt x="583121" y="399383"/>
                  <a:pt x="590740" y="398050"/>
                </a:cubicBezTo>
                <a:lnTo>
                  <a:pt x="593026" y="411575"/>
                </a:lnTo>
                <a:cubicBezTo>
                  <a:pt x="585311" y="412909"/>
                  <a:pt x="577501" y="414147"/>
                  <a:pt x="569785" y="415290"/>
                </a:cubicBezTo>
                <a:close/>
                <a:moveTo>
                  <a:pt x="616267" y="407480"/>
                </a:moveTo>
                <a:lnTo>
                  <a:pt x="613696" y="394049"/>
                </a:lnTo>
                <a:cubicBezTo>
                  <a:pt x="621316" y="392621"/>
                  <a:pt x="628936" y="391096"/>
                  <a:pt x="636556" y="389477"/>
                </a:cubicBezTo>
                <a:lnTo>
                  <a:pt x="639413" y="402908"/>
                </a:lnTo>
                <a:cubicBezTo>
                  <a:pt x="631698" y="404527"/>
                  <a:pt x="623983" y="406146"/>
                  <a:pt x="616267" y="407575"/>
                </a:cubicBezTo>
                <a:close/>
                <a:moveTo>
                  <a:pt x="1625917" y="400240"/>
                </a:moveTo>
                <a:cubicBezTo>
                  <a:pt x="1622393" y="393287"/>
                  <a:pt x="1618869" y="386334"/>
                  <a:pt x="1615249" y="379381"/>
                </a:cubicBezTo>
                <a:lnTo>
                  <a:pt x="1627346" y="372999"/>
                </a:lnTo>
                <a:cubicBezTo>
                  <a:pt x="1630966" y="379952"/>
                  <a:pt x="1634585" y="387001"/>
                  <a:pt x="1638110" y="394049"/>
                </a:cubicBezTo>
                <a:lnTo>
                  <a:pt x="1625823" y="400145"/>
                </a:lnTo>
                <a:close/>
                <a:moveTo>
                  <a:pt x="662464" y="397383"/>
                </a:moveTo>
                <a:lnTo>
                  <a:pt x="659130" y="384048"/>
                </a:lnTo>
                <a:cubicBezTo>
                  <a:pt x="666655" y="382143"/>
                  <a:pt x="674084" y="380143"/>
                  <a:pt x="681514" y="378047"/>
                </a:cubicBezTo>
                <a:lnTo>
                  <a:pt x="685324" y="391192"/>
                </a:lnTo>
                <a:cubicBezTo>
                  <a:pt x="677799" y="393383"/>
                  <a:pt x="670084" y="395478"/>
                  <a:pt x="662464" y="397383"/>
                </a:cubicBezTo>
                <a:close/>
                <a:moveTo>
                  <a:pt x="708088" y="384143"/>
                </a:moveTo>
                <a:lnTo>
                  <a:pt x="703707" y="371189"/>
                </a:lnTo>
                <a:cubicBezTo>
                  <a:pt x="711041" y="368713"/>
                  <a:pt x="718280" y="366046"/>
                  <a:pt x="725424" y="363284"/>
                </a:cubicBezTo>
                <a:lnTo>
                  <a:pt x="730473" y="376047"/>
                </a:lnTo>
                <a:cubicBezTo>
                  <a:pt x="723138" y="379000"/>
                  <a:pt x="715613" y="381667"/>
                  <a:pt x="708088" y="384238"/>
                </a:cubicBezTo>
                <a:close/>
                <a:moveTo>
                  <a:pt x="752380" y="366522"/>
                </a:moveTo>
                <a:lnTo>
                  <a:pt x="746569" y="354140"/>
                </a:lnTo>
                <a:cubicBezTo>
                  <a:pt x="753618" y="350806"/>
                  <a:pt x="760571" y="347377"/>
                  <a:pt x="767144" y="343757"/>
                </a:cubicBezTo>
                <a:lnTo>
                  <a:pt x="773716" y="355759"/>
                </a:lnTo>
                <a:cubicBezTo>
                  <a:pt x="766858" y="359473"/>
                  <a:pt x="759714" y="363093"/>
                  <a:pt x="752380" y="366522"/>
                </a:cubicBezTo>
                <a:close/>
                <a:moveTo>
                  <a:pt x="1604296" y="358807"/>
                </a:moveTo>
                <a:cubicBezTo>
                  <a:pt x="1600581" y="351949"/>
                  <a:pt x="1596771" y="345186"/>
                  <a:pt x="1592866" y="338423"/>
                </a:cubicBezTo>
                <a:lnTo>
                  <a:pt x="1604772" y="331565"/>
                </a:lnTo>
                <a:cubicBezTo>
                  <a:pt x="1608677" y="338423"/>
                  <a:pt x="1612583" y="345281"/>
                  <a:pt x="1616298" y="352234"/>
                </a:cubicBezTo>
                <a:lnTo>
                  <a:pt x="1604296" y="358807"/>
                </a:lnTo>
                <a:close/>
                <a:moveTo>
                  <a:pt x="794385" y="343757"/>
                </a:moveTo>
                <a:lnTo>
                  <a:pt x="787051" y="332137"/>
                </a:lnTo>
                <a:cubicBezTo>
                  <a:pt x="792385" y="328708"/>
                  <a:pt x="797719" y="325184"/>
                  <a:pt x="802958" y="321373"/>
                </a:cubicBezTo>
                <a:lnTo>
                  <a:pt x="806006" y="319183"/>
                </a:lnTo>
                <a:lnTo>
                  <a:pt x="814102" y="330232"/>
                </a:lnTo>
                <a:lnTo>
                  <a:pt x="810863" y="332518"/>
                </a:lnTo>
                <a:cubicBezTo>
                  <a:pt x="805434" y="336423"/>
                  <a:pt x="799910" y="340138"/>
                  <a:pt x="794290" y="343662"/>
                </a:cubicBezTo>
                <a:close/>
                <a:moveTo>
                  <a:pt x="1580960" y="318325"/>
                </a:moveTo>
                <a:cubicBezTo>
                  <a:pt x="1576959" y="311658"/>
                  <a:pt x="1572863" y="305086"/>
                  <a:pt x="1568673" y="298513"/>
                </a:cubicBezTo>
                <a:lnTo>
                  <a:pt x="1580198" y="291179"/>
                </a:lnTo>
                <a:cubicBezTo>
                  <a:pt x="1584389" y="297847"/>
                  <a:pt x="1588580" y="304514"/>
                  <a:pt x="1592675" y="311277"/>
                </a:cubicBezTo>
                <a:lnTo>
                  <a:pt x="1580960" y="318325"/>
                </a:lnTo>
                <a:close/>
                <a:moveTo>
                  <a:pt x="832866" y="315373"/>
                </a:moveTo>
                <a:lnTo>
                  <a:pt x="824008" y="304895"/>
                </a:lnTo>
                <a:cubicBezTo>
                  <a:pt x="829723" y="300038"/>
                  <a:pt x="835533" y="294894"/>
                  <a:pt x="841153" y="289465"/>
                </a:cubicBezTo>
                <a:lnTo>
                  <a:pt x="850583" y="299371"/>
                </a:lnTo>
                <a:cubicBezTo>
                  <a:pt x="844677" y="304990"/>
                  <a:pt x="838676" y="310325"/>
                  <a:pt x="832771" y="315373"/>
                </a:cubicBezTo>
                <a:close/>
                <a:moveTo>
                  <a:pt x="867442" y="282607"/>
                </a:moveTo>
                <a:lnTo>
                  <a:pt x="857536" y="273177"/>
                </a:lnTo>
                <a:cubicBezTo>
                  <a:pt x="862870" y="267557"/>
                  <a:pt x="868108" y="261842"/>
                  <a:pt x="873252" y="256032"/>
                </a:cubicBezTo>
                <a:lnTo>
                  <a:pt x="883539" y="265081"/>
                </a:lnTo>
                <a:cubicBezTo>
                  <a:pt x="878300" y="270986"/>
                  <a:pt x="872966" y="276892"/>
                  <a:pt x="867442" y="282607"/>
                </a:cubicBezTo>
                <a:close/>
                <a:moveTo>
                  <a:pt x="1555909" y="278987"/>
                </a:moveTo>
                <a:cubicBezTo>
                  <a:pt x="1551527" y="272510"/>
                  <a:pt x="1547146" y="266129"/>
                  <a:pt x="1542574" y="259842"/>
                </a:cubicBezTo>
                <a:lnTo>
                  <a:pt x="1553718" y="251936"/>
                </a:lnTo>
                <a:cubicBezTo>
                  <a:pt x="1558290" y="258318"/>
                  <a:pt x="1562767" y="264890"/>
                  <a:pt x="1567244" y="271367"/>
                </a:cubicBezTo>
                <a:lnTo>
                  <a:pt x="1555909" y="278987"/>
                </a:lnTo>
                <a:close/>
                <a:moveTo>
                  <a:pt x="898969" y="247078"/>
                </a:moveTo>
                <a:lnTo>
                  <a:pt x="888492" y="238316"/>
                </a:lnTo>
                <a:cubicBezTo>
                  <a:pt x="893445" y="232315"/>
                  <a:pt x="898398" y="226314"/>
                  <a:pt x="903256" y="220218"/>
                </a:cubicBezTo>
                <a:lnTo>
                  <a:pt x="913924" y="228791"/>
                </a:lnTo>
                <a:cubicBezTo>
                  <a:pt x="908971" y="234982"/>
                  <a:pt x="904018" y="241078"/>
                  <a:pt x="898969" y="247078"/>
                </a:cubicBezTo>
                <a:close/>
                <a:moveTo>
                  <a:pt x="1528763" y="240983"/>
                </a:moveTo>
                <a:cubicBezTo>
                  <a:pt x="1524095" y="234791"/>
                  <a:pt x="1519238" y="228695"/>
                  <a:pt x="1514380" y="222599"/>
                </a:cubicBezTo>
                <a:lnTo>
                  <a:pt x="1525048" y="214027"/>
                </a:lnTo>
                <a:cubicBezTo>
                  <a:pt x="1530001" y="220218"/>
                  <a:pt x="1534858" y="226409"/>
                  <a:pt x="1539621" y="232696"/>
                </a:cubicBezTo>
                <a:lnTo>
                  <a:pt x="1528668" y="240983"/>
                </a:lnTo>
                <a:close/>
                <a:moveTo>
                  <a:pt x="928592" y="210407"/>
                </a:moveTo>
                <a:lnTo>
                  <a:pt x="917829" y="201930"/>
                </a:lnTo>
                <a:lnTo>
                  <a:pt x="932307" y="183451"/>
                </a:lnTo>
                <a:lnTo>
                  <a:pt x="943070" y="191929"/>
                </a:lnTo>
                <a:lnTo>
                  <a:pt x="928592" y="210407"/>
                </a:lnTo>
                <a:close/>
                <a:moveTo>
                  <a:pt x="1499521" y="204788"/>
                </a:moveTo>
                <a:cubicBezTo>
                  <a:pt x="1494473" y="198882"/>
                  <a:pt x="1489329" y="193072"/>
                  <a:pt x="1484091" y="187452"/>
                </a:cubicBezTo>
                <a:lnTo>
                  <a:pt x="1494187" y="178213"/>
                </a:lnTo>
                <a:cubicBezTo>
                  <a:pt x="1499521" y="184023"/>
                  <a:pt x="1504760" y="189928"/>
                  <a:pt x="1509998" y="195929"/>
                </a:cubicBezTo>
                <a:lnTo>
                  <a:pt x="1499616" y="204883"/>
                </a:lnTo>
                <a:close/>
                <a:moveTo>
                  <a:pt x="957644" y="173546"/>
                </a:moveTo>
                <a:lnTo>
                  <a:pt x="946976" y="164973"/>
                </a:lnTo>
                <a:cubicBezTo>
                  <a:pt x="951929" y="158877"/>
                  <a:pt x="956881" y="152686"/>
                  <a:pt x="961930" y="146685"/>
                </a:cubicBezTo>
                <a:lnTo>
                  <a:pt x="972503" y="155448"/>
                </a:lnTo>
                <a:cubicBezTo>
                  <a:pt x="967549" y="161449"/>
                  <a:pt x="962597" y="167449"/>
                  <a:pt x="957739" y="173546"/>
                </a:cubicBezTo>
                <a:close/>
                <a:moveTo>
                  <a:pt x="1467993" y="170593"/>
                </a:moveTo>
                <a:cubicBezTo>
                  <a:pt x="1462564" y="165068"/>
                  <a:pt x="1457039" y="159734"/>
                  <a:pt x="1451325" y="154400"/>
                </a:cubicBezTo>
                <a:lnTo>
                  <a:pt x="1460659" y="144399"/>
                </a:lnTo>
                <a:cubicBezTo>
                  <a:pt x="1466469" y="149828"/>
                  <a:pt x="1472089" y="155353"/>
                  <a:pt x="1477708" y="160972"/>
                </a:cubicBezTo>
                <a:lnTo>
                  <a:pt x="1467993" y="170593"/>
                </a:lnTo>
                <a:close/>
                <a:moveTo>
                  <a:pt x="1434179" y="138874"/>
                </a:moveTo>
                <a:cubicBezTo>
                  <a:pt x="1428369" y="133826"/>
                  <a:pt x="1422368" y="128873"/>
                  <a:pt x="1416367" y="124016"/>
                </a:cubicBezTo>
                <a:lnTo>
                  <a:pt x="1424940" y="113347"/>
                </a:lnTo>
                <a:cubicBezTo>
                  <a:pt x="1431132" y="118300"/>
                  <a:pt x="1437227" y="123349"/>
                  <a:pt x="1443133" y="128492"/>
                </a:cubicBezTo>
                <a:lnTo>
                  <a:pt x="1434179" y="138874"/>
                </a:lnTo>
                <a:close/>
                <a:moveTo>
                  <a:pt x="987552" y="137731"/>
                </a:moveTo>
                <a:lnTo>
                  <a:pt x="977265" y="128683"/>
                </a:lnTo>
                <a:lnTo>
                  <a:pt x="979456" y="126206"/>
                </a:lnTo>
                <a:cubicBezTo>
                  <a:pt x="983742" y="121348"/>
                  <a:pt x="988600" y="116396"/>
                  <a:pt x="993838" y="111347"/>
                </a:cubicBezTo>
                <a:lnTo>
                  <a:pt x="1003363" y="121158"/>
                </a:lnTo>
                <a:cubicBezTo>
                  <a:pt x="998410" y="126016"/>
                  <a:pt x="993838" y="130778"/>
                  <a:pt x="989743" y="135255"/>
                </a:cubicBezTo>
                <a:lnTo>
                  <a:pt x="987552" y="137731"/>
                </a:lnTo>
                <a:close/>
                <a:moveTo>
                  <a:pt x="1397984" y="109919"/>
                </a:moveTo>
                <a:cubicBezTo>
                  <a:pt x="1391793" y="105346"/>
                  <a:pt x="1385506" y="100965"/>
                  <a:pt x="1379030" y="96583"/>
                </a:cubicBezTo>
                <a:lnTo>
                  <a:pt x="1386649" y="85153"/>
                </a:lnTo>
                <a:cubicBezTo>
                  <a:pt x="1393222" y="89535"/>
                  <a:pt x="1399699" y="94107"/>
                  <a:pt x="1406081" y="98774"/>
                </a:cubicBezTo>
                <a:lnTo>
                  <a:pt x="1397984" y="109823"/>
                </a:lnTo>
                <a:close/>
                <a:moveTo>
                  <a:pt x="1020508" y="105632"/>
                </a:moveTo>
                <a:lnTo>
                  <a:pt x="1011650" y="95155"/>
                </a:lnTo>
                <a:cubicBezTo>
                  <a:pt x="1017556" y="90106"/>
                  <a:pt x="1023747" y="85153"/>
                  <a:pt x="1030224" y="80200"/>
                </a:cubicBezTo>
                <a:lnTo>
                  <a:pt x="1038511" y="91059"/>
                </a:lnTo>
                <a:cubicBezTo>
                  <a:pt x="1032225" y="95821"/>
                  <a:pt x="1026224" y="100679"/>
                  <a:pt x="1020508" y="105537"/>
                </a:cubicBezTo>
                <a:close/>
                <a:moveTo>
                  <a:pt x="1366743" y="88582"/>
                </a:moveTo>
                <a:lnTo>
                  <a:pt x="1346930" y="76009"/>
                </a:lnTo>
                <a:lnTo>
                  <a:pt x="1354265" y="64389"/>
                </a:lnTo>
                <a:lnTo>
                  <a:pt x="1374172" y="76962"/>
                </a:lnTo>
                <a:lnTo>
                  <a:pt x="1366838" y="88582"/>
                </a:lnTo>
                <a:close/>
                <a:moveTo>
                  <a:pt x="1057275" y="77533"/>
                </a:moveTo>
                <a:lnTo>
                  <a:pt x="1049465" y="66294"/>
                </a:lnTo>
                <a:cubicBezTo>
                  <a:pt x="1055942" y="61817"/>
                  <a:pt x="1062609" y="57436"/>
                  <a:pt x="1069372" y="53245"/>
                </a:cubicBezTo>
                <a:lnTo>
                  <a:pt x="1076611" y="64865"/>
                </a:lnTo>
                <a:cubicBezTo>
                  <a:pt x="1070039" y="68961"/>
                  <a:pt x="1063466" y="73247"/>
                  <a:pt x="1057180" y="77533"/>
                </a:cubicBezTo>
                <a:close/>
                <a:moveTo>
                  <a:pt x="1327023" y="63532"/>
                </a:moveTo>
                <a:lnTo>
                  <a:pt x="1307211" y="50959"/>
                </a:lnTo>
                <a:lnTo>
                  <a:pt x="1314545" y="39338"/>
                </a:lnTo>
                <a:lnTo>
                  <a:pt x="1334357" y="51911"/>
                </a:lnTo>
                <a:lnTo>
                  <a:pt x="1327023" y="63532"/>
                </a:lnTo>
                <a:close/>
                <a:moveTo>
                  <a:pt x="1096613" y="53054"/>
                </a:moveTo>
                <a:lnTo>
                  <a:pt x="1089946" y="41053"/>
                </a:lnTo>
                <a:cubicBezTo>
                  <a:pt x="1096899" y="37147"/>
                  <a:pt x="1103948" y="33433"/>
                  <a:pt x="1111091" y="30004"/>
                </a:cubicBezTo>
                <a:lnTo>
                  <a:pt x="1117092" y="42291"/>
                </a:lnTo>
                <a:cubicBezTo>
                  <a:pt x="1110234" y="45625"/>
                  <a:pt x="1103376" y="49244"/>
                  <a:pt x="1096613" y="53054"/>
                </a:cubicBezTo>
                <a:close/>
                <a:moveTo>
                  <a:pt x="1287304" y="38481"/>
                </a:moveTo>
                <a:lnTo>
                  <a:pt x="1267397" y="25908"/>
                </a:lnTo>
                <a:lnTo>
                  <a:pt x="1274731" y="14288"/>
                </a:lnTo>
                <a:lnTo>
                  <a:pt x="1294543" y="26860"/>
                </a:lnTo>
                <a:lnTo>
                  <a:pt x="1287208" y="38481"/>
                </a:lnTo>
                <a:close/>
                <a:moveTo>
                  <a:pt x="1138047" y="32861"/>
                </a:moveTo>
                <a:lnTo>
                  <a:pt x="1132809" y="20193"/>
                </a:lnTo>
                <a:cubicBezTo>
                  <a:pt x="1140428" y="17050"/>
                  <a:pt x="1147953" y="14192"/>
                  <a:pt x="1155287" y="11716"/>
                </a:cubicBezTo>
                <a:lnTo>
                  <a:pt x="1159669" y="24670"/>
                </a:lnTo>
                <a:cubicBezTo>
                  <a:pt x="1152715" y="27051"/>
                  <a:pt x="1145382" y="29718"/>
                  <a:pt x="1138143" y="32766"/>
                </a:cubicBezTo>
                <a:close/>
                <a:moveTo>
                  <a:pt x="1181576" y="18478"/>
                </a:moveTo>
                <a:lnTo>
                  <a:pt x="1178433" y="5144"/>
                </a:lnTo>
                <a:cubicBezTo>
                  <a:pt x="1186624" y="3239"/>
                  <a:pt x="1194721" y="1810"/>
                  <a:pt x="1202341" y="952"/>
                </a:cubicBezTo>
                <a:lnTo>
                  <a:pt x="1203865" y="14573"/>
                </a:lnTo>
                <a:cubicBezTo>
                  <a:pt x="1196721" y="15335"/>
                  <a:pt x="1189292" y="16669"/>
                  <a:pt x="1181576" y="18574"/>
                </a:cubicBezTo>
                <a:close/>
                <a:moveTo>
                  <a:pt x="1247870" y="17145"/>
                </a:moveTo>
                <a:cubicBezTo>
                  <a:pt x="1241203" y="15240"/>
                  <a:pt x="1233964" y="14097"/>
                  <a:pt x="1226249" y="13716"/>
                </a:cubicBezTo>
                <a:lnTo>
                  <a:pt x="1226916" y="0"/>
                </a:lnTo>
                <a:cubicBezTo>
                  <a:pt x="1235678" y="476"/>
                  <a:pt x="1243965" y="1810"/>
                  <a:pt x="1251585" y="4000"/>
                </a:cubicBezTo>
                <a:lnTo>
                  <a:pt x="1247775" y="17145"/>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7" name="Google Shape;309;p41"/>
          <p:cNvSpPr/>
          <p:nvPr/>
        </p:nvSpPr>
        <p:spPr>
          <a:xfrm rot="7168200">
            <a:off x="333708" y="3943713"/>
            <a:ext cx="694440" cy="1544040"/>
          </a:xfrm>
          <a:custGeom>
            <a:avLst/>
            <a:gdLst>
              <a:gd name="textAreaLeft" fmla="*/ 0 w 694440"/>
              <a:gd name="textAreaRight" fmla="*/ 694800 w 694440"/>
              <a:gd name="textAreaTop" fmla="*/ 0 h 1544040"/>
              <a:gd name="textAreaBottom" fmla="*/ 1544400 h 1544040"/>
            </a:gdLst>
            <a:ahLst/>
            <a:cxnLst/>
            <a:rect l="textAreaLeft" t="textAreaTop" r="textAreaRight" b="textAreaBottom"/>
            <a:pathLst>
              <a:path w="303148" h="673968">
                <a:moveTo>
                  <a:pt x="6276" y="41516"/>
                </a:moveTo>
                <a:cubicBezTo>
                  <a:pt x="-13726" y="87903"/>
                  <a:pt x="18278" y="138576"/>
                  <a:pt x="43519" y="182296"/>
                </a:cubicBezTo>
                <a:cubicBezTo>
                  <a:pt x="93620" y="269164"/>
                  <a:pt x="120957" y="368890"/>
                  <a:pt x="122290" y="469093"/>
                </a:cubicBezTo>
                <a:cubicBezTo>
                  <a:pt x="122862" y="513861"/>
                  <a:pt x="118576" y="560057"/>
                  <a:pt x="133530" y="602348"/>
                </a:cubicBezTo>
                <a:cubicBezTo>
                  <a:pt x="148484" y="644544"/>
                  <a:pt x="190775" y="681787"/>
                  <a:pt x="234590" y="672547"/>
                </a:cubicBezTo>
                <a:cubicBezTo>
                  <a:pt x="266213" y="665880"/>
                  <a:pt x="289264" y="636829"/>
                  <a:pt x="297836" y="605682"/>
                </a:cubicBezTo>
                <a:cubicBezTo>
                  <a:pt x="306409" y="574535"/>
                  <a:pt x="303075" y="541483"/>
                  <a:pt x="298503" y="509479"/>
                </a:cubicBezTo>
                <a:cubicBezTo>
                  <a:pt x="279358" y="373462"/>
                  <a:pt x="237067" y="247923"/>
                  <a:pt x="187346" y="120669"/>
                </a:cubicBezTo>
                <a:cubicBezTo>
                  <a:pt x="173630" y="85522"/>
                  <a:pt x="166201" y="50470"/>
                  <a:pt x="136387" y="25228"/>
                </a:cubicBezTo>
                <a:cubicBezTo>
                  <a:pt x="96859" y="-8300"/>
                  <a:pt x="29993" y="-13634"/>
                  <a:pt x="6181" y="4161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 name="Subtitle 1">
            <a:extLst>
              <a:ext uri="{FF2B5EF4-FFF2-40B4-BE49-F238E27FC236}">
                <a16:creationId xmlns:a16="http://schemas.microsoft.com/office/drawing/2014/main" id="{DBC6AC1C-F3E9-950F-228E-DF24D2E6DD7C}"/>
              </a:ext>
            </a:extLst>
          </p:cNvPr>
          <p:cNvSpPr>
            <a:spLocks noGrp="1" noChangeArrowheads="1"/>
          </p:cNvSpPr>
          <p:nvPr>
            <p:ph type="subTitle"/>
          </p:nvPr>
        </p:nvSpPr>
        <p:spPr bwMode="auto">
          <a:xfrm>
            <a:off x="1414861" y="1827752"/>
            <a:ext cx="6048985"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400" b="0" i="0" u="none" strike="noStrike" cap="none" normalizeH="0" baseline="0" dirty="0">
                <a:ln>
                  <a:noFill/>
                </a:ln>
                <a:solidFill>
                  <a:schemeClr val="accent2"/>
                </a:solidFill>
                <a:effectLst/>
                <a:latin typeface="Albert Sans"/>
              </a:rPr>
              <a:t>At the end of your paper, make a </a:t>
            </a:r>
            <a:r>
              <a:rPr kumimoji="0" lang="en-US" altLang="en-US" sz="1400" b="1" i="0" u="none" strike="noStrike" cap="none" normalizeH="0" baseline="0" dirty="0">
                <a:ln>
                  <a:noFill/>
                </a:ln>
                <a:solidFill>
                  <a:schemeClr val="accent2"/>
                </a:solidFill>
                <a:effectLst/>
                <a:latin typeface="Albert Sans"/>
              </a:rPr>
              <a:t>Reference List</a:t>
            </a:r>
            <a:r>
              <a:rPr kumimoji="0" lang="en-US" altLang="en-US" sz="1400" b="0" i="0" u="none" strike="noStrike" cap="none" normalizeH="0" baseline="0" dirty="0">
                <a:ln>
                  <a:noFill/>
                </a:ln>
                <a:solidFill>
                  <a:schemeClr val="accent2"/>
                </a:solidFill>
                <a:effectLst/>
                <a:latin typeface="Albert Sans"/>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chemeClr val="accent2"/>
              </a:solidFill>
              <a:effectLst/>
              <a:latin typeface="Albert Sans"/>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400" b="1" i="0" u="none" strike="noStrike" cap="none" normalizeH="0" baseline="0" dirty="0">
                <a:ln>
                  <a:noFill/>
                </a:ln>
                <a:solidFill>
                  <a:schemeClr val="accent2"/>
                </a:solidFill>
                <a:effectLst/>
                <a:latin typeface="Albert Sans"/>
              </a:rPr>
              <a:t>It includes: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400" b="0" i="0" u="none" strike="noStrike" cap="none" normalizeH="0" baseline="0" dirty="0">
                <a:ln>
                  <a:noFill/>
                </a:ln>
                <a:solidFill>
                  <a:schemeClr val="accent2"/>
                </a:solidFill>
                <a:effectLst/>
                <a:latin typeface="Albert Sans"/>
              </a:rPr>
              <a:t>Author(s)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400" b="0" i="0" u="none" strike="noStrike" cap="none" normalizeH="0" baseline="0" dirty="0">
                <a:ln>
                  <a:noFill/>
                </a:ln>
                <a:solidFill>
                  <a:schemeClr val="accent2"/>
                </a:solidFill>
                <a:effectLst/>
                <a:latin typeface="Albert Sans"/>
              </a:rPr>
              <a:t>Title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400" b="0" i="0" u="none" strike="noStrike" cap="none" normalizeH="0" baseline="0" dirty="0">
                <a:ln>
                  <a:noFill/>
                </a:ln>
                <a:solidFill>
                  <a:schemeClr val="accent2"/>
                </a:solidFill>
                <a:effectLst/>
                <a:latin typeface="Albert Sans"/>
              </a:rPr>
              <a:t>Year</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400" b="0" i="0" u="none" strike="noStrike" cap="none" normalizeH="0" baseline="0" dirty="0">
                <a:ln>
                  <a:noFill/>
                </a:ln>
                <a:solidFill>
                  <a:schemeClr val="accent2"/>
                </a:solidFill>
                <a:effectLst/>
                <a:latin typeface="Albert Sans"/>
              </a:rPr>
              <a:t>Publisher</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400" b="0" i="0" u="none" strike="noStrike" cap="none" normalizeH="0" baseline="0" dirty="0">
                <a:ln>
                  <a:noFill/>
                </a:ln>
                <a:solidFill>
                  <a:schemeClr val="accent2"/>
                </a:solidFill>
                <a:effectLst/>
                <a:latin typeface="Albert Sans"/>
              </a:rPr>
              <a:t>Page number (if needed)</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400" b="0" i="0" u="none" strike="noStrike" cap="none" normalizeH="0" baseline="0" dirty="0">
                <a:ln>
                  <a:noFill/>
                </a:ln>
                <a:solidFill>
                  <a:schemeClr val="accent2"/>
                </a:solidFill>
                <a:effectLst/>
                <a:latin typeface="Albert Sans"/>
              </a:rPr>
              <a:t>Website info (not just a URL)</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chemeClr val="accent2"/>
              </a:solidFill>
              <a:effectLst/>
              <a:latin typeface="Albert Sans"/>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lang="en-US" altLang="en-US" sz="1400" b="1" dirty="0">
                <a:solidFill>
                  <a:schemeClr val="accent2"/>
                </a:solidFill>
                <a:latin typeface="Albert Sans"/>
              </a:rPr>
              <a:t>How it helps:</a:t>
            </a:r>
            <a:endParaRPr kumimoji="0" lang="en-US" altLang="en-US" sz="1400" b="1" i="0" u="none" strike="noStrike" cap="none" normalizeH="0" baseline="0" dirty="0">
              <a:ln>
                <a:noFill/>
              </a:ln>
              <a:solidFill>
                <a:schemeClr val="accent2"/>
              </a:solidFill>
              <a:effectLst/>
              <a:latin typeface="Albert Sans"/>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altLang="en-US" sz="1400" dirty="0">
                <a:solidFill>
                  <a:schemeClr val="accent2"/>
                </a:solidFill>
                <a:latin typeface="Albert Sans"/>
              </a:rPr>
              <a:t>It allows</a:t>
            </a:r>
            <a:r>
              <a:rPr kumimoji="0" lang="en-US" altLang="en-US" sz="1400" b="0" i="0" u="none" strike="noStrike" cap="none" normalizeH="0" baseline="0" dirty="0">
                <a:ln>
                  <a:noFill/>
                </a:ln>
                <a:solidFill>
                  <a:schemeClr val="accent2"/>
                </a:solidFill>
                <a:effectLst/>
                <a:latin typeface="Albert Sans"/>
              </a:rPr>
              <a:t> readers </a:t>
            </a:r>
            <a:r>
              <a:rPr kumimoji="0" lang="en-US" altLang="en-US" sz="1400" b="1" i="0" u="none" strike="noStrike" cap="none" normalizeH="0" baseline="0" dirty="0">
                <a:ln>
                  <a:noFill/>
                </a:ln>
                <a:solidFill>
                  <a:schemeClr val="accent2"/>
                </a:solidFill>
                <a:effectLst/>
                <a:latin typeface="Albert Sans"/>
              </a:rPr>
              <a:t>find your sources</a:t>
            </a:r>
            <a:r>
              <a:rPr kumimoji="0" lang="en-US" altLang="en-US" sz="1400" b="0" i="0" u="none" strike="noStrike" cap="none" normalizeH="0" baseline="0" dirty="0">
                <a:ln>
                  <a:noFill/>
                </a:ln>
                <a:solidFill>
                  <a:schemeClr val="accent2"/>
                </a:solidFill>
                <a:effectLst/>
                <a:latin typeface="Albert Sans"/>
              </a:rPr>
              <a:t> if they want more info.</a:t>
            </a:r>
          </a:p>
          <a:p>
            <a:pPr eaLnBrk="0" fontAlgn="base" hangingPunct="0">
              <a:lnSpc>
                <a:spcPct val="100000"/>
              </a:lnSpc>
              <a:spcBef>
                <a:spcPct val="0"/>
              </a:spcBef>
              <a:spcAft>
                <a:spcPct val="0"/>
              </a:spcAft>
              <a:buFont typeface="Wingdings" panose="05000000000000000000" pitchFamily="2" charset="2"/>
              <a:buChar char="§"/>
            </a:pPr>
            <a:r>
              <a:rPr lang="en-US" sz="1400" dirty="0">
                <a:solidFill>
                  <a:schemeClr val="accent2"/>
                </a:solidFill>
                <a:latin typeface="Albert Sans"/>
              </a:rPr>
              <a:t>Proper referencing proves that you have done your homework and respected intellectual property.</a:t>
            </a:r>
            <a:endParaRPr kumimoji="0" lang="en-US" altLang="en-US" sz="1400" b="0" i="0" u="none" strike="noStrike" cap="none" normalizeH="0" baseline="0" dirty="0">
              <a:ln>
                <a:noFill/>
              </a:ln>
              <a:solidFill>
                <a:schemeClr val="accent2"/>
              </a:solidFill>
              <a:effectLst/>
              <a:latin typeface="Albert Sans"/>
            </a:endParaRPr>
          </a:p>
        </p:txBody>
      </p:sp>
      <p:pic>
        <p:nvPicPr>
          <p:cNvPr id="4" name="Picture 3">
            <a:extLst>
              <a:ext uri="{FF2B5EF4-FFF2-40B4-BE49-F238E27FC236}">
                <a16:creationId xmlns:a16="http://schemas.microsoft.com/office/drawing/2014/main" id="{3DD4F992-D5A5-E527-4532-B7668E420038}"/>
              </a:ext>
            </a:extLst>
          </p:cNvPr>
          <p:cNvPicPr>
            <a:picLocks noChangeAspect="1"/>
          </p:cNvPicPr>
          <p:nvPr/>
        </p:nvPicPr>
        <p:blipFill>
          <a:blip r:embed="rId2"/>
          <a:stretch>
            <a:fillRect/>
          </a:stretch>
        </p:blipFill>
        <p:spPr>
          <a:xfrm>
            <a:off x="5531443" y="1985328"/>
            <a:ext cx="3477423" cy="19056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Google Shape;303;p41"/>
          <p:cNvSpPr/>
          <p:nvPr/>
        </p:nvSpPr>
        <p:spPr>
          <a:xfrm rot="8381400">
            <a:off x="-1546560" y="-739440"/>
            <a:ext cx="4253040" cy="3456000"/>
          </a:xfrm>
          <a:custGeom>
            <a:avLst/>
            <a:gdLst>
              <a:gd name="textAreaLeft" fmla="*/ 0 w 4253040"/>
              <a:gd name="textAreaRight" fmla="*/ 4253400 w 4253040"/>
              <a:gd name="textAreaTop" fmla="*/ 0 h 3456000"/>
              <a:gd name="textAreaBottom" fmla="*/ 3456360 h 3456000"/>
            </a:gdLst>
            <a:ahLst/>
            <a:cxnLst/>
            <a:rect l="textAreaLeft" t="textAreaTop" r="textAreaRight" b="textAreaBottom"/>
            <a:pathLst>
              <a:path w="1930774" h="1568974">
                <a:moveTo>
                  <a:pt x="11419" y="1021325"/>
                </a:moveTo>
                <a:cubicBezTo>
                  <a:pt x="-43064" y="785677"/>
                  <a:pt x="102383" y="500975"/>
                  <a:pt x="341841" y="467542"/>
                </a:cubicBezTo>
                <a:cubicBezTo>
                  <a:pt x="471953" y="449445"/>
                  <a:pt x="607398" y="503166"/>
                  <a:pt x="733985" y="467923"/>
                </a:cubicBezTo>
                <a:cubicBezTo>
                  <a:pt x="949917" y="407820"/>
                  <a:pt x="1030689" y="127690"/>
                  <a:pt x="1233477" y="32154"/>
                </a:cubicBezTo>
                <a:cubicBezTo>
                  <a:pt x="1407689" y="-49951"/>
                  <a:pt x="1623621" y="34726"/>
                  <a:pt x="1752113" y="178268"/>
                </a:cubicBezTo>
                <a:cubicBezTo>
                  <a:pt x="1937755" y="385627"/>
                  <a:pt x="1978236" y="702714"/>
                  <a:pt x="1875843" y="961509"/>
                </a:cubicBezTo>
                <a:cubicBezTo>
                  <a:pt x="1773449" y="1220303"/>
                  <a:pt x="1541610" y="1417661"/>
                  <a:pt x="1277577" y="1505672"/>
                </a:cubicBezTo>
                <a:cubicBezTo>
                  <a:pt x="832950" y="1653786"/>
                  <a:pt x="136482" y="1561298"/>
                  <a:pt x="11514" y="102123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1" name="PlaceHolder 1"/>
          <p:cNvSpPr>
            <a:spLocks noGrp="1"/>
          </p:cNvSpPr>
          <p:nvPr>
            <p:ph type="title"/>
          </p:nvPr>
        </p:nvSpPr>
        <p:spPr>
          <a:xfrm>
            <a:off x="2071991" y="287254"/>
            <a:ext cx="6105240" cy="1456920"/>
          </a:xfrm>
          <a:prstGeom prst="rect">
            <a:avLst/>
          </a:prstGeom>
          <a:noFill/>
          <a:ln w="0">
            <a:noFill/>
          </a:ln>
        </p:spPr>
        <p:txBody>
          <a:bodyPr lIns="91440" tIns="91440" rIns="91440" bIns="91440" anchor="ctr">
            <a:normAutofit/>
          </a:bodyPr>
          <a:lstStyle/>
          <a:p>
            <a:pPr indent="0" algn="ctr">
              <a:lnSpc>
                <a:spcPct val="100000"/>
              </a:lnSpc>
              <a:buNone/>
              <a:tabLst>
                <a:tab pos="0" algn="l"/>
              </a:tabLst>
            </a:pPr>
            <a:r>
              <a:rPr lang="en" sz="6000" b="0" strike="noStrike" spc="-1" dirty="0">
                <a:solidFill>
                  <a:schemeClr val="accent1"/>
                </a:solidFill>
                <a:latin typeface="Caveat Brush"/>
                <a:ea typeface="Caveat Brush"/>
              </a:rPr>
              <a:t>Use Online Resources</a:t>
            </a:r>
            <a:endParaRPr lang="fr-FR" sz="6000" b="0" strike="noStrike" spc="-1" dirty="0">
              <a:solidFill>
                <a:schemeClr val="dk1"/>
              </a:solidFill>
              <a:latin typeface="Arial"/>
            </a:endParaRPr>
          </a:p>
        </p:txBody>
      </p:sp>
      <p:sp>
        <p:nvSpPr>
          <p:cNvPr id="262" name="PlaceHolder 2"/>
          <p:cNvSpPr>
            <a:spLocks noGrp="1"/>
          </p:cNvSpPr>
          <p:nvPr>
            <p:ph type="subTitle"/>
          </p:nvPr>
        </p:nvSpPr>
        <p:spPr>
          <a:xfrm>
            <a:off x="1675128" y="1513329"/>
            <a:ext cx="6303823" cy="3346991"/>
          </a:xfrm>
          <a:prstGeom prst="rect">
            <a:avLst/>
          </a:prstGeom>
          <a:noFill/>
          <a:ln w="0">
            <a:noFill/>
          </a:ln>
        </p:spPr>
        <p:txBody>
          <a:bodyPr lIns="91440" tIns="91440" rIns="91440" bIns="91440" anchor="t">
            <a:noAutofit/>
          </a:bodyPr>
          <a:lstStyle/>
          <a:p>
            <a:pPr>
              <a:buNone/>
            </a:pPr>
            <a:r>
              <a:rPr lang="en-US" sz="1400" b="1" dirty="0">
                <a:solidFill>
                  <a:schemeClr val="accent2"/>
                </a:solidFill>
                <a:latin typeface="Albert Sans"/>
              </a:rPr>
              <a:t>Many websites and tools are available to help you avoid plagiarism and improve your academic honesty. These platforms offer:</a:t>
            </a:r>
          </a:p>
          <a:p>
            <a:pPr>
              <a:buNone/>
            </a:pPr>
            <a:br>
              <a:rPr lang="en-US" sz="1400" dirty="0">
                <a:solidFill>
                  <a:schemeClr val="accent2"/>
                </a:solidFill>
                <a:latin typeface="Albert Sans"/>
              </a:rPr>
            </a:br>
            <a:r>
              <a:rPr lang="en-US" sz="1400" dirty="0">
                <a:solidFill>
                  <a:schemeClr val="accent2"/>
                </a:solidFill>
                <a:latin typeface="Albert Sans"/>
              </a:rPr>
              <a:t>🔹 </a:t>
            </a:r>
            <a:r>
              <a:rPr lang="en-US" sz="1400" b="1" dirty="0">
                <a:solidFill>
                  <a:schemeClr val="accent2"/>
                </a:solidFill>
                <a:latin typeface="Albert Sans"/>
              </a:rPr>
              <a:t>Articles</a:t>
            </a:r>
            <a:r>
              <a:rPr lang="en-US" sz="1400" dirty="0">
                <a:solidFill>
                  <a:schemeClr val="accent2"/>
                </a:solidFill>
                <a:latin typeface="Albert Sans"/>
              </a:rPr>
              <a:t> – Easy-to-read explanations of what plagiarism is and how to avoid it.</a:t>
            </a:r>
            <a:br>
              <a:rPr lang="en-US" sz="1400" dirty="0">
                <a:solidFill>
                  <a:schemeClr val="accent2"/>
                </a:solidFill>
                <a:latin typeface="Albert Sans"/>
              </a:rPr>
            </a:br>
            <a:r>
              <a:rPr lang="en-US" sz="1400" dirty="0">
                <a:solidFill>
                  <a:schemeClr val="accent2"/>
                </a:solidFill>
                <a:latin typeface="Albert Sans"/>
              </a:rPr>
              <a:t>🔹 </a:t>
            </a:r>
            <a:r>
              <a:rPr lang="en-US" sz="1400" b="1" dirty="0">
                <a:solidFill>
                  <a:schemeClr val="accent2"/>
                </a:solidFill>
                <a:latin typeface="Albert Sans"/>
              </a:rPr>
              <a:t>Video Guides</a:t>
            </a:r>
            <a:r>
              <a:rPr lang="en-US" sz="1400" dirty="0">
                <a:solidFill>
                  <a:schemeClr val="accent2"/>
                </a:solidFill>
                <a:latin typeface="Albert Sans"/>
              </a:rPr>
              <a:t> – Step-by-step tutorials on citing sources and paraphrasing correctly.</a:t>
            </a:r>
            <a:br>
              <a:rPr lang="en-US" sz="1400" dirty="0">
                <a:solidFill>
                  <a:schemeClr val="accent2"/>
                </a:solidFill>
                <a:latin typeface="Albert Sans"/>
              </a:rPr>
            </a:br>
            <a:r>
              <a:rPr lang="en-US" sz="1400" dirty="0">
                <a:solidFill>
                  <a:schemeClr val="accent2"/>
                </a:solidFill>
                <a:latin typeface="Albert Sans"/>
              </a:rPr>
              <a:t>🔹 </a:t>
            </a:r>
            <a:r>
              <a:rPr lang="en-US" sz="1400" b="1" dirty="0">
                <a:solidFill>
                  <a:schemeClr val="accent2"/>
                </a:solidFill>
                <a:latin typeface="Albert Sans"/>
              </a:rPr>
              <a:t>Interactive Courses</a:t>
            </a:r>
            <a:r>
              <a:rPr lang="en-US" sz="1400" dirty="0">
                <a:solidFill>
                  <a:schemeClr val="accent2"/>
                </a:solidFill>
                <a:latin typeface="Albert Sans"/>
              </a:rPr>
              <a:t> – Free or paid modules that teach you how to reference in APA, MLA, and other formats.</a:t>
            </a:r>
          </a:p>
          <a:p>
            <a:pPr>
              <a:buNone/>
            </a:pPr>
            <a:r>
              <a:rPr lang="en-US" sz="1400" b="1" dirty="0">
                <a:solidFill>
                  <a:schemeClr val="accent2"/>
                </a:solidFill>
                <a:latin typeface="Albert Sans"/>
              </a:rPr>
              <a:t>Popular Resources:</a:t>
            </a:r>
            <a:endParaRPr lang="en-US" sz="1400" dirty="0">
              <a:solidFill>
                <a:schemeClr val="accent2"/>
              </a:solidFill>
              <a:latin typeface="Albert Sans"/>
            </a:endParaRPr>
          </a:p>
          <a:p>
            <a:pPr>
              <a:buFont typeface="Wingdings" panose="05000000000000000000" pitchFamily="2" charset="2"/>
              <a:buChar char="q"/>
            </a:pPr>
            <a:r>
              <a:rPr lang="en-US" sz="1400" b="1" dirty="0">
                <a:solidFill>
                  <a:schemeClr val="accent2"/>
                </a:solidFill>
                <a:latin typeface="Albert Sans"/>
              </a:rPr>
              <a:t>YouTube Channels</a:t>
            </a:r>
            <a:r>
              <a:rPr lang="en-US" sz="1400" dirty="0">
                <a:solidFill>
                  <a:schemeClr val="accent2"/>
                </a:solidFill>
                <a:latin typeface="Albert Sans"/>
              </a:rPr>
              <a:t> like </a:t>
            </a:r>
            <a:r>
              <a:rPr lang="en-US" sz="1400" dirty="0" err="1">
                <a:solidFill>
                  <a:schemeClr val="accent2"/>
                </a:solidFill>
                <a:latin typeface="Albert Sans"/>
              </a:rPr>
              <a:t>Scribbr</a:t>
            </a:r>
            <a:r>
              <a:rPr lang="en-US" sz="1400" dirty="0">
                <a:solidFill>
                  <a:schemeClr val="accent2"/>
                </a:solidFill>
                <a:latin typeface="Albert Sans"/>
              </a:rPr>
              <a:t> and Academic Skills.</a:t>
            </a:r>
          </a:p>
          <a:p>
            <a:pPr>
              <a:buFont typeface="Wingdings" panose="05000000000000000000" pitchFamily="2" charset="2"/>
              <a:buChar char="q"/>
            </a:pPr>
            <a:r>
              <a:rPr lang="en-US" sz="1400" b="1" dirty="0">
                <a:solidFill>
                  <a:schemeClr val="accent2"/>
                </a:solidFill>
                <a:latin typeface="Albert Sans"/>
              </a:rPr>
              <a:t>Coursera &amp; edX</a:t>
            </a:r>
            <a:r>
              <a:rPr lang="en-US" sz="1400" dirty="0">
                <a:solidFill>
                  <a:schemeClr val="accent2"/>
                </a:solidFill>
                <a:latin typeface="Albert Sans"/>
              </a:rPr>
              <a:t> – Offer short courses on academic integrity.</a:t>
            </a:r>
          </a:p>
          <a:p>
            <a:pPr>
              <a:buFont typeface="Wingdings" panose="05000000000000000000" pitchFamily="2" charset="2"/>
              <a:buChar char="q"/>
            </a:pPr>
            <a:r>
              <a:rPr lang="en-US" sz="1400" b="1" dirty="0">
                <a:solidFill>
                  <a:schemeClr val="accent2"/>
                </a:solidFill>
                <a:latin typeface="Albert Sans"/>
              </a:rPr>
              <a:t>Turnitin and Grammarly</a:t>
            </a:r>
            <a:r>
              <a:rPr lang="en-US" sz="1400" dirty="0">
                <a:solidFill>
                  <a:schemeClr val="accent2"/>
                </a:solidFill>
                <a:latin typeface="Albert Sans"/>
              </a:rPr>
              <a:t> – Help detect plagiarism and improve your writing</a:t>
            </a:r>
          </a:p>
          <a:p>
            <a:pPr indent="0" algn="ctr">
              <a:lnSpc>
                <a:spcPct val="100000"/>
              </a:lnSpc>
              <a:buNone/>
              <a:tabLst>
                <a:tab pos="0" algn="l"/>
              </a:tabLst>
            </a:pPr>
            <a:endParaRPr lang="en-US" sz="1400" b="0" strike="noStrike" spc="-1" dirty="0">
              <a:solidFill>
                <a:schemeClr val="accent2"/>
              </a:solidFill>
              <a:latin typeface="OpenSymbol"/>
            </a:endParaRPr>
          </a:p>
        </p:txBody>
      </p:sp>
      <p:sp>
        <p:nvSpPr>
          <p:cNvPr id="263" name="Google Shape;306;p41"/>
          <p:cNvSpPr/>
          <p:nvPr/>
        </p:nvSpPr>
        <p:spPr>
          <a:xfrm rot="2532600">
            <a:off x="3381480" y="163080"/>
            <a:ext cx="736560" cy="649440"/>
          </a:xfrm>
          <a:custGeom>
            <a:avLst/>
            <a:gdLst>
              <a:gd name="textAreaLeft" fmla="*/ 0 w 736560"/>
              <a:gd name="textAreaRight" fmla="*/ 736920 w 736560"/>
              <a:gd name="textAreaTop" fmla="*/ 0 h 649440"/>
              <a:gd name="textAreaBottom" fmla="*/ 649800 h 649440"/>
            </a:gdLst>
            <a:ahLst/>
            <a:cxnLst/>
            <a:rect l="textAreaLeft" t="textAreaTop" r="textAreaRight" b="textAreaBottom"/>
            <a:pathLst>
              <a:path w="579097" h="510716">
                <a:moveTo>
                  <a:pt x="210945" y="39399"/>
                </a:moveTo>
                <a:cubicBezTo>
                  <a:pt x="111789" y="86929"/>
                  <a:pt x="35780" y="180083"/>
                  <a:pt x="9110" y="286668"/>
                </a:cubicBezTo>
                <a:cubicBezTo>
                  <a:pt x="-1749" y="330102"/>
                  <a:pt x="-4606" y="376870"/>
                  <a:pt x="10062" y="419161"/>
                </a:cubicBezTo>
                <a:cubicBezTo>
                  <a:pt x="24731" y="461452"/>
                  <a:pt x="59211" y="498504"/>
                  <a:pt x="102931" y="508124"/>
                </a:cubicBezTo>
                <a:cubicBezTo>
                  <a:pt x="170749" y="522983"/>
                  <a:pt x="234662" y="471453"/>
                  <a:pt x="278572" y="417827"/>
                </a:cubicBezTo>
                <a:cubicBezTo>
                  <a:pt x="322577" y="364106"/>
                  <a:pt x="363630" y="301051"/>
                  <a:pt x="429257" y="278476"/>
                </a:cubicBezTo>
                <a:cubicBezTo>
                  <a:pt x="453546" y="270094"/>
                  <a:pt x="479740" y="267999"/>
                  <a:pt x="503552" y="258188"/>
                </a:cubicBezTo>
                <a:cubicBezTo>
                  <a:pt x="589944" y="222469"/>
                  <a:pt x="606708" y="90548"/>
                  <a:pt x="530508" y="36541"/>
                </a:cubicBezTo>
                <a:cubicBezTo>
                  <a:pt x="446974" y="-22609"/>
                  <a:pt x="295907" y="-1273"/>
                  <a:pt x="211040" y="39399"/>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4" name="Google Shape;307;p41"/>
          <p:cNvSpPr/>
          <p:nvPr/>
        </p:nvSpPr>
        <p:spPr>
          <a:xfrm rot="9907200">
            <a:off x="-89280" y="-581760"/>
            <a:ext cx="2714760" cy="2418840"/>
          </a:xfrm>
          <a:custGeom>
            <a:avLst/>
            <a:gdLst>
              <a:gd name="textAreaLeft" fmla="*/ 0 w 2714760"/>
              <a:gd name="textAreaRight" fmla="*/ 2715120 w 2714760"/>
              <a:gd name="textAreaTop" fmla="*/ 0 h 2418840"/>
              <a:gd name="textAreaBottom" fmla="*/ 2419200 h 2418840"/>
            </a:gdLst>
            <a:ahLst/>
            <a:cxnLst/>
            <a:rect l="textAreaLeft" t="textAreaTop" r="textAreaRight" b="textAreaBottom"/>
            <a:pathLst>
              <a:path w="1776031" h="1582483">
                <a:moveTo>
                  <a:pt x="804196" y="1582484"/>
                </a:moveTo>
                <a:lnTo>
                  <a:pt x="804196" y="1568768"/>
                </a:lnTo>
                <a:cubicBezTo>
                  <a:pt x="811911" y="1568768"/>
                  <a:pt x="819722" y="1568768"/>
                  <a:pt x="827532" y="1568482"/>
                </a:cubicBezTo>
                <a:lnTo>
                  <a:pt x="827818" y="1582198"/>
                </a:lnTo>
                <a:cubicBezTo>
                  <a:pt x="819912" y="1582388"/>
                  <a:pt x="812101" y="1582484"/>
                  <a:pt x="804196" y="1582484"/>
                </a:cubicBezTo>
                <a:close/>
                <a:moveTo>
                  <a:pt x="780574" y="1582293"/>
                </a:moveTo>
                <a:cubicBezTo>
                  <a:pt x="772668" y="1582103"/>
                  <a:pt x="764858" y="1581912"/>
                  <a:pt x="756952" y="1581531"/>
                </a:cubicBezTo>
                <a:lnTo>
                  <a:pt x="757523" y="1567815"/>
                </a:lnTo>
                <a:cubicBezTo>
                  <a:pt x="765334" y="1568101"/>
                  <a:pt x="773049" y="1568387"/>
                  <a:pt x="780860" y="1568577"/>
                </a:cubicBezTo>
                <a:lnTo>
                  <a:pt x="780574" y="1582293"/>
                </a:lnTo>
                <a:close/>
                <a:moveTo>
                  <a:pt x="851440" y="1581531"/>
                </a:moveTo>
                <a:lnTo>
                  <a:pt x="850868" y="1567815"/>
                </a:lnTo>
                <a:cubicBezTo>
                  <a:pt x="858679" y="1567529"/>
                  <a:pt x="866394" y="1567053"/>
                  <a:pt x="874205" y="1566577"/>
                </a:cubicBezTo>
                <a:lnTo>
                  <a:pt x="875062" y="1580293"/>
                </a:lnTo>
                <a:cubicBezTo>
                  <a:pt x="867156" y="1580769"/>
                  <a:pt x="859346" y="1581150"/>
                  <a:pt x="851440" y="1581531"/>
                </a:cubicBezTo>
                <a:close/>
                <a:moveTo>
                  <a:pt x="733330" y="1580293"/>
                </a:moveTo>
                <a:cubicBezTo>
                  <a:pt x="725424" y="1579817"/>
                  <a:pt x="717613" y="1579150"/>
                  <a:pt x="709708" y="1578483"/>
                </a:cubicBezTo>
                <a:lnTo>
                  <a:pt x="710851" y="1564862"/>
                </a:lnTo>
                <a:cubicBezTo>
                  <a:pt x="718566" y="1565529"/>
                  <a:pt x="726376" y="1566101"/>
                  <a:pt x="734092" y="1566577"/>
                </a:cubicBezTo>
                <a:lnTo>
                  <a:pt x="733235" y="1580293"/>
                </a:lnTo>
                <a:close/>
                <a:moveTo>
                  <a:pt x="898588" y="1578578"/>
                </a:moveTo>
                <a:lnTo>
                  <a:pt x="897446" y="1564958"/>
                </a:lnTo>
                <a:cubicBezTo>
                  <a:pt x="905161" y="1564291"/>
                  <a:pt x="912971" y="1563624"/>
                  <a:pt x="920687" y="1562862"/>
                </a:cubicBezTo>
                <a:lnTo>
                  <a:pt x="922020" y="1576483"/>
                </a:lnTo>
                <a:cubicBezTo>
                  <a:pt x="914210" y="1577245"/>
                  <a:pt x="906304" y="1578007"/>
                  <a:pt x="898493" y="1578578"/>
                </a:cubicBezTo>
                <a:close/>
                <a:moveTo>
                  <a:pt x="686276" y="1576197"/>
                </a:moveTo>
                <a:cubicBezTo>
                  <a:pt x="678466" y="1575340"/>
                  <a:pt x="670655" y="1574387"/>
                  <a:pt x="662749" y="1573339"/>
                </a:cubicBezTo>
                <a:lnTo>
                  <a:pt x="664559" y="1559719"/>
                </a:lnTo>
                <a:cubicBezTo>
                  <a:pt x="672274" y="1560767"/>
                  <a:pt x="679990" y="1561719"/>
                  <a:pt x="687705" y="1562576"/>
                </a:cubicBezTo>
                <a:lnTo>
                  <a:pt x="686181" y="1576197"/>
                </a:lnTo>
                <a:close/>
                <a:moveTo>
                  <a:pt x="945547" y="1573911"/>
                </a:moveTo>
                <a:lnTo>
                  <a:pt x="943928" y="1560290"/>
                </a:lnTo>
                <a:cubicBezTo>
                  <a:pt x="951643" y="1559338"/>
                  <a:pt x="959358" y="1558385"/>
                  <a:pt x="967073" y="1557338"/>
                </a:cubicBezTo>
                <a:lnTo>
                  <a:pt x="968978" y="1570958"/>
                </a:lnTo>
                <a:cubicBezTo>
                  <a:pt x="961168" y="1572006"/>
                  <a:pt x="953357" y="1573054"/>
                  <a:pt x="945547" y="1573911"/>
                </a:cubicBezTo>
                <a:close/>
                <a:moveTo>
                  <a:pt x="639318" y="1569815"/>
                </a:moveTo>
                <a:cubicBezTo>
                  <a:pt x="631508" y="1568577"/>
                  <a:pt x="623792" y="1567243"/>
                  <a:pt x="615982" y="1565815"/>
                </a:cubicBezTo>
                <a:lnTo>
                  <a:pt x="618459" y="1552385"/>
                </a:lnTo>
                <a:cubicBezTo>
                  <a:pt x="626078" y="1553813"/>
                  <a:pt x="633794" y="1555147"/>
                  <a:pt x="641413" y="1556385"/>
                </a:cubicBezTo>
                <a:lnTo>
                  <a:pt x="639223" y="1569910"/>
                </a:lnTo>
                <a:close/>
                <a:moveTo>
                  <a:pt x="992315" y="1567529"/>
                </a:moveTo>
                <a:lnTo>
                  <a:pt x="990219" y="1554004"/>
                </a:lnTo>
                <a:cubicBezTo>
                  <a:pt x="997934" y="1552861"/>
                  <a:pt x="1005649" y="1551527"/>
                  <a:pt x="1013269" y="1550289"/>
                </a:cubicBezTo>
                <a:lnTo>
                  <a:pt x="1015556" y="1563814"/>
                </a:lnTo>
                <a:cubicBezTo>
                  <a:pt x="1007841" y="1565148"/>
                  <a:pt x="1000030" y="1566386"/>
                  <a:pt x="992219" y="1567625"/>
                </a:cubicBezTo>
                <a:close/>
                <a:moveTo>
                  <a:pt x="592836" y="1561148"/>
                </a:moveTo>
                <a:cubicBezTo>
                  <a:pt x="585121" y="1559528"/>
                  <a:pt x="577406" y="1557814"/>
                  <a:pt x="569785" y="1555909"/>
                </a:cubicBezTo>
                <a:lnTo>
                  <a:pt x="572929" y="1542574"/>
                </a:lnTo>
                <a:cubicBezTo>
                  <a:pt x="580454" y="1544384"/>
                  <a:pt x="588074" y="1546098"/>
                  <a:pt x="595694" y="1547717"/>
                </a:cubicBezTo>
                <a:lnTo>
                  <a:pt x="592836" y="1561148"/>
                </a:lnTo>
                <a:close/>
                <a:moveTo>
                  <a:pt x="1038892" y="1559528"/>
                </a:moveTo>
                <a:lnTo>
                  <a:pt x="1036320" y="1546098"/>
                </a:lnTo>
                <a:cubicBezTo>
                  <a:pt x="1043940" y="1544669"/>
                  <a:pt x="1051655" y="1543145"/>
                  <a:pt x="1059275" y="1541621"/>
                </a:cubicBezTo>
                <a:lnTo>
                  <a:pt x="1062038" y="1555052"/>
                </a:lnTo>
                <a:cubicBezTo>
                  <a:pt x="1054323" y="1556671"/>
                  <a:pt x="1046607" y="1558195"/>
                  <a:pt x="1038892" y="1559624"/>
                </a:cubicBezTo>
                <a:close/>
                <a:moveTo>
                  <a:pt x="546830" y="1550194"/>
                </a:moveTo>
                <a:cubicBezTo>
                  <a:pt x="539210" y="1548193"/>
                  <a:pt x="531591" y="1546003"/>
                  <a:pt x="524065" y="1543812"/>
                </a:cubicBezTo>
                <a:lnTo>
                  <a:pt x="527971" y="1530668"/>
                </a:lnTo>
                <a:cubicBezTo>
                  <a:pt x="535400" y="1532858"/>
                  <a:pt x="542925" y="1534954"/>
                  <a:pt x="550450" y="1536954"/>
                </a:cubicBezTo>
                <a:lnTo>
                  <a:pt x="546926" y="1550194"/>
                </a:lnTo>
                <a:close/>
                <a:moveTo>
                  <a:pt x="1085088" y="1550099"/>
                </a:moveTo>
                <a:lnTo>
                  <a:pt x="1082135" y="1536764"/>
                </a:lnTo>
                <a:cubicBezTo>
                  <a:pt x="1089755" y="1535049"/>
                  <a:pt x="1097375" y="1533335"/>
                  <a:pt x="1104900" y="1531525"/>
                </a:cubicBezTo>
                <a:lnTo>
                  <a:pt x="1108043" y="1544860"/>
                </a:lnTo>
                <a:cubicBezTo>
                  <a:pt x="1100423" y="1546670"/>
                  <a:pt x="1092708" y="1548384"/>
                  <a:pt x="1085088" y="1550099"/>
                </a:cubicBezTo>
                <a:close/>
                <a:moveTo>
                  <a:pt x="1130999" y="1539240"/>
                </a:moveTo>
                <a:lnTo>
                  <a:pt x="1127665" y="1526000"/>
                </a:lnTo>
                <a:cubicBezTo>
                  <a:pt x="1135190" y="1524095"/>
                  <a:pt x="1142810" y="1522095"/>
                  <a:pt x="1150334" y="1520095"/>
                </a:cubicBezTo>
                <a:lnTo>
                  <a:pt x="1153858" y="1533335"/>
                </a:lnTo>
                <a:cubicBezTo>
                  <a:pt x="1146239" y="1535335"/>
                  <a:pt x="1138619" y="1537335"/>
                  <a:pt x="1130999" y="1539240"/>
                </a:cubicBezTo>
                <a:close/>
                <a:moveTo>
                  <a:pt x="501396" y="1536859"/>
                </a:moveTo>
                <a:cubicBezTo>
                  <a:pt x="493871" y="1534478"/>
                  <a:pt x="486442" y="1531906"/>
                  <a:pt x="478917" y="1529334"/>
                </a:cubicBezTo>
                <a:lnTo>
                  <a:pt x="483489" y="1516380"/>
                </a:lnTo>
                <a:cubicBezTo>
                  <a:pt x="490823" y="1518952"/>
                  <a:pt x="498158" y="1521428"/>
                  <a:pt x="505587" y="1523810"/>
                </a:cubicBezTo>
                <a:lnTo>
                  <a:pt x="501396" y="1536859"/>
                </a:lnTo>
                <a:close/>
                <a:moveTo>
                  <a:pt x="1176528" y="1527048"/>
                </a:moveTo>
                <a:lnTo>
                  <a:pt x="1172813" y="1513904"/>
                </a:lnTo>
                <a:cubicBezTo>
                  <a:pt x="1180338" y="1511808"/>
                  <a:pt x="1187767" y="1509617"/>
                  <a:pt x="1195293" y="1507331"/>
                </a:cubicBezTo>
                <a:lnTo>
                  <a:pt x="1199198" y="1520476"/>
                </a:lnTo>
                <a:cubicBezTo>
                  <a:pt x="1191673" y="1522762"/>
                  <a:pt x="1184148" y="1524953"/>
                  <a:pt x="1176528" y="1527048"/>
                </a:cubicBezTo>
                <a:close/>
                <a:moveTo>
                  <a:pt x="456724" y="1521143"/>
                </a:moveTo>
                <a:cubicBezTo>
                  <a:pt x="449390" y="1518285"/>
                  <a:pt x="442055" y="1515428"/>
                  <a:pt x="434721" y="1512380"/>
                </a:cubicBezTo>
                <a:lnTo>
                  <a:pt x="439960" y="1499711"/>
                </a:lnTo>
                <a:cubicBezTo>
                  <a:pt x="447104" y="1502664"/>
                  <a:pt x="454342" y="1505522"/>
                  <a:pt x="461581" y="1508284"/>
                </a:cubicBezTo>
                <a:lnTo>
                  <a:pt x="456724" y="1521047"/>
                </a:lnTo>
                <a:close/>
                <a:moveTo>
                  <a:pt x="1221772" y="1513523"/>
                </a:moveTo>
                <a:lnTo>
                  <a:pt x="1217676" y="1500473"/>
                </a:lnTo>
                <a:cubicBezTo>
                  <a:pt x="1225106" y="1498187"/>
                  <a:pt x="1232535" y="1495806"/>
                  <a:pt x="1239965" y="1493330"/>
                </a:cubicBezTo>
                <a:lnTo>
                  <a:pt x="1244251" y="1506379"/>
                </a:lnTo>
                <a:cubicBezTo>
                  <a:pt x="1236726" y="1508855"/>
                  <a:pt x="1229297" y="1511237"/>
                  <a:pt x="1221772" y="1513618"/>
                </a:cubicBezTo>
                <a:close/>
                <a:moveTo>
                  <a:pt x="413004" y="1503045"/>
                </a:moveTo>
                <a:cubicBezTo>
                  <a:pt x="405765" y="1499807"/>
                  <a:pt x="398621" y="1496473"/>
                  <a:pt x="391573" y="1493044"/>
                </a:cubicBezTo>
                <a:lnTo>
                  <a:pt x="397478" y="1480661"/>
                </a:lnTo>
                <a:cubicBezTo>
                  <a:pt x="404431" y="1483995"/>
                  <a:pt x="411480" y="1487329"/>
                  <a:pt x="418624" y="1490472"/>
                </a:cubicBezTo>
                <a:lnTo>
                  <a:pt x="413004" y="1502950"/>
                </a:lnTo>
                <a:close/>
                <a:moveTo>
                  <a:pt x="1266539" y="1498759"/>
                </a:moveTo>
                <a:lnTo>
                  <a:pt x="1262063" y="1485805"/>
                </a:lnTo>
                <a:cubicBezTo>
                  <a:pt x="1269397" y="1483233"/>
                  <a:pt x="1276731" y="1480661"/>
                  <a:pt x="1284066" y="1477994"/>
                </a:cubicBezTo>
                <a:lnTo>
                  <a:pt x="1288733" y="1490853"/>
                </a:lnTo>
                <a:cubicBezTo>
                  <a:pt x="1281303" y="1493520"/>
                  <a:pt x="1273969" y="1496187"/>
                  <a:pt x="1266539" y="1498759"/>
                </a:cubicBezTo>
                <a:close/>
                <a:moveTo>
                  <a:pt x="1310831" y="1482566"/>
                </a:moveTo>
                <a:lnTo>
                  <a:pt x="1305878" y="1469803"/>
                </a:lnTo>
                <a:cubicBezTo>
                  <a:pt x="1313117" y="1467041"/>
                  <a:pt x="1320356" y="1464088"/>
                  <a:pt x="1327594" y="1461135"/>
                </a:cubicBezTo>
                <a:lnTo>
                  <a:pt x="1332738" y="1473803"/>
                </a:lnTo>
                <a:cubicBezTo>
                  <a:pt x="1325404" y="1476756"/>
                  <a:pt x="1318165" y="1479709"/>
                  <a:pt x="1310831" y="1482566"/>
                </a:cubicBezTo>
                <a:close/>
                <a:moveTo>
                  <a:pt x="370332" y="1482471"/>
                </a:moveTo>
                <a:cubicBezTo>
                  <a:pt x="363283" y="1478852"/>
                  <a:pt x="356330" y="1475137"/>
                  <a:pt x="349473" y="1471232"/>
                </a:cubicBezTo>
                <a:lnTo>
                  <a:pt x="356140" y="1459230"/>
                </a:lnTo>
                <a:cubicBezTo>
                  <a:pt x="362903" y="1463040"/>
                  <a:pt x="369760" y="1466660"/>
                  <a:pt x="376619" y="1470279"/>
                </a:cubicBezTo>
                <a:lnTo>
                  <a:pt x="370332" y="1482471"/>
                </a:lnTo>
                <a:close/>
                <a:moveTo>
                  <a:pt x="1354550" y="1464659"/>
                </a:moveTo>
                <a:lnTo>
                  <a:pt x="1349121" y="1452086"/>
                </a:lnTo>
                <a:cubicBezTo>
                  <a:pt x="1356265" y="1449038"/>
                  <a:pt x="1363408" y="1445800"/>
                  <a:pt x="1370457" y="1442561"/>
                </a:cubicBezTo>
                <a:lnTo>
                  <a:pt x="1376172" y="1455039"/>
                </a:lnTo>
                <a:cubicBezTo>
                  <a:pt x="1369028" y="1458278"/>
                  <a:pt x="1361789" y="1461516"/>
                  <a:pt x="1354550" y="1464659"/>
                </a:cubicBezTo>
                <a:close/>
                <a:moveTo>
                  <a:pt x="328994" y="1459516"/>
                </a:moveTo>
                <a:cubicBezTo>
                  <a:pt x="322231" y="1455515"/>
                  <a:pt x="315468" y="1451324"/>
                  <a:pt x="308801" y="1447038"/>
                </a:cubicBezTo>
                <a:lnTo>
                  <a:pt x="316135" y="1435513"/>
                </a:lnTo>
                <a:cubicBezTo>
                  <a:pt x="322707" y="1439704"/>
                  <a:pt x="329279" y="1443800"/>
                  <a:pt x="335947" y="1447705"/>
                </a:cubicBezTo>
                <a:lnTo>
                  <a:pt x="328898" y="1459516"/>
                </a:lnTo>
                <a:close/>
                <a:moveTo>
                  <a:pt x="1397603" y="1445038"/>
                </a:moveTo>
                <a:lnTo>
                  <a:pt x="1391603" y="1432751"/>
                </a:lnTo>
                <a:cubicBezTo>
                  <a:pt x="1398651" y="1429322"/>
                  <a:pt x="1405604" y="1425893"/>
                  <a:pt x="1412462" y="1422368"/>
                </a:cubicBezTo>
                <a:lnTo>
                  <a:pt x="1418749" y="1434560"/>
                </a:lnTo>
                <a:cubicBezTo>
                  <a:pt x="1411700" y="1438180"/>
                  <a:pt x="1404652" y="1441704"/>
                  <a:pt x="1397603" y="1445133"/>
                </a:cubicBezTo>
                <a:close/>
                <a:moveTo>
                  <a:pt x="289084" y="1433989"/>
                </a:moveTo>
                <a:cubicBezTo>
                  <a:pt x="282607" y="1429512"/>
                  <a:pt x="276130" y="1424940"/>
                  <a:pt x="269748" y="1420273"/>
                </a:cubicBezTo>
                <a:lnTo>
                  <a:pt x="277844" y="1409224"/>
                </a:lnTo>
                <a:cubicBezTo>
                  <a:pt x="284131" y="1413796"/>
                  <a:pt x="290417" y="1418273"/>
                  <a:pt x="296799" y="1422654"/>
                </a:cubicBezTo>
                <a:lnTo>
                  <a:pt x="289084" y="1433989"/>
                </a:lnTo>
                <a:close/>
                <a:moveTo>
                  <a:pt x="1439704" y="1423416"/>
                </a:moveTo>
                <a:lnTo>
                  <a:pt x="1433131" y="1411414"/>
                </a:lnTo>
                <a:cubicBezTo>
                  <a:pt x="1439990" y="1407700"/>
                  <a:pt x="1446752" y="1403890"/>
                  <a:pt x="1453515" y="1399985"/>
                </a:cubicBezTo>
                <a:lnTo>
                  <a:pt x="1460373" y="1411891"/>
                </a:lnTo>
                <a:cubicBezTo>
                  <a:pt x="1453515" y="1415796"/>
                  <a:pt x="1446657" y="1419701"/>
                  <a:pt x="1439704" y="1423511"/>
                </a:cubicBezTo>
                <a:close/>
                <a:moveTo>
                  <a:pt x="250793" y="1405985"/>
                </a:moveTo>
                <a:cubicBezTo>
                  <a:pt x="244602" y="1401128"/>
                  <a:pt x="238411" y="1396175"/>
                  <a:pt x="232410" y="1391031"/>
                </a:cubicBezTo>
                <a:lnTo>
                  <a:pt x="241173" y="1380554"/>
                </a:lnTo>
                <a:cubicBezTo>
                  <a:pt x="247079" y="1385507"/>
                  <a:pt x="253174" y="1390460"/>
                  <a:pt x="259271" y="1395222"/>
                </a:cubicBezTo>
                <a:lnTo>
                  <a:pt x="250793" y="1405985"/>
                </a:lnTo>
                <a:close/>
                <a:moveTo>
                  <a:pt x="1480661" y="1399699"/>
                </a:moveTo>
                <a:lnTo>
                  <a:pt x="1473517" y="1388078"/>
                </a:lnTo>
                <a:cubicBezTo>
                  <a:pt x="1480185" y="1383983"/>
                  <a:pt x="1486757" y="1379792"/>
                  <a:pt x="1493234" y="1375601"/>
                </a:cubicBezTo>
                <a:lnTo>
                  <a:pt x="1500759" y="1387031"/>
                </a:lnTo>
                <a:cubicBezTo>
                  <a:pt x="1494187" y="1391317"/>
                  <a:pt x="1487519" y="1395603"/>
                  <a:pt x="1480756" y="1399699"/>
                </a:cubicBezTo>
                <a:close/>
                <a:moveTo>
                  <a:pt x="214408" y="1375505"/>
                </a:moveTo>
                <a:cubicBezTo>
                  <a:pt x="211455" y="1372838"/>
                  <a:pt x="208597" y="1370267"/>
                  <a:pt x="205740" y="1367600"/>
                </a:cubicBezTo>
                <a:cubicBezTo>
                  <a:pt x="202787" y="1364933"/>
                  <a:pt x="199930" y="1362170"/>
                  <a:pt x="197073" y="1359408"/>
                </a:cubicBezTo>
                <a:lnTo>
                  <a:pt x="206598" y="1349502"/>
                </a:lnTo>
                <a:cubicBezTo>
                  <a:pt x="209360" y="1352169"/>
                  <a:pt x="212217" y="1354836"/>
                  <a:pt x="215074" y="1357503"/>
                </a:cubicBezTo>
                <a:cubicBezTo>
                  <a:pt x="217932" y="1360170"/>
                  <a:pt x="220790" y="1362742"/>
                  <a:pt x="223647" y="1365314"/>
                </a:cubicBezTo>
                <a:lnTo>
                  <a:pt x="214503" y="1375505"/>
                </a:lnTo>
                <a:close/>
                <a:moveTo>
                  <a:pt x="1520285" y="1373696"/>
                </a:moveTo>
                <a:lnTo>
                  <a:pt x="1512475" y="1362456"/>
                </a:lnTo>
                <a:cubicBezTo>
                  <a:pt x="1518856" y="1357979"/>
                  <a:pt x="1525143" y="1353503"/>
                  <a:pt x="1531334" y="1348835"/>
                </a:cubicBezTo>
                <a:lnTo>
                  <a:pt x="1539526" y="1359789"/>
                </a:lnTo>
                <a:cubicBezTo>
                  <a:pt x="1533239" y="1364552"/>
                  <a:pt x="1526762" y="1369124"/>
                  <a:pt x="1520285" y="1373696"/>
                </a:cubicBezTo>
                <a:close/>
                <a:moveTo>
                  <a:pt x="1558290" y="1345311"/>
                </a:moveTo>
                <a:lnTo>
                  <a:pt x="1549717" y="1334643"/>
                </a:lnTo>
                <a:cubicBezTo>
                  <a:pt x="1555814" y="1329785"/>
                  <a:pt x="1561719" y="1324832"/>
                  <a:pt x="1567624" y="1319784"/>
                </a:cubicBezTo>
                <a:lnTo>
                  <a:pt x="1576578" y="1330166"/>
                </a:lnTo>
                <a:cubicBezTo>
                  <a:pt x="1570577" y="1335310"/>
                  <a:pt x="1564482" y="1340358"/>
                  <a:pt x="1558290" y="1345311"/>
                </a:cubicBezTo>
                <a:close/>
                <a:moveTo>
                  <a:pt x="180213" y="1342549"/>
                </a:moveTo>
                <a:cubicBezTo>
                  <a:pt x="174688" y="1336834"/>
                  <a:pt x="169354" y="1331119"/>
                  <a:pt x="164021" y="1325213"/>
                </a:cubicBezTo>
                <a:lnTo>
                  <a:pt x="174212" y="1316069"/>
                </a:lnTo>
                <a:cubicBezTo>
                  <a:pt x="179356" y="1321784"/>
                  <a:pt x="184690" y="1327499"/>
                  <a:pt x="190024" y="1333024"/>
                </a:cubicBezTo>
                <a:lnTo>
                  <a:pt x="180213" y="1342549"/>
                </a:lnTo>
                <a:close/>
                <a:moveTo>
                  <a:pt x="1594294" y="1314355"/>
                </a:moveTo>
                <a:lnTo>
                  <a:pt x="1584960" y="1304258"/>
                </a:lnTo>
                <a:cubicBezTo>
                  <a:pt x="1590675" y="1299020"/>
                  <a:pt x="1596199" y="1293590"/>
                  <a:pt x="1601724" y="1288161"/>
                </a:cubicBezTo>
                <a:lnTo>
                  <a:pt x="1611440" y="1297877"/>
                </a:lnTo>
                <a:cubicBezTo>
                  <a:pt x="1605820" y="1303496"/>
                  <a:pt x="1600105" y="1308926"/>
                  <a:pt x="1594294" y="1314355"/>
                </a:cubicBezTo>
                <a:close/>
                <a:moveTo>
                  <a:pt x="148495" y="1307306"/>
                </a:moveTo>
                <a:cubicBezTo>
                  <a:pt x="143447" y="1301210"/>
                  <a:pt x="138398" y="1295114"/>
                  <a:pt x="133540" y="1288828"/>
                </a:cubicBezTo>
                <a:lnTo>
                  <a:pt x="144304" y="1280446"/>
                </a:lnTo>
                <a:cubicBezTo>
                  <a:pt x="149066" y="1286542"/>
                  <a:pt x="153924" y="1292543"/>
                  <a:pt x="158877" y="1298543"/>
                </a:cubicBezTo>
                <a:lnTo>
                  <a:pt x="148399" y="1307306"/>
                </a:lnTo>
                <a:close/>
                <a:moveTo>
                  <a:pt x="1627918" y="1280827"/>
                </a:moveTo>
                <a:lnTo>
                  <a:pt x="1617821" y="1271492"/>
                </a:lnTo>
                <a:cubicBezTo>
                  <a:pt x="1623060" y="1265777"/>
                  <a:pt x="1628204" y="1260062"/>
                  <a:pt x="1633252" y="1254157"/>
                </a:cubicBezTo>
                <a:lnTo>
                  <a:pt x="1643634" y="1263015"/>
                </a:lnTo>
                <a:cubicBezTo>
                  <a:pt x="1638490" y="1269016"/>
                  <a:pt x="1633252" y="1274921"/>
                  <a:pt x="1627823" y="1280732"/>
                </a:cubicBezTo>
                <a:close/>
                <a:moveTo>
                  <a:pt x="119348" y="1269873"/>
                </a:moveTo>
                <a:cubicBezTo>
                  <a:pt x="114681" y="1263491"/>
                  <a:pt x="110204" y="1257014"/>
                  <a:pt x="105823" y="1250442"/>
                </a:cubicBezTo>
                <a:lnTo>
                  <a:pt x="117158" y="1242822"/>
                </a:lnTo>
                <a:cubicBezTo>
                  <a:pt x="121444" y="1249299"/>
                  <a:pt x="125921" y="1255585"/>
                  <a:pt x="130398" y="1261872"/>
                </a:cubicBezTo>
                <a:lnTo>
                  <a:pt x="119253" y="1269873"/>
                </a:lnTo>
                <a:close/>
                <a:moveTo>
                  <a:pt x="1658683" y="1244632"/>
                </a:moveTo>
                <a:lnTo>
                  <a:pt x="1647920" y="1236155"/>
                </a:lnTo>
                <a:cubicBezTo>
                  <a:pt x="1652683" y="1230059"/>
                  <a:pt x="1657255" y="1223867"/>
                  <a:pt x="1661827" y="1217581"/>
                </a:cubicBezTo>
                <a:lnTo>
                  <a:pt x="1672971" y="1225487"/>
                </a:lnTo>
                <a:cubicBezTo>
                  <a:pt x="1668399" y="1231964"/>
                  <a:pt x="1663637" y="1238250"/>
                  <a:pt x="1658779" y="1244537"/>
                </a:cubicBezTo>
                <a:close/>
                <a:moveTo>
                  <a:pt x="92964" y="1230439"/>
                </a:moveTo>
                <a:cubicBezTo>
                  <a:pt x="88773" y="1223677"/>
                  <a:pt x="84772" y="1216914"/>
                  <a:pt x="80867" y="1210056"/>
                </a:cubicBezTo>
                <a:lnTo>
                  <a:pt x="92774" y="1203293"/>
                </a:lnTo>
                <a:cubicBezTo>
                  <a:pt x="96583" y="1210056"/>
                  <a:pt x="100584" y="1216724"/>
                  <a:pt x="104680" y="1223296"/>
                </a:cubicBezTo>
                <a:lnTo>
                  <a:pt x="93059" y="1230535"/>
                </a:lnTo>
                <a:close/>
                <a:moveTo>
                  <a:pt x="1686306" y="1205960"/>
                </a:moveTo>
                <a:lnTo>
                  <a:pt x="1674781" y="1198531"/>
                </a:lnTo>
                <a:cubicBezTo>
                  <a:pt x="1677257" y="1194721"/>
                  <a:pt x="1679639" y="1190911"/>
                  <a:pt x="1682020" y="1187006"/>
                </a:cubicBezTo>
                <a:cubicBezTo>
                  <a:pt x="1683734" y="1184243"/>
                  <a:pt x="1685354" y="1181481"/>
                  <a:pt x="1686973" y="1178814"/>
                </a:cubicBezTo>
                <a:lnTo>
                  <a:pt x="1698784" y="1185767"/>
                </a:lnTo>
                <a:cubicBezTo>
                  <a:pt x="1697165" y="1188625"/>
                  <a:pt x="1695450" y="1191387"/>
                  <a:pt x="1693735" y="1194245"/>
                </a:cubicBezTo>
                <a:cubicBezTo>
                  <a:pt x="1691354" y="1198245"/>
                  <a:pt x="1688783" y="1202150"/>
                  <a:pt x="1686306" y="1206056"/>
                </a:cubicBezTo>
                <a:close/>
                <a:moveTo>
                  <a:pt x="69437" y="1189196"/>
                </a:moveTo>
                <a:cubicBezTo>
                  <a:pt x="65722" y="1182148"/>
                  <a:pt x="62198" y="1175099"/>
                  <a:pt x="58865" y="1167956"/>
                </a:cubicBezTo>
                <a:lnTo>
                  <a:pt x="71247" y="1162050"/>
                </a:lnTo>
                <a:cubicBezTo>
                  <a:pt x="74581" y="1169003"/>
                  <a:pt x="78010" y="1175957"/>
                  <a:pt x="81629" y="1182814"/>
                </a:cubicBezTo>
                <a:lnTo>
                  <a:pt x="69533" y="1189196"/>
                </a:lnTo>
                <a:close/>
                <a:moveTo>
                  <a:pt x="1710404" y="1164908"/>
                </a:moveTo>
                <a:lnTo>
                  <a:pt x="1698308" y="1158526"/>
                </a:lnTo>
                <a:cubicBezTo>
                  <a:pt x="1701927" y="1151668"/>
                  <a:pt x="1705356" y="1144714"/>
                  <a:pt x="1708594" y="1137761"/>
                </a:cubicBezTo>
                <a:lnTo>
                  <a:pt x="1720977" y="1143572"/>
                </a:lnTo>
                <a:cubicBezTo>
                  <a:pt x="1717643" y="1150715"/>
                  <a:pt x="1714119" y="1157859"/>
                  <a:pt x="1710404" y="1164908"/>
                </a:cubicBezTo>
                <a:close/>
                <a:moveTo>
                  <a:pt x="48958" y="1146429"/>
                </a:moveTo>
                <a:cubicBezTo>
                  <a:pt x="45816" y="1139190"/>
                  <a:pt x="42767" y="1131856"/>
                  <a:pt x="39910" y="1124426"/>
                </a:cubicBezTo>
                <a:lnTo>
                  <a:pt x="52673" y="1119473"/>
                </a:lnTo>
                <a:cubicBezTo>
                  <a:pt x="55435" y="1126712"/>
                  <a:pt x="58388" y="1133856"/>
                  <a:pt x="61436" y="1141000"/>
                </a:cubicBezTo>
                <a:lnTo>
                  <a:pt x="48863" y="1146429"/>
                </a:lnTo>
                <a:close/>
                <a:moveTo>
                  <a:pt x="1730598" y="1121855"/>
                </a:moveTo>
                <a:lnTo>
                  <a:pt x="1717929" y="1116616"/>
                </a:lnTo>
                <a:cubicBezTo>
                  <a:pt x="1720882" y="1109472"/>
                  <a:pt x="1723739" y="1102233"/>
                  <a:pt x="1726407" y="1094994"/>
                </a:cubicBezTo>
                <a:lnTo>
                  <a:pt x="1739265" y="1099757"/>
                </a:lnTo>
                <a:cubicBezTo>
                  <a:pt x="1736503" y="1107186"/>
                  <a:pt x="1733645" y="1114616"/>
                  <a:pt x="1730598" y="1121950"/>
                </a:cubicBezTo>
                <a:close/>
                <a:moveTo>
                  <a:pt x="31813" y="1102138"/>
                </a:moveTo>
                <a:cubicBezTo>
                  <a:pt x="29242" y="1094613"/>
                  <a:pt x="26765" y="1087088"/>
                  <a:pt x="24479" y="1079564"/>
                </a:cubicBezTo>
                <a:lnTo>
                  <a:pt x="37624" y="1075563"/>
                </a:lnTo>
                <a:cubicBezTo>
                  <a:pt x="39814" y="1082993"/>
                  <a:pt x="42196" y="1090327"/>
                  <a:pt x="44767" y="1097661"/>
                </a:cubicBezTo>
                <a:lnTo>
                  <a:pt x="31813" y="1102138"/>
                </a:lnTo>
                <a:close/>
                <a:moveTo>
                  <a:pt x="1746980" y="1077278"/>
                </a:moveTo>
                <a:lnTo>
                  <a:pt x="1733931" y="1073087"/>
                </a:lnTo>
                <a:cubicBezTo>
                  <a:pt x="1736312" y="1065752"/>
                  <a:pt x="1738503" y="1058323"/>
                  <a:pt x="1740503" y="1050893"/>
                </a:cubicBezTo>
                <a:lnTo>
                  <a:pt x="1753743" y="1054513"/>
                </a:lnTo>
                <a:cubicBezTo>
                  <a:pt x="1751648" y="1062133"/>
                  <a:pt x="1749362" y="1069753"/>
                  <a:pt x="1746980" y="1077278"/>
                </a:cubicBezTo>
                <a:close/>
                <a:moveTo>
                  <a:pt x="18097" y="1056608"/>
                </a:moveTo>
                <a:cubicBezTo>
                  <a:pt x="16097" y="1048893"/>
                  <a:pt x="14288" y="1041273"/>
                  <a:pt x="12573" y="1033463"/>
                </a:cubicBezTo>
                <a:lnTo>
                  <a:pt x="26003" y="1030605"/>
                </a:lnTo>
                <a:cubicBezTo>
                  <a:pt x="27622" y="1038130"/>
                  <a:pt x="29432" y="1045655"/>
                  <a:pt x="31337" y="1053179"/>
                </a:cubicBezTo>
                <a:lnTo>
                  <a:pt x="18097" y="1056608"/>
                </a:lnTo>
                <a:close/>
                <a:moveTo>
                  <a:pt x="1759553" y="1031462"/>
                </a:moveTo>
                <a:lnTo>
                  <a:pt x="1746218" y="1028319"/>
                </a:lnTo>
                <a:cubicBezTo>
                  <a:pt x="1747933" y="1020794"/>
                  <a:pt x="1749552" y="1013174"/>
                  <a:pt x="1750981" y="1005650"/>
                </a:cubicBezTo>
                <a:lnTo>
                  <a:pt x="1764411" y="1008221"/>
                </a:lnTo>
                <a:cubicBezTo>
                  <a:pt x="1762887" y="1016032"/>
                  <a:pt x="1761268" y="1023747"/>
                  <a:pt x="1759458" y="1031462"/>
                </a:cubicBezTo>
                <a:close/>
                <a:moveTo>
                  <a:pt x="8096" y="1010222"/>
                </a:moveTo>
                <a:cubicBezTo>
                  <a:pt x="6763" y="1002411"/>
                  <a:pt x="5525" y="994601"/>
                  <a:pt x="4572" y="986695"/>
                </a:cubicBezTo>
                <a:lnTo>
                  <a:pt x="18193" y="984885"/>
                </a:lnTo>
                <a:cubicBezTo>
                  <a:pt x="19145" y="992600"/>
                  <a:pt x="20384" y="1000220"/>
                  <a:pt x="21622" y="1007840"/>
                </a:cubicBezTo>
                <a:lnTo>
                  <a:pt x="8096" y="1010126"/>
                </a:lnTo>
                <a:close/>
                <a:moveTo>
                  <a:pt x="1768412" y="984790"/>
                </a:moveTo>
                <a:lnTo>
                  <a:pt x="1754886" y="982694"/>
                </a:lnTo>
                <a:cubicBezTo>
                  <a:pt x="1756029" y="975074"/>
                  <a:pt x="1757077" y="967359"/>
                  <a:pt x="1757934" y="959644"/>
                </a:cubicBezTo>
                <a:lnTo>
                  <a:pt x="1771555" y="961263"/>
                </a:lnTo>
                <a:cubicBezTo>
                  <a:pt x="1770602" y="969169"/>
                  <a:pt x="1769555" y="976979"/>
                  <a:pt x="1768412" y="984790"/>
                </a:cubicBezTo>
                <a:close/>
                <a:moveTo>
                  <a:pt x="2000" y="963073"/>
                </a:moveTo>
                <a:cubicBezTo>
                  <a:pt x="1334" y="955167"/>
                  <a:pt x="762" y="947261"/>
                  <a:pt x="476" y="939355"/>
                </a:cubicBezTo>
                <a:lnTo>
                  <a:pt x="14192" y="938784"/>
                </a:lnTo>
                <a:cubicBezTo>
                  <a:pt x="14478" y="946499"/>
                  <a:pt x="15050" y="954214"/>
                  <a:pt x="15716" y="961930"/>
                </a:cubicBezTo>
                <a:lnTo>
                  <a:pt x="2096" y="963073"/>
                </a:lnTo>
                <a:close/>
                <a:moveTo>
                  <a:pt x="1773936" y="937641"/>
                </a:moveTo>
                <a:lnTo>
                  <a:pt x="1760316" y="936593"/>
                </a:lnTo>
                <a:cubicBezTo>
                  <a:pt x="1760887" y="928878"/>
                  <a:pt x="1761363" y="921163"/>
                  <a:pt x="1761744" y="913352"/>
                </a:cubicBezTo>
                <a:lnTo>
                  <a:pt x="1775460" y="914019"/>
                </a:lnTo>
                <a:cubicBezTo>
                  <a:pt x="1775079" y="921925"/>
                  <a:pt x="1774603" y="929830"/>
                  <a:pt x="1774032" y="937641"/>
                </a:cubicBezTo>
                <a:close/>
                <a:moveTo>
                  <a:pt x="13716" y="915543"/>
                </a:moveTo>
                <a:lnTo>
                  <a:pt x="0" y="915543"/>
                </a:lnTo>
                <a:cubicBezTo>
                  <a:pt x="0" y="907637"/>
                  <a:pt x="190" y="899636"/>
                  <a:pt x="571" y="891730"/>
                </a:cubicBezTo>
                <a:lnTo>
                  <a:pt x="14288" y="892397"/>
                </a:lnTo>
                <a:cubicBezTo>
                  <a:pt x="13906" y="900113"/>
                  <a:pt x="13716" y="907828"/>
                  <a:pt x="13716" y="915543"/>
                </a:cubicBezTo>
                <a:close/>
                <a:moveTo>
                  <a:pt x="1776031" y="890302"/>
                </a:moveTo>
                <a:lnTo>
                  <a:pt x="1762315" y="890111"/>
                </a:lnTo>
                <a:cubicBezTo>
                  <a:pt x="1762315" y="887254"/>
                  <a:pt x="1762315" y="884396"/>
                  <a:pt x="1762315" y="881539"/>
                </a:cubicBezTo>
                <a:cubicBezTo>
                  <a:pt x="1762315" y="876586"/>
                  <a:pt x="1762315" y="871728"/>
                  <a:pt x="1762125" y="866775"/>
                </a:cubicBezTo>
                <a:lnTo>
                  <a:pt x="1775841" y="866489"/>
                </a:lnTo>
                <a:cubicBezTo>
                  <a:pt x="1775936" y="871538"/>
                  <a:pt x="1776031" y="876491"/>
                  <a:pt x="1776031" y="881539"/>
                </a:cubicBezTo>
                <a:cubicBezTo>
                  <a:pt x="1776031" y="884492"/>
                  <a:pt x="1776031" y="887349"/>
                  <a:pt x="1776031" y="890207"/>
                </a:cubicBezTo>
                <a:close/>
                <a:moveTo>
                  <a:pt x="15907" y="869347"/>
                </a:moveTo>
                <a:lnTo>
                  <a:pt x="2286" y="868013"/>
                </a:lnTo>
                <a:cubicBezTo>
                  <a:pt x="3048" y="860108"/>
                  <a:pt x="4001" y="852202"/>
                  <a:pt x="5144" y="844391"/>
                </a:cubicBezTo>
                <a:lnTo>
                  <a:pt x="18669" y="846392"/>
                </a:lnTo>
                <a:cubicBezTo>
                  <a:pt x="17526" y="854011"/>
                  <a:pt x="16669" y="861727"/>
                  <a:pt x="15907" y="869347"/>
                </a:cubicBezTo>
                <a:close/>
                <a:moveTo>
                  <a:pt x="1761363" y="843629"/>
                </a:moveTo>
                <a:cubicBezTo>
                  <a:pt x="1760982" y="835914"/>
                  <a:pt x="1760410" y="828104"/>
                  <a:pt x="1759839" y="820388"/>
                </a:cubicBezTo>
                <a:lnTo>
                  <a:pt x="1773460" y="819245"/>
                </a:lnTo>
                <a:cubicBezTo>
                  <a:pt x="1774126" y="827151"/>
                  <a:pt x="1774603" y="834961"/>
                  <a:pt x="1775079" y="842867"/>
                </a:cubicBezTo>
                <a:lnTo>
                  <a:pt x="1761363" y="843534"/>
                </a:lnTo>
                <a:close/>
                <a:moveTo>
                  <a:pt x="22479" y="823436"/>
                </a:moveTo>
                <a:lnTo>
                  <a:pt x="9049" y="820865"/>
                </a:lnTo>
                <a:cubicBezTo>
                  <a:pt x="10573" y="813054"/>
                  <a:pt x="12287" y="805339"/>
                  <a:pt x="14097" y="797624"/>
                </a:cubicBezTo>
                <a:lnTo>
                  <a:pt x="27432" y="800862"/>
                </a:lnTo>
                <a:cubicBezTo>
                  <a:pt x="25622" y="808387"/>
                  <a:pt x="24003" y="815911"/>
                  <a:pt x="22479" y="823532"/>
                </a:cubicBezTo>
                <a:close/>
                <a:moveTo>
                  <a:pt x="1757553" y="797243"/>
                </a:moveTo>
                <a:cubicBezTo>
                  <a:pt x="1756696" y="789527"/>
                  <a:pt x="1755743" y="781812"/>
                  <a:pt x="1754600" y="774097"/>
                </a:cubicBezTo>
                <a:lnTo>
                  <a:pt x="1768126" y="772192"/>
                </a:lnTo>
                <a:cubicBezTo>
                  <a:pt x="1769269" y="780002"/>
                  <a:pt x="1770221" y="787813"/>
                  <a:pt x="1771079" y="795719"/>
                </a:cubicBezTo>
                <a:lnTo>
                  <a:pt x="1757458" y="797243"/>
                </a:lnTo>
                <a:close/>
                <a:moveTo>
                  <a:pt x="33433" y="778478"/>
                </a:moveTo>
                <a:lnTo>
                  <a:pt x="20288" y="774668"/>
                </a:lnTo>
                <a:cubicBezTo>
                  <a:pt x="22479" y="767048"/>
                  <a:pt x="24860" y="759524"/>
                  <a:pt x="27432" y="751999"/>
                </a:cubicBezTo>
                <a:lnTo>
                  <a:pt x="40386" y="756476"/>
                </a:lnTo>
                <a:cubicBezTo>
                  <a:pt x="37910" y="763810"/>
                  <a:pt x="35528" y="771144"/>
                  <a:pt x="33433" y="778574"/>
                </a:cubicBezTo>
                <a:close/>
                <a:moveTo>
                  <a:pt x="1751076" y="751046"/>
                </a:moveTo>
                <a:cubicBezTo>
                  <a:pt x="1749742" y="743426"/>
                  <a:pt x="1748314" y="735711"/>
                  <a:pt x="1746885" y="728186"/>
                </a:cubicBezTo>
                <a:lnTo>
                  <a:pt x="1760316" y="725519"/>
                </a:lnTo>
                <a:cubicBezTo>
                  <a:pt x="1761839" y="733234"/>
                  <a:pt x="1763268" y="741045"/>
                  <a:pt x="1764601" y="748760"/>
                </a:cubicBezTo>
                <a:lnTo>
                  <a:pt x="1751076" y="751046"/>
                </a:lnTo>
                <a:close/>
                <a:moveTo>
                  <a:pt x="48387" y="734568"/>
                </a:moveTo>
                <a:lnTo>
                  <a:pt x="35623" y="729520"/>
                </a:lnTo>
                <a:cubicBezTo>
                  <a:pt x="38576" y="722186"/>
                  <a:pt x="41624" y="714851"/>
                  <a:pt x="44863" y="707612"/>
                </a:cubicBezTo>
                <a:lnTo>
                  <a:pt x="57340" y="713232"/>
                </a:lnTo>
                <a:cubicBezTo>
                  <a:pt x="54198" y="720281"/>
                  <a:pt x="51149" y="727424"/>
                  <a:pt x="48387" y="734568"/>
                </a:cubicBezTo>
                <a:close/>
                <a:moveTo>
                  <a:pt x="1741932" y="705422"/>
                </a:moveTo>
                <a:cubicBezTo>
                  <a:pt x="1740217" y="697802"/>
                  <a:pt x="1738408" y="690277"/>
                  <a:pt x="1736408" y="682752"/>
                </a:cubicBezTo>
                <a:lnTo>
                  <a:pt x="1749648" y="679323"/>
                </a:lnTo>
                <a:cubicBezTo>
                  <a:pt x="1751648" y="686943"/>
                  <a:pt x="1753457" y="694658"/>
                  <a:pt x="1755267" y="702374"/>
                </a:cubicBezTo>
                <a:lnTo>
                  <a:pt x="1741932" y="705422"/>
                </a:lnTo>
                <a:close/>
                <a:moveTo>
                  <a:pt x="67342" y="692277"/>
                </a:moveTo>
                <a:lnTo>
                  <a:pt x="55054" y="686086"/>
                </a:lnTo>
                <a:cubicBezTo>
                  <a:pt x="58579" y="679037"/>
                  <a:pt x="62389" y="671989"/>
                  <a:pt x="66199" y="665036"/>
                </a:cubicBezTo>
                <a:lnTo>
                  <a:pt x="78105" y="671703"/>
                </a:lnTo>
                <a:cubicBezTo>
                  <a:pt x="74295" y="678466"/>
                  <a:pt x="70676" y="685229"/>
                  <a:pt x="67247" y="692182"/>
                </a:cubicBezTo>
                <a:close/>
                <a:moveTo>
                  <a:pt x="1730407" y="660273"/>
                </a:moveTo>
                <a:cubicBezTo>
                  <a:pt x="1728311" y="652748"/>
                  <a:pt x="1726025" y="645319"/>
                  <a:pt x="1723739" y="637984"/>
                </a:cubicBezTo>
                <a:lnTo>
                  <a:pt x="1736789" y="633889"/>
                </a:lnTo>
                <a:cubicBezTo>
                  <a:pt x="1739170" y="641413"/>
                  <a:pt x="1741456" y="648938"/>
                  <a:pt x="1743551" y="656558"/>
                </a:cubicBezTo>
                <a:lnTo>
                  <a:pt x="1730407" y="660273"/>
                </a:lnTo>
                <a:close/>
                <a:moveTo>
                  <a:pt x="90011" y="651986"/>
                </a:moveTo>
                <a:lnTo>
                  <a:pt x="78391" y="644747"/>
                </a:lnTo>
                <a:cubicBezTo>
                  <a:pt x="82582" y="637984"/>
                  <a:pt x="86963" y="631412"/>
                  <a:pt x="91440" y="624840"/>
                </a:cubicBezTo>
                <a:lnTo>
                  <a:pt x="102679" y="632651"/>
                </a:lnTo>
                <a:cubicBezTo>
                  <a:pt x="98298" y="639032"/>
                  <a:pt x="94012" y="645414"/>
                  <a:pt x="89916" y="651986"/>
                </a:cubicBezTo>
                <a:close/>
                <a:moveTo>
                  <a:pt x="1716405" y="615791"/>
                </a:moveTo>
                <a:cubicBezTo>
                  <a:pt x="1713834" y="608457"/>
                  <a:pt x="1711262" y="601123"/>
                  <a:pt x="1708594" y="593884"/>
                </a:cubicBezTo>
                <a:lnTo>
                  <a:pt x="1721453" y="589121"/>
                </a:lnTo>
                <a:cubicBezTo>
                  <a:pt x="1724215" y="596456"/>
                  <a:pt x="1726883" y="603885"/>
                  <a:pt x="1729454" y="611410"/>
                </a:cubicBezTo>
                <a:lnTo>
                  <a:pt x="1716500" y="615886"/>
                </a:lnTo>
                <a:close/>
                <a:moveTo>
                  <a:pt x="116396" y="613886"/>
                </a:moveTo>
                <a:lnTo>
                  <a:pt x="105537" y="605600"/>
                </a:lnTo>
                <a:cubicBezTo>
                  <a:pt x="110395" y="599313"/>
                  <a:pt x="115348" y="593122"/>
                  <a:pt x="120396" y="587026"/>
                </a:cubicBezTo>
                <a:lnTo>
                  <a:pt x="130874" y="595884"/>
                </a:lnTo>
                <a:cubicBezTo>
                  <a:pt x="125921" y="601790"/>
                  <a:pt x="121063" y="607790"/>
                  <a:pt x="116396" y="613982"/>
                </a:cubicBezTo>
                <a:close/>
                <a:moveTo>
                  <a:pt x="146209" y="578453"/>
                </a:moveTo>
                <a:lnTo>
                  <a:pt x="136208" y="569119"/>
                </a:lnTo>
                <a:cubicBezTo>
                  <a:pt x="141637" y="563309"/>
                  <a:pt x="147161" y="557594"/>
                  <a:pt x="152876" y="552069"/>
                </a:cubicBezTo>
                <a:lnTo>
                  <a:pt x="162401" y="561880"/>
                </a:lnTo>
                <a:cubicBezTo>
                  <a:pt x="156877" y="567214"/>
                  <a:pt x="151447" y="572738"/>
                  <a:pt x="146209" y="578453"/>
                </a:cubicBezTo>
                <a:close/>
                <a:moveTo>
                  <a:pt x="1700308" y="571976"/>
                </a:moveTo>
                <a:cubicBezTo>
                  <a:pt x="1697546" y="564737"/>
                  <a:pt x="1694688" y="557403"/>
                  <a:pt x="1691831" y="550164"/>
                </a:cubicBezTo>
                <a:lnTo>
                  <a:pt x="1704594" y="545116"/>
                </a:lnTo>
                <a:cubicBezTo>
                  <a:pt x="1707451" y="552450"/>
                  <a:pt x="1710309" y="559784"/>
                  <a:pt x="1713071" y="567023"/>
                </a:cubicBezTo>
                <a:lnTo>
                  <a:pt x="1700308" y="571881"/>
                </a:lnTo>
                <a:close/>
                <a:moveTo>
                  <a:pt x="179260" y="546163"/>
                </a:moveTo>
                <a:lnTo>
                  <a:pt x="170212" y="535877"/>
                </a:lnTo>
                <a:cubicBezTo>
                  <a:pt x="176213" y="530638"/>
                  <a:pt x="182308" y="525494"/>
                  <a:pt x="188500" y="520636"/>
                </a:cubicBezTo>
                <a:lnTo>
                  <a:pt x="196977" y="531400"/>
                </a:lnTo>
                <a:cubicBezTo>
                  <a:pt x="190976" y="536162"/>
                  <a:pt x="184976" y="541115"/>
                  <a:pt x="179260" y="546259"/>
                </a:cubicBezTo>
                <a:close/>
                <a:moveTo>
                  <a:pt x="1683163" y="528352"/>
                </a:moveTo>
                <a:cubicBezTo>
                  <a:pt x="1680210" y="521113"/>
                  <a:pt x="1677257" y="513874"/>
                  <a:pt x="1674305" y="506730"/>
                </a:cubicBezTo>
                <a:lnTo>
                  <a:pt x="1686973" y="501491"/>
                </a:lnTo>
                <a:cubicBezTo>
                  <a:pt x="1690021" y="508730"/>
                  <a:pt x="1692974" y="515969"/>
                  <a:pt x="1695926" y="523304"/>
                </a:cubicBezTo>
                <a:lnTo>
                  <a:pt x="1683258" y="528447"/>
                </a:lnTo>
                <a:close/>
                <a:moveTo>
                  <a:pt x="215551" y="517493"/>
                </a:moveTo>
                <a:lnTo>
                  <a:pt x="207645" y="506349"/>
                </a:lnTo>
                <a:cubicBezTo>
                  <a:pt x="214122" y="501777"/>
                  <a:pt x="220790" y="497300"/>
                  <a:pt x="227457" y="493109"/>
                </a:cubicBezTo>
                <a:lnTo>
                  <a:pt x="234791" y="504730"/>
                </a:lnTo>
                <a:cubicBezTo>
                  <a:pt x="228314" y="508825"/>
                  <a:pt x="221837" y="513112"/>
                  <a:pt x="215551" y="517588"/>
                </a:cubicBezTo>
                <a:close/>
                <a:moveTo>
                  <a:pt x="254699" y="492919"/>
                </a:moveTo>
                <a:lnTo>
                  <a:pt x="248031" y="480917"/>
                </a:lnTo>
                <a:cubicBezTo>
                  <a:pt x="254984" y="477012"/>
                  <a:pt x="262128" y="473392"/>
                  <a:pt x="269272" y="469963"/>
                </a:cubicBezTo>
                <a:lnTo>
                  <a:pt x="275177" y="482251"/>
                </a:lnTo>
                <a:cubicBezTo>
                  <a:pt x="268319" y="485584"/>
                  <a:pt x="261366" y="489109"/>
                  <a:pt x="254699" y="492919"/>
                </a:cubicBezTo>
                <a:close/>
                <a:moveTo>
                  <a:pt x="1665160" y="485204"/>
                </a:moveTo>
                <a:cubicBezTo>
                  <a:pt x="1662113" y="478060"/>
                  <a:pt x="1658969" y="470916"/>
                  <a:pt x="1655826" y="463772"/>
                </a:cubicBezTo>
                <a:lnTo>
                  <a:pt x="1668304" y="458248"/>
                </a:lnTo>
                <a:cubicBezTo>
                  <a:pt x="1671447" y="465392"/>
                  <a:pt x="1674685" y="472631"/>
                  <a:pt x="1677733" y="479869"/>
                </a:cubicBezTo>
                <a:lnTo>
                  <a:pt x="1665160" y="485299"/>
                </a:lnTo>
                <a:close/>
                <a:moveTo>
                  <a:pt x="296228" y="472821"/>
                </a:moveTo>
                <a:lnTo>
                  <a:pt x="290989" y="460153"/>
                </a:lnTo>
                <a:cubicBezTo>
                  <a:pt x="298323" y="457105"/>
                  <a:pt x="305753" y="454247"/>
                  <a:pt x="313182" y="451580"/>
                </a:cubicBezTo>
                <a:lnTo>
                  <a:pt x="317754" y="464439"/>
                </a:lnTo>
                <a:cubicBezTo>
                  <a:pt x="310515" y="467011"/>
                  <a:pt x="303276" y="469773"/>
                  <a:pt x="296132" y="472726"/>
                </a:cubicBezTo>
                <a:close/>
                <a:moveTo>
                  <a:pt x="339852" y="457295"/>
                </a:moveTo>
                <a:lnTo>
                  <a:pt x="335851" y="444151"/>
                </a:lnTo>
                <a:cubicBezTo>
                  <a:pt x="343376" y="441865"/>
                  <a:pt x="350996" y="439674"/>
                  <a:pt x="358712" y="437674"/>
                </a:cubicBezTo>
                <a:lnTo>
                  <a:pt x="362236" y="450913"/>
                </a:lnTo>
                <a:cubicBezTo>
                  <a:pt x="354711" y="452914"/>
                  <a:pt x="347281" y="455009"/>
                  <a:pt x="339852" y="457295"/>
                </a:cubicBezTo>
                <a:close/>
                <a:moveTo>
                  <a:pt x="384810" y="445389"/>
                </a:moveTo>
                <a:lnTo>
                  <a:pt x="381762" y="432054"/>
                </a:lnTo>
                <a:cubicBezTo>
                  <a:pt x="389477" y="430244"/>
                  <a:pt x="397192" y="428625"/>
                  <a:pt x="404908" y="427101"/>
                </a:cubicBezTo>
                <a:lnTo>
                  <a:pt x="407575" y="440531"/>
                </a:lnTo>
                <a:cubicBezTo>
                  <a:pt x="399955" y="442055"/>
                  <a:pt x="392335" y="443675"/>
                  <a:pt x="384810" y="445389"/>
                </a:cubicBezTo>
                <a:close/>
                <a:moveTo>
                  <a:pt x="1646206" y="442436"/>
                </a:moveTo>
                <a:cubicBezTo>
                  <a:pt x="1642968" y="435388"/>
                  <a:pt x="1639633" y="428339"/>
                  <a:pt x="1636300" y="421291"/>
                </a:cubicBezTo>
                <a:lnTo>
                  <a:pt x="1648682" y="415385"/>
                </a:lnTo>
                <a:cubicBezTo>
                  <a:pt x="1652111" y="422434"/>
                  <a:pt x="1655445" y="429578"/>
                  <a:pt x="1658683" y="436721"/>
                </a:cubicBezTo>
                <a:lnTo>
                  <a:pt x="1646206" y="442436"/>
                </a:lnTo>
                <a:close/>
                <a:moveTo>
                  <a:pt x="430530" y="436150"/>
                </a:moveTo>
                <a:lnTo>
                  <a:pt x="428149" y="422624"/>
                </a:lnTo>
                <a:cubicBezTo>
                  <a:pt x="435864" y="421291"/>
                  <a:pt x="443674" y="419957"/>
                  <a:pt x="451390" y="418719"/>
                </a:cubicBezTo>
                <a:lnTo>
                  <a:pt x="453581" y="432244"/>
                </a:lnTo>
                <a:cubicBezTo>
                  <a:pt x="445866" y="433483"/>
                  <a:pt x="438150" y="434816"/>
                  <a:pt x="430530" y="436150"/>
                </a:cubicBezTo>
                <a:close/>
                <a:moveTo>
                  <a:pt x="476726" y="428720"/>
                </a:moveTo>
                <a:lnTo>
                  <a:pt x="474726" y="415195"/>
                </a:lnTo>
                <a:cubicBezTo>
                  <a:pt x="482441" y="414052"/>
                  <a:pt x="490252" y="412909"/>
                  <a:pt x="498062" y="411861"/>
                </a:cubicBezTo>
                <a:lnTo>
                  <a:pt x="499967" y="425386"/>
                </a:lnTo>
                <a:cubicBezTo>
                  <a:pt x="492252" y="426530"/>
                  <a:pt x="484537" y="427577"/>
                  <a:pt x="476726" y="428720"/>
                </a:cubicBezTo>
                <a:close/>
                <a:moveTo>
                  <a:pt x="523208" y="422053"/>
                </a:moveTo>
                <a:lnTo>
                  <a:pt x="521303" y="408527"/>
                </a:lnTo>
                <a:lnTo>
                  <a:pt x="544544" y="405194"/>
                </a:lnTo>
                <a:lnTo>
                  <a:pt x="546544" y="418719"/>
                </a:lnTo>
                <a:lnTo>
                  <a:pt x="523304" y="422053"/>
                </a:lnTo>
                <a:close/>
                <a:moveTo>
                  <a:pt x="569785" y="415290"/>
                </a:moveTo>
                <a:lnTo>
                  <a:pt x="567690" y="401765"/>
                </a:lnTo>
                <a:cubicBezTo>
                  <a:pt x="575405" y="400621"/>
                  <a:pt x="583121" y="399383"/>
                  <a:pt x="590740" y="398050"/>
                </a:cubicBezTo>
                <a:lnTo>
                  <a:pt x="593026" y="411575"/>
                </a:lnTo>
                <a:cubicBezTo>
                  <a:pt x="585311" y="412909"/>
                  <a:pt x="577501" y="414147"/>
                  <a:pt x="569785" y="415290"/>
                </a:cubicBezTo>
                <a:close/>
                <a:moveTo>
                  <a:pt x="616267" y="407480"/>
                </a:moveTo>
                <a:lnTo>
                  <a:pt x="613696" y="394049"/>
                </a:lnTo>
                <a:cubicBezTo>
                  <a:pt x="621316" y="392621"/>
                  <a:pt x="628936" y="391096"/>
                  <a:pt x="636556" y="389477"/>
                </a:cubicBezTo>
                <a:lnTo>
                  <a:pt x="639413" y="402908"/>
                </a:lnTo>
                <a:cubicBezTo>
                  <a:pt x="631698" y="404527"/>
                  <a:pt x="623983" y="406146"/>
                  <a:pt x="616267" y="407575"/>
                </a:cubicBezTo>
                <a:close/>
                <a:moveTo>
                  <a:pt x="1625917" y="400240"/>
                </a:moveTo>
                <a:cubicBezTo>
                  <a:pt x="1622393" y="393287"/>
                  <a:pt x="1618869" y="386334"/>
                  <a:pt x="1615249" y="379381"/>
                </a:cubicBezTo>
                <a:lnTo>
                  <a:pt x="1627346" y="372999"/>
                </a:lnTo>
                <a:cubicBezTo>
                  <a:pt x="1630966" y="379952"/>
                  <a:pt x="1634585" y="387001"/>
                  <a:pt x="1638110" y="394049"/>
                </a:cubicBezTo>
                <a:lnTo>
                  <a:pt x="1625823" y="400145"/>
                </a:lnTo>
                <a:close/>
                <a:moveTo>
                  <a:pt x="662464" y="397383"/>
                </a:moveTo>
                <a:lnTo>
                  <a:pt x="659130" y="384048"/>
                </a:lnTo>
                <a:cubicBezTo>
                  <a:pt x="666655" y="382143"/>
                  <a:pt x="674084" y="380143"/>
                  <a:pt x="681514" y="378047"/>
                </a:cubicBezTo>
                <a:lnTo>
                  <a:pt x="685324" y="391192"/>
                </a:lnTo>
                <a:cubicBezTo>
                  <a:pt x="677799" y="393383"/>
                  <a:pt x="670084" y="395478"/>
                  <a:pt x="662464" y="397383"/>
                </a:cubicBezTo>
                <a:close/>
                <a:moveTo>
                  <a:pt x="708088" y="384143"/>
                </a:moveTo>
                <a:lnTo>
                  <a:pt x="703707" y="371189"/>
                </a:lnTo>
                <a:cubicBezTo>
                  <a:pt x="711041" y="368713"/>
                  <a:pt x="718280" y="366046"/>
                  <a:pt x="725424" y="363284"/>
                </a:cubicBezTo>
                <a:lnTo>
                  <a:pt x="730473" y="376047"/>
                </a:lnTo>
                <a:cubicBezTo>
                  <a:pt x="723138" y="379000"/>
                  <a:pt x="715613" y="381667"/>
                  <a:pt x="708088" y="384238"/>
                </a:cubicBezTo>
                <a:close/>
                <a:moveTo>
                  <a:pt x="752380" y="366522"/>
                </a:moveTo>
                <a:lnTo>
                  <a:pt x="746569" y="354140"/>
                </a:lnTo>
                <a:cubicBezTo>
                  <a:pt x="753618" y="350806"/>
                  <a:pt x="760571" y="347377"/>
                  <a:pt x="767144" y="343757"/>
                </a:cubicBezTo>
                <a:lnTo>
                  <a:pt x="773716" y="355759"/>
                </a:lnTo>
                <a:cubicBezTo>
                  <a:pt x="766858" y="359473"/>
                  <a:pt x="759714" y="363093"/>
                  <a:pt x="752380" y="366522"/>
                </a:cubicBezTo>
                <a:close/>
                <a:moveTo>
                  <a:pt x="1604296" y="358807"/>
                </a:moveTo>
                <a:cubicBezTo>
                  <a:pt x="1600581" y="351949"/>
                  <a:pt x="1596771" y="345186"/>
                  <a:pt x="1592866" y="338423"/>
                </a:cubicBezTo>
                <a:lnTo>
                  <a:pt x="1604772" y="331565"/>
                </a:lnTo>
                <a:cubicBezTo>
                  <a:pt x="1608677" y="338423"/>
                  <a:pt x="1612583" y="345281"/>
                  <a:pt x="1616298" y="352234"/>
                </a:cubicBezTo>
                <a:lnTo>
                  <a:pt x="1604296" y="358807"/>
                </a:lnTo>
                <a:close/>
                <a:moveTo>
                  <a:pt x="794385" y="343757"/>
                </a:moveTo>
                <a:lnTo>
                  <a:pt x="787051" y="332137"/>
                </a:lnTo>
                <a:cubicBezTo>
                  <a:pt x="792385" y="328708"/>
                  <a:pt x="797719" y="325184"/>
                  <a:pt x="802958" y="321373"/>
                </a:cubicBezTo>
                <a:lnTo>
                  <a:pt x="806006" y="319183"/>
                </a:lnTo>
                <a:lnTo>
                  <a:pt x="814102" y="330232"/>
                </a:lnTo>
                <a:lnTo>
                  <a:pt x="810863" y="332518"/>
                </a:lnTo>
                <a:cubicBezTo>
                  <a:pt x="805434" y="336423"/>
                  <a:pt x="799910" y="340138"/>
                  <a:pt x="794290" y="343662"/>
                </a:cubicBezTo>
                <a:close/>
                <a:moveTo>
                  <a:pt x="1580960" y="318325"/>
                </a:moveTo>
                <a:cubicBezTo>
                  <a:pt x="1576959" y="311658"/>
                  <a:pt x="1572863" y="305086"/>
                  <a:pt x="1568673" y="298513"/>
                </a:cubicBezTo>
                <a:lnTo>
                  <a:pt x="1580198" y="291179"/>
                </a:lnTo>
                <a:cubicBezTo>
                  <a:pt x="1584389" y="297847"/>
                  <a:pt x="1588580" y="304514"/>
                  <a:pt x="1592675" y="311277"/>
                </a:cubicBezTo>
                <a:lnTo>
                  <a:pt x="1580960" y="318325"/>
                </a:lnTo>
                <a:close/>
                <a:moveTo>
                  <a:pt x="832866" y="315373"/>
                </a:moveTo>
                <a:lnTo>
                  <a:pt x="824008" y="304895"/>
                </a:lnTo>
                <a:cubicBezTo>
                  <a:pt x="829723" y="300038"/>
                  <a:pt x="835533" y="294894"/>
                  <a:pt x="841153" y="289465"/>
                </a:cubicBezTo>
                <a:lnTo>
                  <a:pt x="850583" y="299371"/>
                </a:lnTo>
                <a:cubicBezTo>
                  <a:pt x="844677" y="304990"/>
                  <a:pt x="838676" y="310325"/>
                  <a:pt x="832771" y="315373"/>
                </a:cubicBezTo>
                <a:close/>
                <a:moveTo>
                  <a:pt x="867442" y="282607"/>
                </a:moveTo>
                <a:lnTo>
                  <a:pt x="857536" y="273177"/>
                </a:lnTo>
                <a:cubicBezTo>
                  <a:pt x="862870" y="267557"/>
                  <a:pt x="868108" y="261842"/>
                  <a:pt x="873252" y="256032"/>
                </a:cubicBezTo>
                <a:lnTo>
                  <a:pt x="883539" y="265081"/>
                </a:lnTo>
                <a:cubicBezTo>
                  <a:pt x="878300" y="270986"/>
                  <a:pt x="872966" y="276892"/>
                  <a:pt x="867442" y="282607"/>
                </a:cubicBezTo>
                <a:close/>
                <a:moveTo>
                  <a:pt x="1555909" y="278987"/>
                </a:moveTo>
                <a:cubicBezTo>
                  <a:pt x="1551527" y="272510"/>
                  <a:pt x="1547146" y="266129"/>
                  <a:pt x="1542574" y="259842"/>
                </a:cubicBezTo>
                <a:lnTo>
                  <a:pt x="1553718" y="251936"/>
                </a:lnTo>
                <a:cubicBezTo>
                  <a:pt x="1558290" y="258318"/>
                  <a:pt x="1562767" y="264890"/>
                  <a:pt x="1567244" y="271367"/>
                </a:cubicBezTo>
                <a:lnTo>
                  <a:pt x="1555909" y="278987"/>
                </a:lnTo>
                <a:close/>
                <a:moveTo>
                  <a:pt x="898969" y="247078"/>
                </a:moveTo>
                <a:lnTo>
                  <a:pt x="888492" y="238316"/>
                </a:lnTo>
                <a:cubicBezTo>
                  <a:pt x="893445" y="232315"/>
                  <a:pt x="898398" y="226314"/>
                  <a:pt x="903256" y="220218"/>
                </a:cubicBezTo>
                <a:lnTo>
                  <a:pt x="913924" y="228791"/>
                </a:lnTo>
                <a:cubicBezTo>
                  <a:pt x="908971" y="234982"/>
                  <a:pt x="904018" y="241078"/>
                  <a:pt x="898969" y="247078"/>
                </a:cubicBezTo>
                <a:close/>
                <a:moveTo>
                  <a:pt x="1528763" y="240983"/>
                </a:moveTo>
                <a:cubicBezTo>
                  <a:pt x="1524095" y="234791"/>
                  <a:pt x="1519238" y="228695"/>
                  <a:pt x="1514380" y="222599"/>
                </a:cubicBezTo>
                <a:lnTo>
                  <a:pt x="1525048" y="214027"/>
                </a:lnTo>
                <a:cubicBezTo>
                  <a:pt x="1530001" y="220218"/>
                  <a:pt x="1534858" y="226409"/>
                  <a:pt x="1539621" y="232696"/>
                </a:cubicBezTo>
                <a:lnTo>
                  <a:pt x="1528668" y="240983"/>
                </a:lnTo>
                <a:close/>
                <a:moveTo>
                  <a:pt x="928592" y="210407"/>
                </a:moveTo>
                <a:lnTo>
                  <a:pt x="917829" y="201930"/>
                </a:lnTo>
                <a:lnTo>
                  <a:pt x="932307" y="183451"/>
                </a:lnTo>
                <a:lnTo>
                  <a:pt x="943070" y="191929"/>
                </a:lnTo>
                <a:lnTo>
                  <a:pt x="928592" y="210407"/>
                </a:lnTo>
                <a:close/>
                <a:moveTo>
                  <a:pt x="1499521" y="204788"/>
                </a:moveTo>
                <a:cubicBezTo>
                  <a:pt x="1494473" y="198882"/>
                  <a:pt x="1489329" y="193072"/>
                  <a:pt x="1484091" y="187452"/>
                </a:cubicBezTo>
                <a:lnTo>
                  <a:pt x="1494187" y="178213"/>
                </a:lnTo>
                <a:cubicBezTo>
                  <a:pt x="1499521" y="184023"/>
                  <a:pt x="1504760" y="189928"/>
                  <a:pt x="1509998" y="195929"/>
                </a:cubicBezTo>
                <a:lnTo>
                  <a:pt x="1499616" y="204883"/>
                </a:lnTo>
                <a:close/>
                <a:moveTo>
                  <a:pt x="957644" y="173546"/>
                </a:moveTo>
                <a:lnTo>
                  <a:pt x="946976" y="164973"/>
                </a:lnTo>
                <a:cubicBezTo>
                  <a:pt x="951929" y="158877"/>
                  <a:pt x="956881" y="152686"/>
                  <a:pt x="961930" y="146685"/>
                </a:cubicBezTo>
                <a:lnTo>
                  <a:pt x="972503" y="155448"/>
                </a:lnTo>
                <a:cubicBezTo>
                  <a:pt x="967549" y="161449"/>
                  <a:pt x="962597" y="167449"/>
                  <a:pt x="957739" y="173546"/>
                </a:cubicBezTo>
                <a:close/>
                <a:moveTo>
                  <a:pt x="1467993" y="170593"/>
                </a:moveTo>
                <a:cubicBezTo>
                  <a:pt x="1462564" y="165068"/>
                  <a:pt x="1457039" y="159734"/>
                  <a:pt x="1451325" y="154400"/>
                </a:cubicBezTo>
                <a:lnTo>
                  <a:pt x="1460659" y="144399"/>
                </a:lnTo>
                <a:cubicBezTo>
                  <a:pt x="1466469" y="149828"/>
                  <a:pt x="1472089" y="155353"/>
                  <a:pt x="1477708" y="160972"/>
                </a:cubicBezTo>
                <a:lnTo>
                  <a:pt x="1467993" y="170593"/>
                </a:lnTo>
                <a:close/>
                <a:moveTo>
                  <a:pt x="1434179" y="138874"/>
                </a:moveTo>
                <a:cubicBezTo>
                  <a:pt x="1428369" y="133826"/>
                  <a:pt x="1422368" y="128873"/>
                  <a:pt x="1416367" y="124016"/>
                </a:cubicBezTo>
                <a:lnTo>
                  <a:pt x="1424940" y="113347"/>
                </a:lnTo>
                <a:cubicBezTo>
                  <a:pt x="1431132" y="118300"/>
                  <a:pt x="1437227" y="123349"/>
                  <a:pt x="1443133" y="128492"/>
                </a:cubicBezTo>
                <a:lnTo>
                  <a:pt x="1434179" y="138874"/>
                </a:lnTo>
                <a:close/>
                <a:moveTo>
                  <a:pt x="987552" y="137731"/>
                </a:moveTo>
                <a:lnTo>
                  <a:pt x="977265" y="128683"/>
                </a:lnTo>
                <a:lnTo>
                  <a:pt x="979456" y="126206"/>
                </a:lnTo>
                <a:cubicBezTo>
                  <a:pt x="983742" y="121348"/>
                  <a:pt x="988600" y="116396"/>
                  <a:pt x="993838" y="111347"/>
                </a:cubicBezTo>
                <a:lnTo>
                  <a:pt x="1003363" y="121158"/>
                </a:lnTo>
                <a:cubicBezTo>
                  <a:pt x="998410" y="126016"/>
                  <a:pt x="993838" y="130778"/>
                  <a:pt x="989743" y="135255"/>
                </a:cubicBezTo>
                <a:lnTo>
                  <a:pt x="987552" y="137731"/>
                </a:lnTo>
                <a:close/>
                <a:moveTo>
                  <a:pt x="1397984" y="109919"/>
                </a:moveTo>
                <a:cubicBezTo>
                  <a:pt x="1391793" y="105346"/>
                  <a:pt x="1385506" y="100965"/>
                  <a:pt x="1379030" y="96583"/>
                </a:cubicBezTo>
                <a:lnTo>
                  <a:pt x="1386649" y="85153"/>
                </a:lnTo>
                <a:cubicBezTo>
                  <a:pt x="1393222" y="89535"/>
                  <a:pt x="1399699" y="94107"/>
                  <a:pt x="1406081" y="98774"/>
                </a:cubicBezTo>
                <a:lnTo>
                  <a:pt x="1397984" y="109823"/>
                </a:lnTo>
                <a:close/>
                <a:moveTo>
                  <a:pt x="1020508" y="105632"/>
                </a:moveTo>
                <a:lnTo>
                  <a:pt x="1011650" y="95155"/>
                </a:lnTo>
                <a:cubicBezTo>
                  <a:pt x="1017556" y="90106"/>
                  <a:pt x="1023747" y="85153"/>
                  <a:pt x="1030224" y="80200"/>
                </a:cubicBezTo>
                <a:lnTo>
                  <a:pt x="1038511" y="91059"/>
                </a:lnTo>
                <a:cubicBezTo>
                  <a:pt x="1032225" y="95821"/>
                  <a:pt x="1026224" y="100679"/>
                  <a:pt x="1020508" y="105537"/>
                </a:cubicBezTo>
                <a:close/>
                <a:moveTo>
                  <a:pt x="1366743" y="88582"/>
                </a:moveTo>
                <a:lnTo>
                  <a:pt x="1346930" y="76009"/>
                </a:lnTo>
                <a:lnTo>
                  <a:pt x="1354265" y="64389"/>
                </a:lnTo>
                <a:lnTo>
                  <a:pt x="1374172" y="76962"/>
                </a:lnTo>
                <a:lnTo>
                  <a:pt x="1366838" y="88582"/>
                </a:lnTo>
                <a:close/>
                <a:moveTo>
                  <a:pt x="1057275" y="77533"/>
                </a:moveTo>
                <a:lnTo>
                  <a:pt x="1049465" y="66294"/>
                </a:lnTo>
                <a:cubicBezTo>
                  <a:pt x="1055942" y="61817"/>
                  <a:pt x="1062609" y="57436"/>
                  <a:pt x="1069372" y="53245"/>
                </a:cubicBezTo>
                <a:lnTo>
                  <a:pt x="1076611" y="64865"/>
                </a:lnTo>
                <a:cubicBezTo>
                  <a:pt x="1070039" y="68961"/>
                  <a:pt x="1063466" y="73247"/>
                  <a:pt x="1057180" y="77533"/>
                </a:cubicBezTo>
                <a:close/>
                <a:moveTo>
                  <a:pt x="1327023" y="63532"/>
                </a:moveTo>
                <a:lnTo>
                  <a:pt x="1307211" y="50959"/>
                </a:lnTo>
                <a:lnTo>
                  <a:pt x="1314545" y="39338"/>
                </a:lnTo>
                <a:lnTo>
                  <a:pt x="1334357" y="51911"/>
                </a:lnTo>
                <a:lnTo>
                  <a:pt x="1327023" y="63532"/>
                </a:lnTo>
                <a:close/>
                <a:moveTo>
                  <a:pt x="1096613" y="53054"/>
                </a:moveTo>
                <a:lnTo>
                  <a:pt x="1089946" y="41053"/>
                </a:lnTo>
                <a:cubicBezTo>
                  <a:pt x="1096899" y="37147"/>
                  <a:pt x="1103948" y="33433"/>
                  <a:pt x="1111091" y="30004"/>
                </a:cubicBezTo>
                <a:lnTo>
                  <a:pt x="1117092" y="42291"/>
                </a:lnTo>
                <a:cubicBezTo>
                  <a:pt x="1110234" y="45625"/>
                  <a:pt x="1103376" y="49244"/>
                  <a:pt x="1096613" y="53054"/>
                </a:cubicBezTo>
                <a:close/>
                <a:moveTo>
                  <a:pt x="1287304" y="38481"/>
                </a:moveTo>
                <a:lnTo>
                  <a:pt x="1267397" y="25908"/>
                </a:lnTo>
                <a:lnTo>
                  <a:pt x="1274731" y="14288"/>
                </a:lnTo>
                <a:lnTo>
                  <a:pt x="1294543" y="26860"/>
                </a:lnTo>
                <a:lnTo>
                  <a:pt x="1287208" y="38481"/>
                </a:lnTo>
                <a:close/>
                <a:moveTo>
                  <a:pt x="1138047" y="32861"/>
                </a:moveTo>
                <a:lnTo>
                  <a:pt x="1132809" y="20193"/>
                </a:lnTo>
                <a:cubicBezTo>
                  <a:pt x="1140428" y="17050"/>
                  <a:pt x="1147953" y="14192"/>
                  <a:pt x="1155287" y="11716"/>
                </a:cubicBezTo>
                <a:lnTo>
                  <a:pt x="1159669" y="24670"/>
                </a:lnTo>
                <a:cubicBezTo>
                  <a:pt x="1152715" y="27051"/>
                  <a:pt x="1145382" y="29718"/>
                  <a:pt x="1138143" y="32766"/>
                </a:cubicBezTo>
                <a:close/>
                <a:moveTo>
                  <a:pt x="1181576" y="18478"/>
                </a:moveTo>
                <a:lnTo>
                  <a:pt x="1178433" y="5144"/>
                </a:lnTo>
                <a:cubicBezTo>
                  <a:pt x="1186624" y="3239"/>
                  <a:pt x="1194721" y="1810"/>
                  <a:pt x="1202341" y="952"/>
                </a:cubicBezTo>
                <a:lnTo>
                  <a:pt x="1203865" y="14573"/>
                </a:lnTo>
                <a:cubicBezTo>
                  <a:pt x="1196721" y="15335"/>
                  <a:pt x="1189292" y="16669"/>
                  <a:pt x="1181576" y="18574"/>
                </a:cubicBezTo>
                <a:close/>
                <a:moveTo>
                  <a:pt x="1247870" y="17145"/>
                </a:moveTo>
                <a:cubicBezTo>
                  <a:pt x="1241203" y="15240"/>
                  <a:pt x="1233964" y="14097"/>
                  <a:pt x="1226249" y="13716"/>
                </a:cubicBezTo>
                <a:lnTo>
                  <a:pt x="1226916" y="0"/>
                </a:lnTo>
                <a:cubicBezTo>
                  <a:pt x="1235678" y="476"/>
                  <a:pt x="1243965" y="1810"/>
                  <a:pt x="1251585" y="4000"/>
                </a:cubicBezTo>
                <a:lnTo>
                  <a:pt x="1247775" y="17145"/>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5" name="Google Shape;308;p41"/>
          <p:cNvSpPr/>
          <p:nvPr/>
        </p:nvSpPr>
        <p:spPr>
          <a:xfrm rot="3612600">
            <a:off x="8595793" y="1223121"/>
            <a:ext cx="3224880" cy="5294880"/>
          </a:xfrm>
          <a:custGeom>
            <a:avLst/>
            <a:gdLst>
              <a:gd name="textAreaLeft" fmla="*/ 0 w 3224880"/>
              <a:gd name="textAreaRight" fmla="*/ 3225240 w 3224880"/>
              <a:gd name="textAreaTop" fmla="*/ 0 h 5294880"/>
              <a:gd name="textAreaBottom" fmla="*/ 5295240 h 5294880"/>
            </a:gdLst>
            <a:ahLst/>
            <a:cxnLst/>
            <a:rect l="textAreaLeft" t="textAreaTop" r="textAreaRight" b="textAreaBottom"/>
            <a:pathLst>
              <a:path w="886486" h="1382285">
                <a:moveTo>
                  <a:pt x="690045" y="38454"/>
                </a:moveTo>
                <a:cubicBezTo>
                  <a:pt x="532787" y="-42413"/>
                  <a:pt x="326761" y="11403"/>
                  <a:pt x="200936" y="133323"/>
                </a:cubicBezTo>
                <a:cubicBezTo>
                  <a:pt x="75110" y="255148"/>
                  <a:pt x="18818" y="430503"/>
                  <a:pt x="4054" y="602048"/>
                </a:cubicBezTo>
                <a:cubicBezTo>
                  <a:pt x="-10900" y="775689"/>
                  <a:pt x="13960" y="956759"/>
                  <a:pt x="104733" y="1107254"/>
                </a:cubicBezTo>
                <a:cubicBezTo>
                  <a:pt x="195506" y="1257749"/>
                  <a:pt x="358860" y="1372907"/>
                  <a:pt x="538883" y="1381765"/>
                </a:cubicBezTo>
                <a:cubicBezTo>
                  <a:pt x="639372" y="1386718"/>
                  <a:pt x="744718" y="1356428"/>
                  <a:pt x="814346" y="1286134"/>
                </a:cubicBezTo>
                <a:cubicBezTo>
                  <a:pt x="883974" y="1215839"/>
                  <a:pt x="909691" y="1102968"/>
                  <a:pt x="862447" y="1017053"/>
                </a:cubicBezTo>
                <a:cubicBezTo>
                  <a:pt x="823109" y="945710"/>
                  <a:pt x="743480" y="903229"/>
                  <a:pt x="696426" y="836363"/>
                </a:cubicBezTo>
                <a:cubicBezTo>
                  <a:pt x="642229" y="759306"/>
                  <a:pt x="639372" y="651483"/>
                  <a:pt x="689378" y="571759"/>
                </a:cubicBezTo>
                <a:cubicBezTo>
                  <a:pt x="713952" y="532611"/>
                  <a:pt x="749290" y="500893"/>
                  <a:pt x="776246" y="463174"/>
                </a:cubicBezTo>
                <a:cubicBezTo>
                  <a:pt x="869400" y="332777"/>
                  <a:pt x="845493" y="118083"/>
                  <a:pt x="690045" y="38264"/>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6" name="Google Shape;309;p41"/>
          <p:cNvSpPr/>
          <p:nvPr/>
        </p:nvSpPr>
        <p:spPr>
          <a:xfrm rot="7168200">
            <a:off x="393279" y="3934780"/>
            <a:ext cx="694440" cy="1544040"/>
          </a:xfrm>
          <a:custGeom>
            <a:avLst/>
            <a:gdLst>
              <a:gd name="textAreaLeft" fmla="*/ 0 w 694440"/>
              <a:gd name="textAreaRight" fmla="*/ 694800 w 694440"/>
              <a:gd name="textAreaTop" fmla="*/ 0 h 1544040"/>
              <a:gd name="textAreaBottom" fmla="*/ 1544400 h 1544040"/>
            </a:gdLst>
            <a:ahLst/>
            <a:cxnLst/>
            <a:rect l="textAreaLeft" t="textAreaTop" r="textAreaRight" b="textAreaBottom"/>
            <a:pathLst>
              <a:path w="303148" h="673968">
                <a:moveTo>
                  <a:pt x="6276" y="41516"/>
                </a:moveTo>
                <a:cubicBezTo>
                  <a:pt x="-13726" y="87903"/>
                  <a:pt x="18278" y="138576"/>
                  <a:pt x="43519" y="182296"/>
                </a:cubicBezTo>
                <a:cubicBezTo>
                  <a:pt x="93620" y="269164"/>
                  <a:pt x="120957" y="368890"/>
                  <a:pt x="122290" y="469093"/>
                </a:cubicBezTo>
                <a:cubicBezTo>
                  <a:pt x="122862" y="513861"/>
                  <a:pt x="118576" y="560057"/>
                  <a:pt x="133530" y="602348"/>
                </a:cubicBezTo>
                <a:cubicBezTo>
                  <a:pt x="148484" y="644544"/>
                  <a:pt x="190775" y="681787"/>
                  <a:pt x="234590" y="672547"/>
                </a:cubicBezTo>
                <a:cubicBezTo>
                  <a:pt x="266213" y="665880"/>
                  <a:pt x="289264" y="636829"/>
                  <a:pt x="297836" y="605682"/>
                </a:cubicBezTo>
                <a:cubicBezTo>
                  <a:pt x="306409" y="574535"/>
                  <a:pt x="303075" y="541483"/>
                  <a:pt x="298503" y="509479"/>
                </a:cubicBezTo>
                <a:cubicBezTo>
                  <a:pt x="279358" y="373462"/>
                  <a:pt x="237067" y="247923"/>
                  <a:pt x="187346" y="120669"/>
                </a:cubicBezTo>
                <a:cubicBezTo>
                  <a:pt x="173630" y="85522"/>
                  <a:pt x="166201" y="50470"/>
                  <a:pt x="136387" y="25228"/>
                </a:cubicBezTo>
                <a:cubicBezTo>
                  <a:pt x="96859" y="-8300"/>
                  <a:pt x="29993" y="-13634"/>
                  <a:pt x="6181" y="4161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PlaceHolder 1"/>
          <p:cNvSpPr>
            <a:spLocks noGrp="1"/>
          </p:cNvSpPr>
          <p:nvPr>
            <p:ph type="title"/>
          </p:nvPr>
        </p:nvSpPr>
        <p:spPr>
          <a:xfrm>
            <a:off x="1061793" y="532937"/>
            <a:ext cx="6406558" cy="68526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 sz="3500" b="0" strike="noStrike" spc="-1" dirty="0">
                <a:solidFill>
                  <a:schemeClr val="lt1"/>
                </a:solidFill>
                <a:latin typeface="Caveat Brush"/>
                <a:ea typeface="Caveat Brush"/>
              </a:rPr>
              <a:t>Guidelines for Writing Plagiarism free</a:t>
            </a:r>
            <a:endParaRPr lang="fr-FR" sz="3500" b="0" strike="noStrike" spc="-1" dirty="0">
              <a:solidFill>
                <a:schemeClr val="dk1"/>
              </a:solidFill>
              <a:latin typeface="Arial"/>
            </a:endParaRPr>
          </a:p>
        </p:txBody>
      </p:sp>
      <p:sp>
        <p:nvSpPr>
          <p:cNvPr id="269" name="PlaceHolder 2"/>
          <p:cNvSpPr>
            <a:spLocks noGrp="1"/>
          </p:cNvSpPr>
          <p:nvPr>
            <p:ph type="subTitle"/>
          </p:nvPr>
        </p:nvSpPr>
        <p:spPr>
          <a:xfrm>
            <a:off x="988323" y="1167249"/>
            <a:ext cx="7891070" cy="3443314"/>
          </a:xfrm>
          <a:prstGeom prst="rect">
            <a:avLst/>
          </a:prstGeom>
          <a:noFill/>
          <a:ln w="0">
            <a:noFill/>
          </a:ln>
        </p:spPr>
        <p:txBody>
          <a:bodyPr lIns="91440" tIns="91440" rIns="91440" bIns="91440" anchor="t">
            <a:noAutofit/>
          </a:bodyPr>
          <a:lstStyle/>
          <a:p>
            <a:pPr>
              <a:buFont typeface="Wingdings" panose="05000000000000000000" pitchFamily="2" charset="2"/>
              <a:buChar char="q"/>
            </a:pPr>
            <a:r>
              <a:rPr lang="en-US" sz="1600" dirty="0">
                <a:latin typeface="Albert Sans"/>
              </a:rPr>
              <a:t> </a:t>
            </a:r>
            <a:r>
              <a:rPr lang="en-US" sz="1600" b="1" dirty="0">
                <a:latin typeface="Albert Sans"/>
              </a:rPr>
              <a:t>Acknowledge All Sources</a:t>
            </a:r>
            <a:br>
              <a:rPr lang="en-US" sz="1600" dirty="0">
                <a:latin typeface="Albert Sans"/>
              </a:rPr>
            </a:br>
            <a:r>
              <a:rPr lang="en-US" sz="1600" dirty="0">
                <a:latin typeface="Albert Sans"/>
              </a:rPr>
              <a:t>Always cite any ideas, data, or words that are not your own using the appropriate citation style (e.g., APA, MLA, Chicago).</a:t>
            </a:r>
          </a:p>
          <a:p>
            <a:pPr>
              <a:buFont typeface="Wingdings" panose="05000000000000000000" pitchFamily="2" charset="2"/>
              <a:buChar char="q"/>
            </a:pPr>
            <a:r>
              <a:rPr lang="en-US" sz="1600" dirty="0">
                <a:latin typeface="Albert Sans"/>
              </a:rPr>
              <a:t> </a:t>
            </a:r>
            <a:r>
              <a:rPr lang="en-US" sz="1600" b="1" dirty="0">
                <a:latin typeface="Albert Sans"/>
              </a:rPr>
              <a:t>Paraphrase Properly</a:t>
            </a:r>
            <a:br>
              <a:rPr lang="en-US" sz="1600" dirty="0">
                <a:latin typeface="Albert Sans"/>
              </a:rPr>
            </a:br>
            <a:r>
              <a:rPr lang="en-US" sz="1600" dirty="0">
                <a:latin typeface="Albert Sans"/>
              </a:rPr>
              <a:t>Don’t just change a few words. Rewrite ideas in your own voice and include a citation to the original source.</a:t>
            </a:r>
          </a:p>
          <a:p>
            <a:pPr>
              <a:buFont typeface="Wingdings" panose="05000000000000000000" pitchFamily="2" charset="2"/>
              <a:buChar char="q"/>
            </a:pPr>
            <a:r>
              <a:rPr lang="en-US" sz="1600" b="1" dirty="0">
                <a:latin typeface="Albert Sans"/>
              </a:rPr>
              <a:t>Avoid Patchwriting</a:t>
            </a:r>
            <a:br>
              <a:rPr lang="en-US" sz="1600" dirty="0">
                <a:latin typeface="Albert Sans"/>
              </a:rPr>
            </a:br>
            <a:r>
              <a:rPr lang="en-US" sz="1600" dirty="0">
                <a:latin typeface="Albert Sans"/>
              </a:rPr>
              <a:t>Mixing copied and original text is still plagiarism. Rewrite fully and clearly give credit to the original author.</a:t>
            </a:r>
          </a:p>
          <a:p>
            <a:pPr>
              <a:buFont typeface="Wingdings" panose="05000000000000000000" pitchFamily="2" charset="2"/>
              <a:buChar char="q"/>
            </a:pPr>
            <a:r>
              <a:rPr lang="en-US" sz="1600" b="1" dirty="0">
                <a:latin typeface="Albert Sans"/>
              </a:rPr>
              <a:t>Do Not Recycle Assignments</a:t>
            </a:r>
            <a:br>
              <a:rPr lang="en-US" sz="1600" dirty="0">
                <a:latin typeface="Albert Sans"/>
              </a:rPr>
            </a:br>
            <a:r>
              <a:rPr lang="en-US" sz="1600" dirty="0">
                <a:latin typeface="Albert Sans"/>
              </a:rPr>
              <a:t>Submitting the same paper for multiple courses without permission is unethical. Always create fresh content.</a:t>
            </a:r>
          </a:p>
          <a:p>
            <a:pPr>
              <a:buFont typeface="Wingdings" panose="05000000000000000000" pitchFamily="2" charset="2"/>
              <a:buChar char="q"/>
            </a:pPr>
            <a:r>
              <a:rPr lang="en-US" sz="1600" b="1" dirty="0">
                <a:latin typeface="Albert Sans"/>
              </a:rPr>
              <a:t>Maintain Accuracy</a:t>
            </a:r>
            <a:br>
              <a:rPr lang="en-US" sz="1600" dirty="0">
                <a:latin typeface="Albert Sans"/>
              </a:rPr>
            </a:br>
            <a:r>
              <a:rPr lang="en-US" sz="1600" dirty="0">
                <a:latin typeface="Albert Sans"/>
              </a:rPr>
              <a:t>Present information truthfully don’t invent sources, data, or misrepresent other’s work.</a:t>
            </a:r>
          </a:p>
          <a:p>
            <a:pPr marL="514350" indent="-285750">
              <a:lnSpc>
                <a:spcPct val="100000"/>
              </a:lnSpc>
              <a:spcAft>
                <a:spcPts val="1599"/>
              </a:spcAft>
              <a:buFont typeface="Wingdings" panose="05000000000000000000" pitchFamily="2" charset="2"/>
              <a:buChar char="q"/>
              <a:tabLst>
                <a:tab pos="0" algn="l"/>
              </a:tabLst>
            </a:pPr>
            <a:endParaRPr lang="en-US" sz="1600" b="0" strike="noStrike" spc="-1" dirty="0">
              <a:solidFill>
                <a:srgbClr val="000000"/>
              </a:solidFill>
              <a:latin typeface="Albert Sans"/>
            </a:endParaRPr>
          </a:p>
        </p:txBody>
      </p:sp>
      <p:sp>
        <p:nvSpPr>
          <p:cNvPr id="271" name="Google Shape;521;p55"/>
          <p:cNvSpPr/>
          <p:nvPr/>
        </p:nvSpPr>
        <p:spPr>
          <a:xfrm rot="5400000">
            <a:off x="5965920" y="-329760"/>
            <a:ext cx="1393920" cy="1229040"/>
          </a:xfrm>
          <a:custGeom>
            <a:avLst/>
            <a:gdLst>
              <a:gd name="textAreaLeft" fmla="*/ 0 w 1393920"/>
              <a:gd name="textAreaRight" fmla="*/ 1394280 w 1393920"/>
              <a:gd name="textAreaTop" fmla="*/ 0 h 1229040"/>
              <a:gd name="textAreaBottom" fmla="*/ 1229400 h 1229040"/>
            </a:gdLst>
            <a:ahLst/>
            <a:cxnLst/>
            <a:rect l="textAreaLeft" t="textAreaTop" r="textAreaRight" b="textAreaBottom"/>
            <a:pathLst>
              <a:path w="579097" h="510716">
                <a:moveTo>
                  <a:pt x="210945" y="39399"/>
                </a:moveTo>
                <a:cubicBezTo>
                  <a:pt x="111789" y="86929"/>
                  <a:pt x="35780" y="180083"/>
                  <a:pt x="9110" y="286668"/>
                </a:cubicBezTo>
                <a:cubicBezTo>
                  <a:pt x="-1749" y="330102"/>
                  <a:pt x="-4606" y="376870"/>
                  <a:pt x="10062" y="419161"/>
                </a:cubicBezTo>
                <a:cubicBezTo>
                  <a:pt x="24731" y="461452"/>
                  <a:pt x="59211" y="498504"/>
                  <a:pt x="102931" y="508124"/>
                </a:cubicBezTo>
                <a:cubicBezTo>
                  <a:pt x="170749" y="522983"/>
                  <a:pt x="234662" y="471453"/>
                  <a:pt x="278572" y="417827"/>
                </a:cubicBezTo>
                <a:cubicBezTo>
                  <a:pt x="322577" y="364106"/>
                  <a:pt x="363630" y="301051"/>
                  <a:pt x="429257" y="278476"/>
                </a:cubicBezTo>
                <a:cubicBezTo>
                  <a:pt x="453546" y="270094"/>
                  <a:pt x="479740" y="267999"/>
                  <a:pt x="503552" y="258188"/>
                </a:cubicBezTo>
                <a:cubicBezTo>
                  <a:pt x="589944" y="222469"/>
                  <a:pt x="606708" y="90548"/>
                  <a:pt x="530508" y="36541"/>
                </a:cubicBezTo>
                <a:cubicBezTo>
                  <a:pt x="446974" y="-22609"/>
                  <a:pt x="295907" y="-1273"/>
                  <a:pt x="211040" y="39399"/>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 name="Google Shape;303;p41"/>
          <p:cNvSpPr/>
          <p:nvPr/>
        </p:nvSpPr>
        <p:spPr>
          <a:xfrm rot="8381400">
            <a:off x="-1546560" y="-739440"/>
            <a:ext cx="4253040" cy="3456000"/>
          </a:xfrm>
          <a:custGeom>
            <a:avLst/>
            <a:gdLst>
              <a:gd name="textAreaLeft" fmla="*/ 0 w 4253040"/>
              <a:gd name="textAreaRight" fmla="*/ 4253400 w 4253040"/>
              <a:gd name="textAreaTop" fmla="*/ 0 h 3456000"/>
              <a:gd name="textAreaBottom" fmla="*/ 3456360 h 3456000"/>
            </a:gdLst>
            <a:ahLst/>
            <a:cxnLst/>
            <a:rect l="textAreaLeft" t="textAreaTop" r="textAreaRight" b="textAreaBottom"/>
            <a:pathLst>
              <a:path w="1930774" h="1568974">
                <a:moveTo>
                  <a:pt x="11419" y="1021325"/>
                </a:moveTo>
                <a:cubicBezTo>
                  <a:pt x="-43064" y="785677"/>
                  <a:pt x="102383" y="500975"/>
                  <a:pt x="341841" y="467542"/>
                </a:cubicBezTo>
                <a:cubicBezTo>
                  <a:pt x="471953" y="449445"/>
                  <a:pt x="607398" y="503166"/>
                  <a:pt x="733985" y="467923"/>
                </a:cubicBezTo>
                <a:cubicBezTo>
                  <a:pt x="949917" y="407820"/>
                  <a:pt x="1030689" y="127690"/>
                  <a:pt x="1233477" y="32154"/>
                </a:cubicBezTo>
                <a:cubicBezTo>
                  <a:pt x="1407689" y="-49951"/>
                  <a:pt x="1623621" y="34726"/>
                  <a:pt x="1752113" y="178268"/>
                </a:cubicBezTo>
                <a:cubicBezTo>
                  <a:pt x="1937755" y="385627"/>
                  <a:pt x="1978236" y="702714"/>
                  <a:pt x="1875843" y="961509"/>
                </a:cubicBezTo>
                <a:cubicBezTo>
                  <a:pt x="1773449" y="1220303"/>
                  <a:pt x="1541610" y="1417661"/>
                  <a:pt x="1277577" y="1505672"/>
                </a:cubicBezTo>
                <a:cubicBezTo>
                  <a:pt x="832950" y="1653786"/>
                  <a:pt x="136482" y="1561298"/>
                  <a:pt x="11514" y="102123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9" name="PlaceHolder 1"/>
          <p:cNvSpPr>
            <a:spLocks noGrp="1"/>
          </p:cNvSpPr>
          <p:nvPr>
            <p:ph type="title"/>
          </p:nvPr>
        </p:nvSpPr>
        <p:spPr>
          <a:xfrm>
            <a:off x="795436" y="805196"/>
            <a:ext cx="6105240" cy="1456920"/>
          </a:xfrm>
          <a:prstGeom prst="rect">
            <a:avLst/>
          </a:prstGeom>
          <a:noFill/>
          <a:ln w="0">
            <a:noFill/>
          </a:ln>
        </p:spPr>
        <p:txBody>
          <a:bodyPr lIns="91440" tIns="91440" rIns="91440" bIns="91440" anchor="ctr">
            <a:normAutofit/>
          </a:bodyPr>
          <a:lstStyle/>
          <a:p>
            <a:pPr indent="0" algn="ctr">
              <a:lnSpc>
                <a:spcPct val="100000"/>
              </a:lnSpc>
              <a:buNone/>
              <a:tabLst>
                <a:tab pos="0" algn="l"/>
              </a:tabLst>
            </a:pPr>
            <a:r>
              <a:rPr lang="en" sz="6000" b="0" strike="noStrike" spc="-1" dirty="0">
                <a:solidFill>
                  <a:schemeClr val="accent1"/>
                </a:solidFill>
                <a:latin typeface="Caveat Brush"/>
                <a:ea typeface="Caveat Brush"/>
              </a:rPr>
              <a:t>Conclusion</a:t>
            </a:r>
            <a:endParaRPr lang="fr-FR" sz="6000" b="0" strike="noStrike" spc="-1" dirty="0">
              <a:solidFill>
                <a:schemeClr val="dk1"/>
              </a:solidFill>
              <a:latin typeface="Arial"/>
            </a:endParaRPr>
          </a:p>
        </p:txBody>
      </p:sp>
      <p:sp>
        <p:nvSpPr>
          <p:cNvPr id="301" name="Google Shape;306;p41"/>
          <p:cNvSpPr/>
          <p:nvPr/>
        </p:nvSpPr>
        <p:spPr>
          <a:xfrm rot="2532600">
            <a:off x="3381480" y="163080"/>
            <a:ext cx="736560" cy="649440"/>
          </a:xfrm>
          <a:custGeom>
            <a:avLst/>
            <a:gdLst>
              <a:gd name="textAreaLeft" fmla="*/ 0 w 736560"/>
              <a:gd name="textAreaRight" fmla="*/ 736920 w 736560"/>
              <a:gd name="textAreaTop" fmla="*/ 0 h 649440"/>
              <a:gd name="textAreaBottom" fmla="*/ 649800 h 649440"/>
            </a:gdLst>
            <a:ahLst/>
            <a:cxnLst/>
            <a:rect l="textAreaLeft" t="textAreaTop" r="textAreaRight" b="textAreaBottom"/>
            <a:pathLst>
              <a:path w="579097" h="510716">
                <a:moveTo>
                  <a:pt x="210945" y="39399"/>
                </a:moveTo>
                <a:cubicBezTo>
                  <a:pt x="111789" y="86929"/>
                  <a:pt x="35780" y="180083"/>
                  <a:pt x="9110" y="286668"/>
                </a:cubicBezTo>
                <a:cubicBezTo>
                  <a:pt x="-1749" y="330102"/>
                  <a:pt x="-4606" y="376870"/>
                  <a:pt x="10062" y="419161"/>
                </a:cubicBezTo>
                <a:cubicBezTo>
                  <a:pt x="24731" y="461452"/>
                  <a:pt x="59211" y="498504"/>
                  <a:pt x="102931" y="508124"/>
                </a:cubicBezTo>
                <a:cubicBezTo>
                  <a:pt x="170749" y="522983"/>
                  <a:pt x="234662" y="471453"/>
                  <a:pt x="278572" y="417827"/>
                </a:cubicBezTo>
                <a:cubicBezTo>
                  <a:pt x="322577" y="364106"/>
                  <a:pt x="363630" y="301051"/>
                  <a:pt x="429257" y="278476"/>
                </a:cubicBezTo>
                <a:cubicBezTo>
                  <a:pt x="453546" y="270094"/>
                  <a:pt x="479740" y="267999"/>
                  <a:pt x="503552" y="258188"/>
                </a:cubicBezTo>
                <a:cubicBezTo>
                  <a:pt x="589944" y="222469"/>
                  <a:pt x="606708" y="90548"/>
                  <a:pt x="530508" y="36541"/>
                </a:cubicBezTo>
                <a:cubicBezTo>
                  <a:pt x="446974" y="-22609"/>
                  <a:pt x="295907" y="-1273"/>
                  <a:pt x="211040" y="39399"/>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2" name="Google Shape;307;p41"/>
          <p:cNvSpPr/>
          <p:nvPr/>
        </p:nvSpPr>
        <p:spPr>
          <a:xfrm rot="9907200">
            <a:off x="-89280" y="-581760"/>
            <a:ext cx="2714760" cy="2418840"/>
          </a:xfrm>
          <a:custGeom>
            <a:avLst/>
            <a:gdLst>
              <a:gd name="textAreaLeft" fmla="*/ 0 w 2714760"/>
              <a:gd name="textAreaRight" fmla="*/ 2715120 w 2714760"/>
              <a:gd name="textAreaTop" fmla="*/ 0 h 2418840"/>
              <a:gd name="textAreaBottom" fmla="*/ 2419200 h 2418840"/>
            </a:gdLst>
            <a:ahLst/>
            <a:cxnLst/>
            <a:rect l="textAreaLeft" t="textAreaTop" r="textAreaRight" b="textAreaBottom"/>
            <a:pathLst>
              <a:path w="1776031" h="1582483">
                <a:moveTo>
                  <a:pt x="804196" y="1582484"/>
                </a:moveTo>
                <a:lnTo>
                  <a:pt x="804196" y="1568768"/>
                </a:lnTo>
                <a:cubicBezTo>
                  <a:pt x="811911" y="1568768"/>
                  <a:pt x="819722" y="1568768"/>
                  <a:pt x="827532" y="1568482"/>
                </a:cubicBezTo>
                <a:lnTo>
                  <a:pt x="827818" y="1582198"/>
                </a:lnTo>
                <a:cubicBezTo>
                  <a:pt x="819912" y="1582388"/>
                  <a:pt x="812101" y="1582484"/>
                  <a:pt x="804196" y="1582484"/>
                </a:cubicBezTo>
                <a:close/>
                <a:moveTo>
                  <a:pt x="780574" y="1582293"/>
                </a:moveTo>
                <a:cubicBezTo>
                  <a:pt x="772668" y="1582103"/>
                  <a:pt x="764858" y="1581912"/>
                  <a:pt x="756952" y="1581531"/>
                </a:cubicBezTo>
                <a:lnTo>
                  <a:pt x="757523" y="1567815"/>
                </a:lnTo>
                <a:cubicBezTo>
                  <a:pt x="765334" y="1568101"/>
                  <a:pt x="773049" y="1568387"/>
                  <a:pt x="780860" y="1568577"/>
                </a:cubicBezTo>
                <a:lnTo>
                  <a:pt x="780574" y="1582293"/>
                </a:lnTo>
                <a:close/>
                <a:moveTo>
                  <a:pt x="851440" y="1581531"/>
                </a:moveTo>
                <a:lnTo>
                  <a:pt x="850868" y="1567815"/>
                </a:lnTo>
                <a:cubicBezTo>
                  <a:pt x="858679" y="1567529"/>
                  <a:pt x="866394" y="1567053"/>
                  <a:pt x="874205" y="1566577"/>
                </a:cubicBezTo>
                <a:lnTo>
                  <a:pt x="875062" y="1580293"/>
                </a:lnTo>
                <a:cubicBezTo>
                  <a:pt x="867156" y="1580769"/>
                  <a:pt x="859346" y="1581150"/>
                  <a:pt x="851440" y="1581531"/>
                </a:cubicBezTo>
                <a:close/>
                <a:moveTo>
                  <a:pt x="733330" y="1580293"/>
                </a:moveTo>
                <a:cubicBezTo>
                  <a:pt x="725424" y="1579817"/>
                  <a:pt x="717613" y="1579150"/>
                  <a:pt x="709708" y="1578483"/>
                </a:cubicBezTo>
                <a:lnTo>
                  <a:pt x="710851" y="1564862"/>
                </a:lnTo>
                <a:cubicBezTo>
                  <a:pt x="718566" y="1565529"/>
                  <a:pt x="726376" y="1566101"/>
                  <a:pt x="734092" y="1566577"/>
                </a:cubicBezTo>
                <a:lnTo>
                  <a:pt x="733235" y="1580293"/>
                </a:lnTo>
                <a:close/>
                <a:moveTo>
                  <a:pt x="898588" y="1578578"/>
                </a:moveTo>
                <a:lnTo>
                  <a:pt x="897446" y="1564958"/>
                </a:lnTo>
                <a:cubicBezTo>
                  <a:pt x="905161" y="1564291"/>
                  <a:pt x="912971" y="1563624"/>
                  <a:pt x="920687" y="1562862"/>
                </a:cubicBezTo>
                <a:lnTo>
                  <a:pt x="922020" y="1576483"/>
                </a:lnTo>
                <a:cubicBezTo>
                  <a:pt x="914210" y="1577245"/>
                  <a:pt x="906304" y="1578007"/>
                  <a:pt x="898493" y="1578578"/>
                </a:cubicBezTo>
                <a:close/>
                <a:moveTo>
                  <a:pt x="686276" y="1576197"/>
                </a:moveTo>
                <a:cubicBezTo>
                  <a:pt x="678466" y="1575340"/>
                  <a:pt x="670655" y="1574387"/>
                  <a:pt x="662749" y="1573339"/>
                </a:cubicBezTo>
                <a:lnTo>
                  <a:pt x="664559" y="1559719"/>
                </a:lnTo>
                <a:cubicBezTo>
                  <a:pt x="672274" y="1560767"/>
                  <a:pt x="679990" y="1561719"/>
                  <a:pt x="687705" y="1562576"/>
                </a:cubicBezTo>
                <a:lnTo>
                  <a:pt x="686181" y="1576197"/>
                </a:lnTo>
                <a:close/>
                <a:moveTo>
                  <a:pt x="945547" y="1573911"/>
                </a:moveTo>
                <a:lnTo>
                  <a:pt x="943928" y="1560290"/>
                </a:lnTo>
                <a:cubicBezTo>
                  <a:pt x="951643" y="1559338"/>
                  <a:pt x="959358" y="1558385"/>
                  <a:pt x="967073" y="1557338"/>
                </a:cubicBezTo>
                <a:lnTo>
                  <a:pt x="968978" y="1570958"/>
                </a:lnTo>
                <a:cubicBezTo>
                  <a:pt x="961168" y="1572006"/>
                  <a:pt x="953357" y="1573054"/>
                  <a:pt x="945547" y="1573911"/>
                </a:cubicBezTo>
                <a:close/>
                <a:moveTo>
                  <a:pt x="639318" y="1569815"/>
                </a:moveTo>
                <a:cubicBezTo>
                  <a:pt x="631508" y="1568577"/>
                  <a:pt x="623792" y="1567243"/>
                  <a:pt x="615982" y="1565815"/>
                </a:cubicBezTo>
                <a:lnTo>
                  <a:pt x="618459" y="1552385"/>
                </a:lnTo>
                <a:cubicBezTo>
                  <a:pt x="626078" y="1553813"/>
                  <a:pt x="633794" y="1555147"/>
                  <a:pt x="641413" y="1556385"/>
                </a:cubicBezTo>
                <a:lnTo>
                  <a:pt x="639223" y="1569910"/>
                </a:lnTo>
                <a:close/>
                <a:moveTo>
                  <a:pt x="992315" y="1567529"/>
                </a:moveTo>
                <a:lnTo>
                  <a:pt x="990219" y="1554004"/>
                </a:lnTo>
                <a:cubicBezTo>
                  <a:pt x="997934" y="1552861"/>
                  <a:pt x="1005649" y="1551527"/>
                  <a:pt x="1013269" y="1550289"/>
                </a:cubicBezTo>
                <a:lnTo>
                  <a:pt x="1015556" y="1563814"/>
                </a:lnTo>
                <a:cubicBezTo>
                  <a:pt x="1007841" y="1565148"/>
                  <a:pt x="1000030" y="1566386"/>
                  <a:pt x="992219" y="1567625"/>
                </a:cubicBezTo>
                <a:close/>
                <a:moveTo>
                  <a:pt x="592836" y="1561148"/>
                </a:moveTo>
                <a:cubicBezTo>
                  <a:pt x="585121" y="1559528"/>
                  <a:pt x="577406" y="1557814"/>
                  <a:pt x="569785" y="1555909"/>
                </a:cubicBezTo>
                <a:lnTo>
                  <a:pt x="572929" y="1542574"/>
                </a:lnTo>
                <a:cubicBezTo>
                  <a:pt x="580454" y="1544384"/>
                  <a:pt x="588074" y="1546098"/>
                  <a:pt x="595694" y="1547717"/>
                </a:cubicBezTo>
                <a:lnTo>
                  <a:pt x="592836" y="1561148"/>
                </a:lnTo>
                <a:close/>
                <a:moveTo>
                  <a:pt x="1038892" y="1559528"/>
                </a:moveTo>
                <a:lnTo>
                  <a:pt x="1036320" y="1546098"/>
                </a:lnTo>
                <a:cubicBezTo>
                  <a:pt x="1043940" y="1544669"/>
                  <a:pt x="1051655" y="1543145"/>
                  <a:pt x="1059275" y="1541621"/>
                </a:cubicBezTo>
                <a:lnTo>
                  <a:pt x="1062038" y="1555052"/>
                </a:lnTo>
                <a:cubicBezTo>
                  <a:pt x="1054323" y="1556671"/>
                  <a:pt x="1046607" y="1558195"/>
                  <a:pt x="1038892" y="1559624"/>
                </a:cubicBezTo>
                <a:close/>
                <a:moveTo>
                  <a:pt x="546830" y="1550194"/>
                </a:moveTo>
                <a:cubicBezTo>
                  <a:pt x="539210" y="1548193"/>
                  <a:pt x="531591" y="1546003"/>
                  <a:pt x="524065" y="1543812"/>
                </a:cubicBezTo>
                <a:lnTo>
                  <a:pt x="527971" y="1530668"/>
                </a:lnTo>
                <a:cubicBezTo>
                  <a:pt x="535400" y="1532858"/>
                  <a:pt x="542925" y="1534954"/>
                  <a:pt x="550450" y="1536954"/>
                </a:cubicBezTo>
                <a:lnTo>
                  <a:pt x="546926" y="1550194"/>
                </a:lnTo>
                <a:close/>
                <a:moveTo>
                  <a:pt x="1085088" y="1550099"/>
                </a:moveTo>
                <a:lnTo>
                  <a:pt x="1082135" y="1536764"/>
                </a:lnTo>
                <a:cubicBezTo>
                  <a:pt x="1089755" y="1535049"/>
                  <a:pt x="1097375" y="1533335"/>
                  <a:pt x="1104900" y="1531525"/>
                </a:cubicBezTo>
                <a:lnTo>
                  <a:pt x="1108043" y="1544860"/>
                </a:lnTo>
                <a:cubicBezTo>
                  <a:pt x="1100423" y="1546670"/>
                  <a:pt x="1092708" y="1548384"/>
                  <a:pt x="1085088" y="1550099"/>
                </a:cubicBezTo>
                <a:close/>
                <a:moveTo>
                  <a:pt x="1130999" y="1539240"/>
                </a:moveTo>
                <a:lnTo>
                  <a:pt x="1127665" y="1526000"/>
                </a:lnTo>
                <a:cubicBezTo>
                  <a:pt x="1135190" y="1524095"/>
                  <a:pt x="1142810" y="1522095"/>
                  <a:pt x="1150334" y="1520095"/>
                </a:cubicBezTo>
                <a:lnTo>
                  <a:pt x="1153858" y="1533335"/>
                </a:lnTo>
                <a:cubicBezTo>
                  <a:pt x="1146239" y="1535335"/>
                  <a:pt x="1138619" y="1537335"/>
                  <a:pt x="1130999" y="1539240"/>
                </a:cubicBezTo>
                <a:close/>
                <a:moveTo>
                  <a:pt x="501396" y="1536859"/>
                </a:moveTo>
                <a:cubicBezTo>
                  <a:pt x="493871" y="1534478"/>
                  <a:pt x="486442" y="1531906"/>
                  <a:pt x="478917" y="1529334"/>
                </a:cubicBezTo>
                <a:lnTo>
                  <a:pt x="483489" y="1516380"/>
                </a:lnTo>
                <a:cubicBezTo>
                  <a:pt x="490823" y="1518952"/>
                  <a:pt x="498158" y="1521428"/>
                  <a:pt x="505587" y="1523810"/>
                </a:cubicBezTo>
                <a:lnTo>
                  <a:pt x="501396" y="1536859"/>
                </a:lnTo>
                <a:close/>
                <a:moveTo>
                  <a:pt x="1176528" y="1527048"/>
                </a:moveTo>
                <a:lnTo>
                  <a:pt x="1172813" y="1513904"/>
                </a:lnTo>
                <a:cubicBezTo>
                  <a:pt x="1180338" y="1511808"/>
                  <a:pt x="1187767" y="1509617"/>
                  <a:pt x="1195293" y="1507331"/>
                </a:cubicBezTo>
                <a:lnTo>
                  <a:pt x="1199198" y="1520476"/>
                </a:lnTo>
                <a:cubicBezTo>
                  <a:pt x="1191673" y="1522762"/>
                  <a:pt x="1184148" y="1524953"/>
                  <a:pt x="1176528" y="1527048"/>
                </a:cubicBezTo>
                <a:close/>
                <a:moveTo>
                  <a:pt x="456724" y="1521143"/>
                </a:moveTo>
                <a:cubicBezTo>
                  <a:pt x="449390" y="1518285"/>
                  <a:pt x="442055" y="1515428"/>
                  <a:pt x="434721" y="1512380"/>
                </a:cubicBezTo>
                <a:lnTo>
                  <a:pt x="439960" y="1499711"/>
                </a:lnTo>
                <a:cubicBezTo>
                  <a:pt x="447104" y="1502664"/>
                  <a:pt x="454342" y="1505522"/>
                  <a:pt x="461581" y="1508284"/>
                </a:cubicBezTo>
                <a:lnTo>
                  <a:pt x="456724" y="1521047"/>
                </a:lnTo>
                <a:close/>
                <a:moveTo>
                  <a:pt x="1221772" y="1513523"/>
                </a:moveTo>
                <a:lnTo>
                  <a:pt x="1217676" y="1500473"/>
                </a:lnTo>
                <a:cubicBezTo>
                  <a:pt x="1225106" y="1498187"/>
                  <a:pt x="1232535" y="1495806"/>
                  <a:pt x="1239965" y="1493330"/>
                </a:cubicBezTo>
                <a:lnTo>
                  <a:pt x="1244251" y="1506379"/>
                </a:lnTo>
                <a:cubicBezTo>
                  <a:pt x="1236726" y="1508855"/>
                  <a:pt x="1229297" y="1511237"/>
                  <a:pt x="1221772" y="1513618"/>
                </a:cubicBezTo>
                <a:close/>
                <a:moveTo>
                  <a:pt x="413004" y="1503045"/>
                </a:moveTo>
                <a:cubicBezTo>
                  <a:pt x="405765" y="1499807"/>
                  <a:pt x="398621" y="1496473"/>
                  <a:pt x="391573" y="1493044"/>
                </a:cubicBezTo>
                <a:lnTo>
                  <a:pt x="397478" y="1480661"/>
                </a:lnTo>
                <a:cubicBezTo>
                  <a:pt x="404431" y="1483995"/>
                  <a:pt x="411480" y="1487329"/>
                  <a:pt x="418624" y="1490472"/>
                </a:cubicBezTo>
                <a:lnTo>
                  <a:pt x="413004" y="1502950"/>
                </a:lnTo>
                <a:close/>
                <a:moveTo>
                  <a:pt x="1266539" y="1498759"/>
                </a:moveTo>
                <a:lnTo>
                  <a:pt x="1262063" y="1485805"/>
                </a:lnTo>
                <a:cubicBezTo>
                  <a:pt x="1269397" y="1483233"/>
                  <a:pt x="1276731" y="1480661"/>
                  <a:pt x="1284066" y="1477994"/>
                </a:cubicBezTo>
                <a:lnTo>
                  <a:pt x="1288733" y="1490853"/>
                </a:lnTo>
                <a:cubicBezTo>
                  <a:pt x="1281303" y="1493520"/>
                  <a:pt x="1273969" y="1496187"/>
                  <a:pt x="1266539" y="1498759"/>
                </a:cubicBezTo>
                <a:close/>
                <a:moveTo>
                  <a:pt x="1310831" y="1482566"/>
                </a:moveTo>
                <a:lnTo>
                  <a:pt x="1305878" y="1469803"/>
                </a:lnTo>
                <a:cubicBezTo>
                  <a:pt x="1313117" y="1467041"/>
                  <a:pt x="1320356" y="1464088"/>
                  <a:pt x="1327594" y="1461135"/>
                </a:cubicBezTo>
                <a:lnTo>
                  <a:pt x="1332738" y="1473803"/>
                </a:lnTo>
                <a:cubicBezTo>
                  <a:pt x="1325404" y="1476756"/>
                  <a:pt x="1318165" y="1479709"/>
                  <a:pt x="1310831" y="1482566"/>
                </a:cubicBezTo>
                <a:close/>
                <a:moveTo>
                  <a:pt x="370332" y="1482471"/>
                </a:moveTo>
                <a:cubicBezTo>
                  <a:pt x="363283" y="1478852"/>
                  <a:pt x="356330" y="1475137"/>
                  <a:pt x="349473" y="1471232"/>
                </a:cubicBezTo>
                <a:lnTo>
                  <a:pt x="356140" y="1459230"/>
                </a:lnTo>
                <a:cubicBezTo>
                  <a:pt x="362903" y="1463040"/>
                  <a:pt x="369760" y="1466660"/>
                  <a:pt x="376619" y="1470279"/>
                </a:cubicBezTo>
                <a:lnTo>
                  <a:pt x="370332" y="1482471"/>
                </a:lnTo>
                <a:close/>
                <a:moveTo>
                  <a:pt x="1354550" y="1464659"/>
                </a:moveTo>
                <a:lnTo>
                  <a:pt x="1349121" y="1452086"/>
                </a:lnTo>
                <a:cubicBezTo>
                  <a:pt x="1356265" y="1449038"/>
                  <a:pt x="1363408" y="1445800"/>
                  <a:pt x="1370457" y="1442561"/>
                </a:cubicBezTo>
                <a:lnTo>
                  <a:pt x="1376172" y="1455039"/>
                </a:lnTo>
                <a:cubicBezTo>
                  <a:pt x="1369028" y="1458278"/>
                  <a:pt x="1361789" y="1461516"/>
                  <a:pt x="1354550" y="1464659"/>
                </a:cubicBezTo>
                <a:close/>
                <a:moveTo>
                  <a:pt x="328994" y="1459516"/>
                </a:moveTo>
                <a:cubicBezTo>
                  <a:pt x="322231" y="1455515"/>
                  <a:pt x="315468" y="1451324"/>
                  <a:pt x="308801" y="1447038"/>
                </a:cubicBezTo>
                <a:lnTo>
                  <a:pt x="316135" y="1435513"/>
                </a:lnTo>
                <a:cubicBezTo>
                  <a:pt x="322707" y="1439704"/>
                  <a:pt x="329279" y="1443800"/>
                  <a:pt x="335947" y="1447705"/>
                </a:cubicBezTo>
                <a:lnTo>
                  <a:pt x="328898" y="1459516"/>
                </a:lnTo>
                <a:close/>
                <a:moveTo>
                  <a:pt x="1397603" y="1445038"/>
                </a:moveTo>
                <a:lnTo>
                  <a:pt x="1391603" y="1432751"/>
                </a:lnTo>
                <a:cubicBezTo>
                  <a:pt x="1398651" y="1429322"/>
                  <a:pt x="1405604" y="1425893"/>
                  <a:pt x="1412462" y="1422368"/>
                </a:cubicBezTo>
                <a:lnTo>
                  <a:pt x="1418749" y="1434560"/>
                </a:lnTo>
                <a:cubicBezTo>
                  <a:pt x="1411700" y="1438180"/>
                  <a:pt x="1404652" y="1441704"/>
                  <a:pt x="1397603" y="1445133"/>
                </a:cubicBezTo>
                <a:close/>
                <a:moveTo>
                  <a:pt x="289084" y="1433989"/>
                </a:moveTo>
                <a:cubicBezTo>
                  <a:pt x="282607" y="1429512"/>
                  <a:pt x="276130" y="1424940"/>
                  <a:pt x="269748" y="1420273"/>
                </a:cubicBezTo>
                <a:lnTo>
                  <a:pt x="277844" y="1409224"/>
                </a:lnTo>
                <a:cubicBezTo>
                  <a:pt x="284131" y="1413796"/>
                  <a:pt x="290417" y="1418273"/>
                  <a:pt x="296799" y="1422654"/>
                </a:cubicBezTo>
                <a:lnTo>
                  <a:pt x="289084" y="1433989"/>
                </a:lnTo>
                <a:close/>
                <a:moveTo>
                  <a:pt x="1439704" y="1423416"/>
                </a:moveTo>
                <a:lnTo>
                  <a:pt x="1433131" y="1411414"/>
                </a:lnTo>
                <a:cubicBezTo>
                  <a:pt x="1439990" y="1407700"/>
                  <a:pt x="1446752" y="1403890"/>
                  <a:pt x="1453515" y="1399985"/>
                </a:cubicBezTo>
                <a:lnTo>
                  <a:pt x="1460373" y="1411891"/>
                </a:lnTo>
                <a:cubicBezTo>
                  <a:pt x="1453515" y="1415796"/>
                  <a:pt x="1446657" y="1419701"/>
                  <a:pt x="1439704" y="1423511"/>
                </a:cubicBezTo>
                <a:close/>
                <a:moveTo>
                  <a:pt x="250793" y="1405985"/>
                </a:moveTo>
                <a:cubicBezTo>
                  <a:pt x="244602" y="1401128"/>
                  <a:pt x="238411" y="1396175"/>
                  <a:pt x="232410" y="1391031"/>
                </a:cubicBezTo>
                <a:lnTo>
                  <a:pt x="241173" y="1380554"/>
                </a:lnTo>
                <a:cubicBezTo>
                  <a:pt x="247079" y="1385507"/>
                  <a:pt x="253174" y="1390460"/>
                  <a:pt x="259271" y="1395222"/>
                </a:cubicBezTo>
                <a:lnTo>
                  <a:pt x="250793" y="1405985"/>
                </a:lnTo>
                <a:close/>
                <a:moveTo>
                  <a:pt x="1480661" y="1399699"/>
                </a:moveTo>
                <a:lnTo>
                  <a:pt x="1473517" y="1388078"/>
                </a:lnTo>
                <a:cubicBezTo>
                  <a:pt x="1480185" y="1383983"/>
                  <a:pt x="1486757" y="1379792"/>
                  <a:pt x="1493234" y="1375601"/>
                </a:cubicBezTo>
                <a:lnTo>
                  <a:pt x="1500759" y="1387031"/>
                </a:lnTo>
                <a:cubicBezTo>
                  <a:pt x="1494187" y="1391317"/>
                  <a:pt x="1487519" y="1395603"/>
                  <a:pt x="1480756" y="1399699"/>
                </a:cubicBezTo>
                <a:close/>
                <a:moveTo>
                  <a:pt x="214408" y="1375505"/>
                </a:moveTo>
                <a:cubicBezTo>
                  <a:pt x="211455" y="1372838"/>
                  <a:pt x="208597" y="1370267"/>
                  <a:pt x="205740" y="1367600"/>
                </a:cubicBezTo>
                <a:cubicBezTo>
                  <a:pt x="202787" y="1364933"/>
                  <a:pt x="199930" y="1362170"/>
                  <a:pt x="197073" y="1359408"/>
                </a:cubicBezTo>
                <a:lnTo>
                  <a:pt x="206598" y="1349502"/>
                </a:lnTo>
                <a:cubicBezTo>
                  <a:pt x="209360" y="1352169"/>
                  <a:pt x="212217" y="1354836"/>
                  <a:pt x="215074" y="1357503"/>
                </a:cubicBezTo>
                <a:cubicBezTo>
                  <a:pt x="217932" y="1360170"/>
                  <a:pt x="220790" y="1362742"/>
                  <a:pt x="223647" y="1365314"/>
                </a:cubicBezTo>
                <a:lnTo>
                  <a:pt x="214503" y="1375505"/>
                </a:lnTo>
                <a:close/>
                <a:moveTo>
                  <a:pt x="1520285" y="1373696"/>
                </a:moveTo>
                <a:lnTo>
                  <a:pt x="1512475" y="1362456"/>
                </a:lnTo>
                <a:cubicBezTo>
                  <a:pt x="1518856" y="1357979"/>
                  <a:pt x="1525143" y="1353503"/>
                  <a:pt x="1531334" y="1348835"/>
                </a:cubicBezTo>
                <a:lnTo>
                  <a:pt x="1539526" y="1359789"/>
                </a:lnTo>
                <a:cubicBezTo>
                  <a:pt x="1533239" y="1364552"/>
                  <a:pt x="1526762" y="1369124"/>
                  <a:pt x="1520285" y="1373696"/>
                </a:cubicBezTo>
                <a:close/>
                <a:moveTo>
                  <a:pt x="1558290" y="1345311"/>
                </a:moveTo>
                <a:lnTo>
                  <a:pt x="1549717" y="1334643"/>
                </a:lnTo>
                <a:cubicBezTo>
                  <a:pt x="1555814" y="1329785"/>
                  <a:pt x="1561719" y="1324832"/>
                  <a:pt x="1567624" y="1319784"/>
                </a:cubicBezTo>
                <a:lnTo>
                  <a:pt x="1576578" y="1330166"/>
                </a:lnTo>
                <a:cubicBezTo>
                  <a:pt x="1570577" y="1335310"/>
                  <a:pt x="1564482" y="1340358"/>
                  <a:pt x="1558290" y="1345311"/>
                </a:cubicBezTo>
                <a:close/>
                <a:moveTo>
                  <a:pt x="180213" y="1342549"/>
                </a:moveTo>
                <a:cubicBezTo>
                  <a:pt x="174688" y="1336834"/>
                  <a:pt x="169354" y="1331119"/>
                  <a:pt x="164021" y="1325213"/>
                </a:cubicBezTo>
                <a:lnTo>
                  <a:pt x="174212" y="1316069"/>
                </a:lnTo>
                <a:cubicBezTo>
                  <a:pt x="179356" y="1321784"/>
                  <a:pt x="184690" y="1327499"/>
                  <a:pt x="190024" y="1333024"/>
                </a:cubicBezTo>
                <a:lnTo>
                  <a:pt x="180213" y="1342549"/>
                </a:lnTo>
                <a:close/>
                <a:moveTo>
                  <a:pt x="1594294" y="1314355"/>
                </a:moveTo>
                <a:lnTo>
                  <a:pt x="1584960" y="1304258"/>
                </a:lnTo>
                <a:cubicBezTo>
                  <a:pt x="1590675" y="1299020"/>
                  <a:pt x="1596199" y="1293590"/>
                  <a:pt x="1601724" y="1288161"/>
                </a:cubicBezTo>
                <a:lnTo>
                  <a:pt x="1611440" y="1297877"/>
                </a:lnTo>
                <a:cubicBezTo>
                  <a:pt x="1605820" y="1303496"/>
                  <a:pt x="1600105" y="1308926"/>
                  <a:pt x="1594294" y="1314355"/>
                </a:cubicBezTo>
                <a:close/>
                <a:moveTo>
                  <a:pt x="148495" y="1307306"/>
                </a:moveTo>
                <a:cubicBezTo>
                  <a:pt x="143447" y="1301210"/>
                  <a:pt x="138398" y="1295114"/>
                  <a:pt x="133540" y="1288828"/>
                </a:cubicBezTo>
                <a:lnTo>
                  <a:pt x="144304" y="1280446"/>
                </a:lnTo>
                <a:cubicBezTo>
                  <a:pt x="149066" y="1286542"/>
                  <a:pt x="153924" y="1292543"/>
                  <a:pt x="158877" y="1298543"/>
                </a:cubicBezTo>
                <a:lnTo>
                  <a:pt x="148399" y="1307306"/>
                </a:lnTo>
                <a:close/>
                <a:moveTo>
                  <a:pt x="1627918" y="1280827"/>
                </a:moveTo>
                <a:lnTo>
                  <a:pt x="1617821" y="1271492"/>
                </a:lnTo>
                <a:cubicBezTo>
                  <a:pt x="1623060" y="1265777"/>
                  <a:pt x="1628204" y="1260062"/>
                  <a:pt x="1633252" y="1254157"/>
                </a:cubicBezTo>
                <a:lnTo>
                  <a:pt x="1643634" y="1263015"/>
                </a:lnTo>
                <a:cubicBezTo>
                  <a:pt x="1638490" y="1269016"/>
                  <a:pt x="1633252" y="1274921"/>
                  <a:pt x="1627823" y="1280732"/>
                </a:cubicBezTo>
                <a:close/>
                <a:moveTo>
                  <a:pt x="119348" y="1269873"/>
                </a:moveTo>
                <a:cubicBezTo>
                  <a:pt x="114681" y="1263491"/>
                  <a:pt x="110204" y="1257014"/>
                  <a:pt x="105823" y="1250442"/>
                </a:cubicBezTo>
                <a:lnTo>
                  <a:pt x="117158" y="1242822"/>
                </a:lnTo>
                <a:cubicBezTo>
                  <a:pt x="121444" y="1249299"/>
                  <a:pt x="125921" y="1255585"/>
                  <a:pt x="130398" y="1261872"/>
                </a:cubicBezTo>
                <a:lnTo>
                  <a:pt x="119253" y="1269873"/>
                </a:lnTo>
                <a:close/>
                <a:moveTo>
                  <a:pt x="1658683" y="1244632"/>
                </a:moveTo>
                <a:lnTo>
                  <a:pt x="1647920" y="1236155"/>
                </a:lnTo>
                <a:cubicBezTo>
                  <a:pt x="1652683" y="1230059"/>
                  <a:pt x="1657255" y="1223867"/>
                  <a:pt x="1661827" y="1217581"/>
                </a:cubicBezTo>
                <a:lnTo>
                  <a:pt x="1672971" y="1225487"/>
                </a:lnTo>
                <a:cubicBezTo>
                  <a:pt x="1668399" y="1231964"/>
                  <a:pt x="1663637" y="1238250"/>
                  <a:pt x="1658779" y="1244537"/>
                </a:cubicBezTo>
                <a:close/>
                <a:moveTo>
                  <a:pt x="92964" y="1230439"/>
                </a:moveTo>
                <a:cubicBezTo>
                  <a:pt x="88773" y="1223677"/>
                  <a:pt x="84772" y="1216914"/>
                  <a:pt x="80867" y="1210056"/>
                </a:cubicBezTo>
                <a:lnTo>
                  <a:pt x="92774" y="1203293"/>
                </a:lnTo>
                <a:cubicBezTo>
                  <a:pt x="96583" y="1210056"/>
                  <a:pt x="100584" y="1216724"/>
                  <a:pt x="104680" y="1223296"/>
                </a:cubicBezTo>
                <a:lnTo>
                  <a:pt x="93059" y="1230535"/>
                </a:lnTo>
                <a:close/>
                <a:moveTo>
                  <a:pt x="1686306" y="1205960"/>
                </a:moveTo>
                <a:lnTo>
                  <a:pt x="1674781" y="1198531"/>
                </a:lnTo>
                <a:cubicBezTo>
                  <a:pt x="1677257" y="1194721"/>
                  <a:pt x="1679639" y="1190911"/>
                  <a:pt x="1682020" y="1187006"/>
                </a:cubicBezTo>
                <a:cubicBezTo>
                  <a:pt x="1683734" y="1184243"/>
                  <a:pt x="1685354" y="1181481"/>
                  <a:pt x="1686973" y="1178814"/>
                </a:cubicBezTo>
                <a:lnTo>
                  <a:pt x="1698784" y="1185767"/>
                </a:lnTo>
                <a:cubicBezTo>
                  <a:pt x="1697165" y="1188625"/>
                  <a:pt x="1695450" y="1191387"/>
                  <a:pt x="1693735" y="1194245"/>
                </a:cubicBezTo>
                <a:cubicBezTo>
                  <a:pt x="1691354" y="1198245"/>
                  <a:pt x="1688783" y="1202150"/>
                  <a:pt x="1686306" y="1206056"/>
                </a:cubicBezTo>
                <a:close/>
                <a:moveTo>
                  <a:pt x="69437" y="1189196"/>
                </a:moveTo>
                <a:cubicBezTo>
                  <a:pt x="65722" y="1182148"/>
                  <a:pt x="62198" y="1175099"/>
                  <a:pt x="58865" y="1167956"/>
                </a:cubicBezTo>
                <a:lnTo>
                  <a:pt x="71247" y="1162050"/>
                </a:lnTo>
                <a:cubicBezTo>
                  <a:pt x="74581" y="1169003"/>
                  <a:pt x="78010" y="1175957"/>
                  <a:pt x="81629" y="1182814"/>
                </a:cubicBezTo>
                <a:lnTo>
                  <a:pt x="69533" y="1189196"/>
                </a:lnTo>
                <a:close/>
                <a:moveTo>
                  <a:pt x="1710404" y="1164908"/>
                </a:moveTo>
                <a:lnTo>
                  <a:pt x="1698308" y="1158526"/>
                </a:lnTo>
                <a:cubicBezTo>
                  <a:pt x="1701927" y="1151668"/>
                  <a:pt x="1705356" y="1144714"/>
                  <a:pt x="1708594" y="1137761"/>
                </a:cubicBezTo>
                <a:lnTo>
                  <a:pt x="1720977" y="1143572"/>
                </a:lnTo>
                <a:cubicBezTo>
                  <a:pt x="1717643" y="1150715"/>
                  <a:pt x="1714119" y="1157859"/>
                  <a:pt x="1710404" y="1164908"/>
                </a:cubicBezTo>
                <a:close/>
                <a:moveTo>
                  <a:pt x="48958" y="1146429"/>
                </a:moveTo>
                <a:cubicBezTo>
                  <a:pt x="45816" y="1139190"/>
                  <a:pt x="42767" y="1131856"/>
                  <a:pt x="39910" y="1124426"/>
                </a:cubicBezTo>
                <a:lnTo>
                  <a:pt x="52673" y="1119473"/>
                </a:lnTo>
                <a:cubicBezTo>
                  <a:pt x="55435" y="1126712"/>
                  <a:pt x="58388" y="1133856"/>
                  <a:pt x="61436" y="1141000"/>
                </a:cubicBezTo>
                <a:lnTo>
                  <a:pt x="48863" y="1146429"/>
                </a:lnTo>
                <a:close/>
                <a:moveTo>
                  <a:pt x="1730598" y="1121855"/>
                </a:moveTo>
                <a:lnTo>
                  <a:pt x="1717929" y="1116616"/>
                </a:lnTo>
                <a:cubicBezTo>
                  <a:pt x="1720882" y="1109472"/>
                  <a:pt x="1723739" y="1102233"/>
                  <a:pt x="1726407" y="1094994"/>
                </a:cubicBezTo>
                <a:lnTo>
                  <a:pt x="1739265" y="1099757"/>
                </a:lnTo>
                <a:cubicBezTo>
                  <a:pt x="1736503" y="1107186"/>
                  <a:pt x="1733645" y="1114616"/>
                  <a:pt x="1730598" y="1121950"/>
                </a:cubicBezTo>
                <a:close/>
                <a:moveTo>
                  <a:pt x="31813" y="1102138"/>
                </a:moveTo>
                <a:cubicBezTo>
                  <a:pt x="29242" y="1094613"/>
                  <a:pt x="26765" y="1087088"/>
                  <a:pt x="24479" y="1079564"/>
                </a:cubicBezTo>
                <a:lnTo>
                  <a:pt x="37624" y="1075563"/>
                </a:lnTo>
                <a:cubicBezTo>
                  <a:pt x="39814" y="1082993"/>
                  <a:pt x="42196" y="1090327"/>
                  <a:pt x="44767" y="1097661"/>
                </a:cubicBezTo>
                <a:lnTo>
                  <a:pt x="31813" y="1102138"/>
                </a:lnTo>
                <a:close/>
                <a:moveTo>
                  <a:pt x="1746980" y="1077278"/>
                </a:moveTo>
                <a:lnTo>
                  <a:pt x="1733931" y="1073087"/>
                </a:lnTo>
                <a:cubicBezTo>
                  <a:pt x="1736312" y="1065752"/>
                  <a:pt x="1738503" y="1058323"/>
                  <a:pt x="1740503" y="1050893"/>
                </a:cubicBezTo>
                <a:lnTo>
                  <a:pt x="1753743" y="1054513"/>
                </a:lnTo>
                <a:cubicBezTo>
                  <a:pt x="1751648" y="1062133"/>
                  <a:pt x="1749362" y="1069753"/>
                  <a:pt x="1746980" y="1077278"/>
                </a:cubicBezTo>
                <a:close/>
                <a:moveTo>
                  <a:pt x="18097" y="1056608"/>
                </a:moveTo>
                <a:cubicBezTo>
                  <a:pt x="16097" y="1048893"/>
                  <a:pt x="14288" y="1041273"/>
                  <a:pt x="12573" y="1033463"/>
                </a:cubicBezTo>
                <a:lnTo>
                  <a:pt x="26003" y="1030605"/>
                </a:lnTo>
                <a:cubicBezTo>
                  <a:pt x="27622" y="1038130"/>
                  <a:pt x="29432" y="1045655"/>
                  <a:pt x="31337" y="1053179"/>
                </a:cubicBezTo>
                <a:lnTo>
                  <a:pt x="18097" y="1056608"/>
                </a:lnTo>
                <a:close/>
                <a:moveTo>
                  <a:pt x="1759553" y="1031462"/>
                </a:moveTo>
                <a:lnTo>
                  <a:pt x="1746218" y="1028319"/>
                </a:lnTo>
                <a:cubicBezTo>
                  <a:pt x="1747933" y="1020794"/>
                  <a:pt x="1749552" y="1013174"/>
                  <a:pt x="1750981" y="1005650"/>
                </a:cubicBezTo>
                <a:lnTo>
                  <a:pt x="1764411" y="1008221"/>
                </a:lnTo>
                <a:cubicBezTo>
                  <a:pt x="1762887" y="1016032"/>
                  <a:pt x="1761268" y="1023747"/>
                  <a:pt x="1759458" y="1031462"/>
                </a:cubicBezTo>
                <a:close/>
                <a:moveTo>
                  <a:pt x="8096" y="1010222"/>
                </a:moveTo>
                <a:cubicBezTo>
                  <a:pt x="6763" y="1002411"/>
                  <a:pt x="5525" y="994601"/>
                  <a:pt x="4572" y="986695"/>
                </a:cubicBezTo>
                <a:lnTo>
                  <a:pt x="18193" y="984885"/>
                </a:lnTo>
                <a:cubicBezTo>
                  <a:pt x="19145" y="992600"/>
                  <a:pt x="20384" y="1000220"/>
                  <a:pt x="21622" y="1007840"/>
                </a:cubicBezTo>
                <a:lnTo>
                  <a:pt x="8096" y="1010126"/>
                </a:lnTo>
                <a:close/>
                <a:moveTo>
                  <a:pt x="1768412" y="984790"/>
                </a:moveTo>
                <a:lnTo>
                  <a:pt x="1754886" y="982694"/>
                </a:lnTo>
                <a:cubicBezTo>
                  <a:pt x="1756029" y="975074"/>
                  <a:pt x="1757077" y="967359"/>
                  <a:pt x="1757934" y="959644"/>
                </a:cubicBezTo>
                <a:lnTo>
                  <a:pt x="1771555" y="961263"/>
                </a:lnTo>
                <a:cubicBezTo>
                  <a:pt x="1770602" y="969169"/>
                  <a:pt x="1769555" y="976979"/>
                  <a:pt x="1768412" y="984790"/>
                </a:cubicBezTo>
                <a:close/>
                <a:moveTo>
                  <a:pt x="2000" y="963073"/>
                </a:moveTo>
                <a:cubicBezTo>
                  <a:pt x="1334" y="955167"/>
                  <a:pt x="762" y="947261"/>
                  <a:pt x="476" y="939355"/>
                </a:cubicBezTo>
                <a:lnTo>
                  <a:pt x="14192" y="938784"/>
                </a:lnTo>
                <a:cubicBezTo>
                  <a:pt x="14478" y="946499"/>
                  <a:pt x="15050" y="954214"/>
                  <a:pt x="15716" y="961930"/>
                </a:cubicBezTo>
                <a:lnTo>
                  <a:pt x="2096" y="963073"/>
                </a:lnTo>
                <a:close/>
                <a:moveTo>
                  <a:pt x="1773936" y="937641"/>
                </a:moveTo>
                <a:lnTo>
                  <a:pt x="1760316" y="936593"/>
                </a:lnTo>
                <a:cubicBezTo>
                  <a:pt x="1760887" y="928878"/>
                  <a:pt x="1761363" y="921163"/>
                  <a:pt x="1761744" y="913352"/>
                </a:cubicBezTo>
                <a:lnTo>
                  <a:pt x="1775460" y="914019"/>
                </a:lnTo>
                <a:cubicBezTo>
                  <a:pt x="1775079" y="921925"/>
                  <a:pt x="1774603" y="929830"/>
                  <a:pt x="1774032" y="937641"/>
                </a:cubicBezTo>
                <a:close/>
                <a:moveTo>
                  <a:pt x="13716" y="915543"/>
                </a:moveTo>
                <a:lnTo>
                  <a:pt x="0" y="915543"/>
                </a:lnTo>
                <a:cubicBezTo>
                  <a:pt x="0" y="907637"/>
                  <a:pt x="190" y="899636"/>
                  <a:pt x="571" y="891730"/>
                </a:cubicBezTo>
                <a:lnTo>
                  <a:pt x="14288" y="892397"/>
                </a:lnTo>
                <a:cubicBezTo>
                  <a:pt x="13906" y="900113"/>
                  <a:pt x="13716" y="907828"/>
                  <a:pt x="13716" y="915543"/>
                </a:cubicBezTo>
                <a:close/>
                <a:moveTo>
                  <a:pt x="1776031" y="890302"/>
                </a:moveTo>
                <a:lnTo>
                  <a:pt x="1762315" y="890111"/>
                </a:lnTo>
                <a:cubicBezTo>
                  <a:pt x="1762315" y="887254"/>
                  <a:pt x="1762315" y="884396"/>
                  <a:pt x="1762315" y="881539"/>
                </a:cubicBezTo>
                <a:cubicBezTo>
                  <a:pt x="1762315" y="876586"/>
                  <a:pt x="1762315" y="871728"/>
                  <a:pt x="1762125" y="866775"/>
                </a:cubicBezTo>
                <a:lnTo>
                  <a:pt x="1775841" y="866489"/>
                </a:lnTo>
                <a:cubicBezTo>
                  <a:pt x="1775936" y="871538"/>
                  <a:pt x="1776031" y="876491"/>
                  <a:pt x="1776031" y="881539"/>
                </a:cubicBezTo>
                <a:cubicBezTo>
                  <a:pt x="1776031" y="884492"/>
                  <a:pt x="1776031" y="887349"/>
                  <a:pt x="1776031" y="890207"/>
                </a:cubicBezTo>
                <a:close/>
                <a:moveTo>
                  <a:pt x="15907" y="869347"/>
                </a:moveTo>
                <a:lnTo>
                  <a:pt x="2286" y="868013"/>
                </a:lnTo>
                <a:cubicBezTo>
                  <a:pt x="3048" y="860108"/>
                  <a:pt x="4001" y="852202"/>
                  <a:pt x="5144" y="844391"/>
                </a:cubicBezTo>
                <a:lnTo>
                  <a:pt x="18669" y="846392"/>
                </a:lnTo>
                <a:cubicBezTo>
                  <a:pt x="17526" y="854011"/>
                  <a:pt x="16669" y="861727"/>
                  <a:pt x="15907" y="869347"/>
                </a:cubicBezTo>
                <a:close/>
                <a:moveTo>
                  <a:pt x="1761363" y="843629"/>
                </a:moveTo>
                <a:cubicBezTo>
                  <a:pt x="1760982" y="835914"/>
                  <a:pt x="1760410" y="828104"/>
                  <a:pt x="1759839" y="820388"/>
                </a:cubicBezTo>
                <a:lnTo>
                  <a:pt x="1773460" y="819245"/>
                </a:lnTo>
                <a:cubicBezTo>
                  <a:pt x="1774126" y="827151"/>
                  <a:pt x="1774603" y="834961"/>
                  <a:pt x="1775079" y="842867"/>
                </a:cubicBezTo>
                <a:lnTo>
                  <a:pt x="1761363" y="843534"/>
                </a:lnTo>
                <a:close/>
                <a:moveTo>
                  <a:pt x="22479" y="823436"/>
                </a:moveTo>
                <a:lnTo>
                  <a:pt x="9049" y="820865"/>
                </a:lnTo>
                <a:cubicBezTo>
                  <a:pt x="10573" y="813054"/>
                  <a:pt x="12287" y="805339"/>
                  <a:pt x="14097" y="797624"/>
                </a:cubicBezTo>
                <a:lnTo>
                  <a:pt x="27432" y="800862"/>
                </a:lnTo>
                <a:cubicBezTo>
                  <a:pt x="25622" y="808387"/>
                  <a:pt x="24003" y="815911"/>
                  <a:pt x="22479" y="823532"/>
                </a:cubicBezTo>
                <a:close/>
                <a:moveTo>
                  <a:pt x="1757553" y="797243"/>
                </a:moveTo>
                <a:cubicBezTo>
                  <a:pt x="1756696" y="789527"/>
                  <a:pt x="1755743" y="781812"/>
                  <a:pt x="1754600" y="774097"/>
                </a:cubicBezTo>
                <a:lnTo>
                  <a:pt x="1768126" y="772192"/>
                </a:lnTo>
                <a:cubicBezTo>
                  <a:pt x="1769269" y="780002"/>
                  <a:pt x="1770221" y="787813"/>
                  <a:pt x="1771079" y="795719"/>
                </a:cubicBezTo>
                <a:lnTo>
                  <a:pt x="1757458" y="797243"/>
                </a:lnTo>
                <a:close/>
                <a:moveTo>
                  <a:pt x="33433" y="778478"/>
                </a:moveTo>
                <a:lnTo>
                  <a:pt x="20288" y="774668"/>
                </a:lnTo>
                <a:cubicBezTo>
                  <a:pt x="22479" y="767048"/>
                  <a:pt x="24860" y="759524"/>
                  <a:pt x="27432" y="751999"/>
                </a:cubicBezTo>
                <a:lnTo>
                  <a:pt x="40386" y="756476"/>
                </a:lnTo>
                <a:cubicBezTo>
                  <a:pt x="37910" y="763810"/>
                  <a:pt x="35528" y="771144"/>
                  <a:pt x="33433" y="778574"/>
                </a:cubicBezTo>
                <a:close/>
                <a:moveTo>
                  <a:pt x="1751076" y="751046"/>
                </a:moveTo>
                <a:cubicBezTo>
                  <a:pt x="1749742" y="743426"/>
                  <a:pt x="1748314" y="735711"/>
                  <a:pt x="1746885" y="728186"/>
                </a:cubicBezTo>
                <a:lnTo>
                  <a:pt x="1760316" y="725519"/>
                </a:lnTo>
                <a:cubicBezTo>
                  <a:pt x="1761839" y="733234"/>
                  <a:pt x="1763268" y="741045"/>
                  <a:pt x="1764601" y="748760"/>
                </a:cubicBezTo>
                <a:lnTo>
                  <a:pt x="1751076" y="751046"/>
                </a:lnTo>
                <a:close/>
                <a:moveTo>
                  <a:pt x="48387" y="734568"/>
                </a:moveTo>
                <a:lnTo>
                  <a:pt x="35623" y="729520"/>
                </a:lnTo>
                <a:cubicBezTo>
                  <a:pt x="38576" y="722186"/>
                  <a:pt x="41624" y="714851"/>
                  <a:pt x="44863" y="707612"/>
                </a:cubicBezTo>
                <a:lnTo>
                  <a:pt x="57340" y="713232"/>
                </a:lnTo>
                <a:cubicBezTo>
                  <a:pt x="54198" y="720281"/>
                  <a:pt x="51149" y="727424"/>
                  <a:pt x="48387" y="734568"/>
                </a:cubicBezTo>
                <a:close/>
                <a:moveTo>
                  <a:pt x="1741932" y="705422"/>
                </a:moveTo>
                <a:cubicBezTo>
                  <a:pt x="1740217" y="697802"/>
                  <a:pt x="1738408" y="690277"/>
                  <a:pt x="1736408" y="682752"/>
                </a:cubicBezTo>
                <a:lnTo>
                  <a:pt x="1749648" y="679323"/>
                </a:lnTo>
                <a:cubicBezTo>
                  <a:pt x="1751648" y="686943"/>
                  <a:pt x="1753457" y="694658"/>
                  <a:pt x="1755267" y="702374"/>
                </a:cubicBezTo>
                <a:lnTo>
                  <a:pt x="1741932" y="705422"/>
                </a:lnTo>
                <a:close/>
                <a:moveTo>
                  <a:pt x="67342" y="692277"/>
                </a:moveTo>
                <a:lnTo>
                  <a:pt x="55054" y="686086"/>
                </a:lnTo>
                <a:cubicBezTo>
                  <a:pt x="58579" y="679037"/>
                  <a:pt x="62389" y="671989"/>
                  <a:pt x="66199" y="665036"/>
                </a:cubicBezTo>
                <a:lnTo>
                  <a:pt x="78105" y="671703"/>
                </a:lnTo>
                <a:cubicBezTo>
                  <a:pt x="74295" y="678466"/>
                  <a:pt x="70676" y="685229"/>
                  <a:pt x="67247" y="692182"/>
                </a:cubicBezTo>
                <a:close/>
                <a:moveTo>
                  <a:pt x="1730407" y="660273"/>
                </a:moveTo>
                <a:cubicBezTo>
                  <a:pt x="1728311" y="652748"/>
                  <a:pt x="1726025" y="645319"/>
                  <a:pt x="1723739" y="637984"/>
                </a:cubicBezTo>
                <a:lnTo>
                  <a:pt x="1736789" y="633889"/>
                </a:lnTo>
                <a:cubicBezTo>
                  <a:pt x="1739170" y="641413"/>
                  <a:pt x="1741456" y="648938"/>
                  <a:pt x="1743551" y="656558"/>
                </a:cubicBezTo>
                <a:lnTo>
                  <a:pt x="1730407" y="660273"/>
                </a:lnTo>
                <a:close/>
                <a:moveTo>
                  <a:pt x="90011" y="651986"/>
                </a:moveTo>
                <a:lnTo>
                  <a:pt x="78391" y="644747"/>
                </a:lnTo>
                <a:cubicBezTo>
                  <a:pt x="82582" y="637984"/>
                  <a:pt x="86963" y="631412"/>
                  <a:pt x="91440" y="624840"/>
                </a:cubicBezTo>
                <a:lnTo>
                  <a:pt x="102679" y="632651"/>
                </a:lnTo>
                <a:cubicBezTo>
                  <a:pt x="98298" y="639032"/>
                  <a:pt x="94012" y="645414"/>
                  <a:pt x="89916" y="651986"/>
                </a:cubicBezTo>
                <a:close/>
                <a:moveTo>
                  <a:pt x="1716405" y="615791"/>
                </a:moveTo>
                <a:cubicBezTo>
                  <a:pt x="1713834" y="608457"/>
                  <a:pt x="1711262" y="601123"/>
                  <a:pt x="1708594" y="593884"/>
                </a:cubicBezTo>
                <a:lnTo>
                  <a:pt x="1721453" y="589121"/>
                </a:lnTo>
                <a:cubicBezTo>
                  <a:pt x="1724215" y="596456"/>
                  <a:pt x="1726883" y="603885"/>
                  <a:pt x="1729454" y="611410"/>
                </a:cubicBezTo>
                <a:lnTo>
                  <a:pt x="1716500" y="615886"/>
                </a:lnTo>
                <a:close/>
                <a:moveTo>
                  <a:pt x="116396" y="613886"/>
                </a:moveTo>
                <a:lnTo>
                  <a:pt x="105537" y="605600"/>
                </a:lnTo>
                <a:cubicBezTo>
                  <a:pt x="110395" y="599313"/>
                  <a:pt x="115348" y="593122"/>
                  <a:pt x="120396" y="587026"/>
                </a:cubicBezTo>
                <a:lnTo>
                  <a:pt x="130874" y="595884"/>
                </a:lnTo>
                <a:cubicBezTo>
                  <a:pt x="125921" y="601790"/>
                  <a:pt x="121063" y="607790"/>
                  <a:pt x="116396" y="613982"/>
                </a:cubicBezTo>
                <a:close/>
                <a:moveTo>
                  <a:pt x="146209" y="578453"/>
                </a:moveTo>
                <a:lnTo>
                  <a:pt x="136208" y="569119"/>
                </a:lnTo>
                <a:cubicBezTo>
                  <a:pt x="141637" y="563309"/>
                  <a:pt x="147161" y="557594"/>
                  <a:pt x="152876" y="552069"/>
                </a:cubicBezTo>
                <a:lnTo>
                  <a:pt x="162401" y="561880"/>
                </a:lnTo>
                <a:cubicBezTo>
                  <a:pt x="156877" y="567214"/>
                  <a:pt x="151447" y="572738"/>
                  <a:pt x="146209" y="578453"/>
                </a:cubicBezTo>
                <a:close/>
                <a:moveTo>
                  <a:pt x="1700308" y="571976"/>
                </a:moveTo>
                <a:cubicBezTo>
                  <a:pt x="1697546" y="564737"/>
                  <a:pt x="1694688" y="557403"/>
                  <a:pt x="1691831" y="550164"/>
                </a:cubicBezTo>
                <a:lnTo>
                  <a:pt x="1704594" y="545116"/>
                </a:lnTo>
                <a:cubicBezTo>
                  <a:pt x="1707451" y="552450"/>
                  <a:pt x="1710309" y="559784"/>
                  <a:pt x="1713071" y="567023"/>
                </a:cubicBezTo>
                <a:lnTo>
                  <a:pt x="1700308" y="571881"/>
                </a:lnTo>
                <a:close/>
                <a:moveTo>
                  <a:pt x="179260" y="546163"/>
                </a:moveTo>
                <a:lnTo>
                  <a:pt x="170212" y="535877"/>
                </a:lnTo>
                <a:cubicBezTo>
                  <a:pt x="176213" y="530638"/>
                  <a:pt x="182308" y="525494"/>
                  <a:pt x="188500" y="520636"/>
                </a:cubicBezTo>
                <a:lnTo>
                  <a:pt x="196977" y="531400"/>
                </a:lnTo>
                <a:cubicBezTo>
                  <a:pt x="190976" y="536162"/>
                  <a:pt x="184976" y="541115"/>
                  <a:pt x="179260" y="546259"/>
                </a:cubicBezTo>
                <a:close/>
                <a:moveTo>
                  <a:pt x="1683163" y="528352"/>
                </a:moveTo>
                <a:cubicBezTo>
                  <a:pt x="1680210" y="521113"/>
                  <a:pt x="1677257" y="513874"/>
                  <a:pt x="1674305" y="506730"/>
                </a:cubicBezTo>
                <a:lnTo>
                  <a:pt x="1686973" y="501491"/>
                </a:lnTo>
                <a:cubicBezTo>
                  <a:pt x="1690021" y="508730"/>
                  <a:pt x="1692974" y="515969"/>
                  <a:pt x="1695926" y="523304"/>
                </a:cubicBezTo>
                <a:lnTo>
                  <a:pt x="1683258" y="528447"/>
                </a:lnTo>
                <a:close/>
                <a:moveTo>
                  <a:pt x="215551" y="517493"/>
                </a:moveTo>
                <a:lnTo>
                  <a:pt x="207645" y="506349"/>
                </a:lnTo>
                <a:cubicBezTo>
                  <a:pt x="214122" y="501777"/>
                  <a:pt x="220790" y="497300"/>
                  <a:pt x="227457" y="493109"/>
                </a:cubicBezTo>
                <a:lnTo>
                  <a:pt x="234791" y="504730"/>
                </a:lnTo>
                <a:cubicBezTo>
                  <a:pt x="228314" y="508825"/>
                  <a:pt x="221837" y="513112"/>
                  <a:pt x="215551" y="517588"/>
                </a:cubicBezTo>
                <a:close/>
                <a:moveTo>
                  <a:pt x="254699" y="492919"/>
                </a:moveTo>
                <a:lnTo>
                  <a:pt x="248031" y="480917"/>
                </a:lnTo>
                <a:cubicBezTo>
                  <a:pt x="254984" y="477012"/>
                  <a:pt x="262128" y="473392"/>
                  <a:pt x="269272" y="469963"/>
                </a:cubicBezTo>
                <a:lnTo>
                  <a:pt x="275177" y="482251"/>
                </a:lnTo>
                <a:cubicBezTo>
                  <a:pt x="268319" y="485584"/>
                  <a:pt x="261366" y="489109"/>
                  <a:pt x="254699" y="492919"/>
                </a:cubicBezTo>
                <a:close/>
                <a:moveTo>
                  <a:pt x="1665160" y="485204"/>
                </a:moveTo>
                <a:cubicBezTo>
                  <a:pt x="1662113" y="478060"/>
                  <a:pt x="1658969" y="470916"/>
                  <a:pt x="1655826" y="463772"/>
                </a:cubicBezTo>
                <a:lnTo>
                  <a:pt x="1668304" y="458248"/>
                </a:lnTo>
                <a:cubicBezTo>
                  <a:pt x="1671447" y="465392"/>
                  <a:pt x="1674685" y="472631"/>
                  <a:pt x="1677733" y="479869"/>
                </a:cubicBezTo>
                <a:lnTo>
                  <a:pt x="1665160" y="485299"/>
                </a:lnTo>
                <a:close/>
                <a:moveTo>
                  <a:pt x="296228" y="472821"/>
                </a:moveTo>
                <a:lnTo>
                  <a:pt x="290989" y="460153"/>
                </a:lnTo>
                <a:cubicBezTo>
                  <a:pt x="298323" y="457105"/>
                  <a:pt x="305753" y="454247"/>
                  <a:pt x="313182" y="451580"/>
                </a:cubicBezTo>
                <a:lnTo>
                  <a:pt x="317754" y="464439"/>
                </a:lnTo>
                <a:cubicBezTo>
                  <a:pt x="310515" y="467011"/>
                  <a:pt x="303276" y="469773"/>
                  <a:pt x="296132" y="472726"/>
                </a:cubicBezTo>
                <a:close/>
                <a:moveTo>
                  <a:pt x="339852" y="457295"/>
                </a:moveTo>
                <a:lnTo>
                  <a:pt x="335851" y="444151"/>
                </a:lnTo>
                <a:cubicBezTo>
                  <a:pt x="343376" y="441865"/>
                  <a:pt x="350996" y="439674"/>
                  <a:pt x="358712" y="437674"/>
                </a:cubicBezTo>
                <a:lnTo>
                  <a:pt x="362236" y="450913"/>
                </a:lnTo>
                <a:cubicBezTo>
                  <a:pt x="354711" y="452914"/>
                  <a:pt x="347281" y="455009"/>
                  <a:pt x="339852" y="457295"/>
                </a:cubicBezTo>
                <a:close/>
                <a:moveTo>
                  <a:pt x="384810" y="445389"/>
                </a:moveTo>
                <a:lnTo>
                  <a:pt x="381762" y="432054"/>
                </a:lnTo>
                <a:cubicBezTo>
                  <a:pt x="389477" y="430244"/>
                  <a:pt x="397192" y="428625"/>
                  <a:pt x="404908" y="427101"/>
                </a:cubicBezTo>
                <a:lnTo>
                  <a:pt x="407575" y="440531"/>
                </a:lnTo>
                <a:cubicBezTo>
                  <a:pt x="399955" y="442055"/>
                  <a:pt x="392335" y="443675"/>
                  <a:pt x="384810" y="445389"/>
                </a:cubicBezTo>
                <a:close/>
                <a:moveTo>
                  <a:pt x="1646206" y="442436"/>
                </a:moveTo>
                <a:cubicBezTo>
                  <a:pt x="1642968" y="435388"/>
                  <a:pt x="1639633" y="428339"/>
                  <a:pt x="1636300" y="421291"/>
                </a:cubicBezTo>
                <a:lnTo>
                  <a:pt x="1648682" y="415385"/>
                </a:lnTo>
                <a:cubicBezTo>
                  <a:pt x="1652111" y="422434"/>
                  <a:pt x="1655445" y="429578"/>
                  <a:pt x="1658683" y="436721"/>
                </a:cubicBezTo>
                <a:lnTo>
                  <a:pt x="1646206" y="442436"/>
                </a:lnTo>
                <a:close/>
                <a:moveTo>
                  <a:pt x="430530" y="436150"/>
                </a:moveTo>
                <a:lnTo>
                  <a:pt x="428149" y="422624"/>
                </a:lnTo>
                <a:cubicBezTo>
                  <a:pt x="435864" y="421291"/>
                  <a:pt x="443674" y="419957"/>
                  <a:pt x="451390" y="418719"/>
                </a:cubicBezTo>
                <a:lnTo>
                  <a:pt x="453581" y="432244"/>
                </a:lnTo>
                <a:cubicBezTo>
                  <a:pt x="445866" y="433483"/>
                  <a:pt x="438150" y="434816"/>
                  <a:pt x="430530" y="436150"/>
                </a:cubicBezTo>
                <a:close/>
                <a:moveTo>
                  <a:pt x="476726" y="428720"/>
                </a:moveTo>
                <a:lnTo>
                  <a:pt x="474726" y="415195"/>
                </a:lnTo>
                <a:cubicBezTo>
                  <a:pt x="482441" y="414052"/>
                  <a:pt x="490252" y="412909"/>
                  <a:pt x="498062" y="411861"/>
                </a:cubicBezTo>
                <a:lnTo>
                  <a:pt x="499967" y="425386"/>
                </a:lnTo>
                <a:cubicBezTo>
                  <a:pt x="492252" y="426530"/>
                  <a:pt x="484537" y="427577"/>
                  <a:pt x="476726" y="428720"/>
                </a:cubicBezTo>
                <a:close/>
                <a:moveTo>
                  <a:pt x="523208" y="422053"/>
                </a:moveTo>
                <a:lnTo>
                  <a:pt x="521303" y="408527"/>
                </a:lnTo>
                <a:lnTo>
                  <a:pt x="544544" y="405194"/>
                </a:lnTo>
                <a:lnTo>
                  <a:pt x="546544" y="418719"/>
                </a:lnTo>
                <a:lnTo>
                  <a:pt x="523304" y="422053"/>
                </a:lnTo>
                <a:close/>
                <a:moveTo>
                  <a:pt x="569785" y="415290"/>
                </a:moveTo>
                <a:lnTo>
                  <a:pt x="567690" y="401765"/>
                </a:lnTo>
                <a:cubicBezTo>
                  <a:pt x="575405" y="400621"/>
                  <a:pt x="583121" y="399383"/>
                  <a:pt x="590740" y="398050"/>
                </a:cubicBezTo>
                <a:lnTo>
                  <a:pt x="593026" y="411575"/>
                </a:lnTo>
                <a:cubicBezTo>
                  <a:pt x="585311" y="412909"/>
                  <a:pt x="577501" y="414147"/>
                  <a:pt x="569785" y="415290"/>
                </a:cubicBezTo>
                <a:close/>
                <a:moveTo>
                  <a:pt x="616267" y="407480"/>
                </a:moveTo>
                <a:lnTo>
                  <a:pt x="613696" y="394049"/>
                </a:lnTo>
                <a:cubicBezTo>
                  <a:pt x="621316" y="392621"/>
                  <a:pt x="628936" y="391096"/>
                  <a:pt x="636556" y="389477"/>
                </a:cubicBezTo>
                <a:lnTo>
                  <a:pt x="639413" y="402908"/>
                </a:lnTo>
                <a:cubicBezTo>
                  <a:pt x="631698" y="404527"/>
                  <a:pt x="623983" y="406146"/>
                  <a:pt x="616267" y="407575"/>
                </a:cubicBezTo>
                <a:close/>
                <a:moveTo>
                  <a:pt x="1625917" y="400240"/>
                </a:moveTo>
                <a:cubicBezTo>
                  <a:pt x="1622393" y="393287"/>
                  <a:pt x="1618869" y="386334"/>
                  <a:pt x="1615249" y="379381"/>
                </a:cubicBezTo>
                <a:lnTo>
                  <a:pt x="1627346" y="372999"/>
                </a:lnTo>
                <a:cubicBezTo>
                  <a:pt x="1630966" y="379952"/>
                  <a:pt x="1634585" y="387001"/>
                  <a:pt x="1638110" y="394049"/>
                </a:cubicBezTo>
                <a:lnTo>
                  <a:pt x="1625823" y="400145"/>
                </a:lnTo>
                <a:close/>
                <a:moveTo>
                  <a:pt x="662464" y="397383"/>
                </a:moveTo>
                <a:lnTo>
                  <a:pt x="659130" y="384048"/>
                </a:lnTo>
                <a:cubicBezTo>
                  <a:pt x="666655" y="382143"/>
                  <a:pt x="674084" y="380143"/>
                  <a:pt x="681514" y="378047"/>
                </a:cubicBezTo>
                <a:lnTo>
                  <a:pt x="685324" y="391192"/>
                </a:lnTo>
                <a:cubicBezTo>
                  <a:pt x="677799" y="393383"/>
                  <a:pt x="670084" y="395478"/>
                  <a:pt x="662464" y="397383"/>
                </a:cubicBezTo>
                <a:close/>
                <a:moveTo>
                  <a:pt x="708088" y="384143"/>
                </a:moveTo>
                <a:lnTo>
                  <a:pt x="703707" y="371189"/>
                </a:lnTo>
                <a:cubicBezTo>
                  <a:pt x="711041" y="368713"/>
                  <a:pt x="718280" y="366046"/>
                  <a:pt x="725424" y="363284"/>
                </a:cubicBezTo>
                <a:lnTo>
                  <a:pt x="730473" y="376047"/>
                </a:lnTo>
                <a:cubicBezTo>
                  <a:pt x="723138" y="379000"/>
                  <a:pt x="715613" y="381667"/>
                  <a:pt x="708088" y="384238"/>
                </a:cubicBezTo>
                <a:close/>
                <a:moveTo>
                  <a:pt x="752380" y="366522"/>
                </a:moveTo>
                <a:lnTo>
                  <a:pt x="746569" y="354140"/>
                </a:lnTo>
                <a:cubicBezTo>
                  <a:pt x="753618" y="350806"/>
                  <a:pt x="760571" y="347377"/>
                  <a:pt x="767144" y="343757"/>
                </a:cubicBezTo>
                <a:lnTo>
                  <a:pt x="773716" y="355759"/>
                </a:lnTo>
                <a:cubicBezTo>
                  <a:pt x="766858" y="359473"/>
                  <a:pt x="759714" y="363093"/>
                  <a:pt x="752380" y="366522"/>
                </a:cubicBezTo>
                <a:close/>
                <a:moveTo>
                  <a:pt x="1604296" y="358807"/>
                </a:moveTo>
                <a:cubicBezTo>
                  <a:pt x="1600581" y="351949"/>
                  <a:pt x="1596771" y="345186"/>
                  <a:pt x="1592866" y="338423"/>
                </a:cubicBezTo>
                <a:lnTo>
                  <a:pt x="1604772" y="331565"/>
                </a:lnTo>
                <a:cubicBezTo>
                  <a:pt x="1608677" y="338423"/>
                  <a:pt x="1612583" y="345281"/>
                  <a:pt x="1616298" y="352234"/>
                </a:cubicBezTo>
                <a:lnTo>
                  <a:pt x="1604296" y="358807"/>
                </a:lnTo>
                <a:close/>
                <a:moveTo>
                  <a:pt x="794385" y="343757"/>
                </a:moveTo>
                <a:lnTo>
                  <a:pt x="787051" y="332137"/>
                </a:lnTo>
                <a:cubicBezTo>
                  <a:pt x="792385" y="328708"/>
                  <a:pt x="797719" y="325184"/>
                  <a:pt x="802958" y="321373"/>
                </a:cubicBezTo>
                <a:lnTo>
                  <a:pt x="806006" y="319183"/>
                </a:lnTo>
                <a:lnTo>
                  <a:pt x="814102" y="330232"/>
                </a:lnTo>
                <a:lnTo>
                  <a:pt x="810863" y="332518"/>
                </a:lnTo>
                <a:cubicBezTo>
                  <a:pt x="805434" y="336423"/>
                  <a:pt x="799910" y="340138"/>
                  <a:pt x="794290" y="343662"/>
                </a:cubicBezTo>
                <a:close/>
                <a:moveTo>
                  <a:pt x="1580960" y="318325"/>
                </a:moveTo>
                <a:cubicBezTo>
                  <a:pt x="1576959" y="311658"/>
                  <a:pt x="1572863" y="305086"/>
                  <a:pt x="1568673" y="298513"/>
                </a:cubicBezTo>
                <a:lnTo>
                  <a:pt x="1580198" y="291179"/>
                </a:lnTo>
                <a:cubicBezTo>
                  <a:pt x="1584389" y="297847"/>
                  <a:pt x="1588580" y="304514"/>
                  <a:pt x="1592675" y="311277"/>
                </a:cubicBezTo>
                <a:lnTo>
                  <a:pt x="1580960" y="318325"/>
                </a:lnTo>
                <a:close/>
                <a:moveTo>
                  <a:pt x="832866" y="315373"/>
                </a:moveTo>
                <a:lnTo>
                  <a:pt x="824008" y="304895"/>
                </a:lnTo>
                <a:cubicBezTo>
                  <a:pt x="829723" y="300038"/>
                  <a:pt x="835533" y="294894"/>
                  <a:pt x="841153" y="289465"/>
                </a:cubicBezTo>
                <a:lnTo>
                  <a:pt x="850583" y="299371"/>
                </a:lnTo>
                <a:cubicBezTo>
                  <a:pt x="844677" y="304990"/>
                  <a:pt x="838676" y="310325"/>
                  <a:pt x="832771" y="315373"/>
                </a:cubicBezTo>
                <a:close/>
                <a:moveTo>
                  <a:pt x="867442" y="282607"/>
                </a:moveTo>
                <a:lnTo>
                  <a:pt x="857536" y="273177"/>
                </a:lnTo>
                <a:cubicBezTo>
                  <a:pt x="862870" y="267557"/>
                  <a:pt x="868108" y="261842"/>
                  <a:pt x="873252" y="256032"/>
                </a:cubicBezTo>
                <a:lnTo>
                  <a:pt x="883539" y="265081"/>
                </a:lnTo>
                <a:cubicBezTo>
                  <a:pt x="878300" y="270986"/>
                  <a:pt x="872966" y="276892"/>
                  <a:pt x="867442" y="282607"/>
                </a:cubicBezTo>
                <a:close/>
                <a:moveTo>
                  <a:pt x="1555909" y="278987"/>
                </a:moveTo>
                <a:cubicBezTo>
                  <a:pt x="1551527" y="272510"/>
                  <a:pt x="1547146" y="266129"/>
                  <a:pt x="1542574" y="259842"/>
                </a:cubicBezTo>
                <a:lnTo>
                  <a:pt x="1553718" y="251936"/>
                </a:lnTo>
                <a:cubicBezTo>
                  <a:pt x="1558290" y="258318"/>
                  <a:pt x="1562767" y="264890"/>
                  <a:pt x="1567244" y="271367"/>
                </a:cubicBezTo>
                <a:lnTo>
                  <a:pt x="1555909" y="278987"/>
                </a:lnTo>
                <a:close/>
                <a:moveTo>
                  <a:pt x="898969" y="247078"/>
                </a:moveTo>
                <a:lnTo>
                  <a:pt x="888492" y="238316"/>
                </a:lnTo>
                <a:cubicBezTo>
                  <a:pt x="893445" y="232315"/>
                  <a:pt x="898398" y="226314"/>
                  <a:pt x="903256" y="220218"/>
                </a:cubicBezTo>
                <a:lnTo>
                  <a:pt x="913924" y="228791"/>
                </a:lnTo>
                <a:cubicBezTo>
                  <a:pt x="908971" y="234982"/>
                  <a:pt x="904018" y="241078"/>
                  <a:pt x="898969" y="247078"/>
                </a:cubicBezTo>
                <a:close/>
                <a:moveTo>
                  <a:pt x="1528763" y="240983"/>
                </a:moveTo>
                <a:cubicBezTo>
                  <a:pt x="1524095" y="234791"/>
                  <a:pt x="1519238" y="228695"/>
                  <a:pt x="1514380" y="222599"/>
                </a:cubicBezTo>
                <a:lnTo>
                  <a:pt x="1525048" y="214027"/>
                </a:lnTo>
                <a:cubicBezTo>
                  <a:pt x="1530001" y="220218"/>
                  <a:pt x="1534858" y="226409"/>
                  <a:pt x="1539621" y="232696"/>
                </a:cubicBezTo>
                <a:lnTo>
                  <a:pt x="1528668" y="240983"/>
                </a:lnTo>
                <a:close/>
                <a:moveTo>
                  <a:pt x="928592" y="210407"/>
                </a:moveTo>
                <a:lnTo>
                  <a:pt x="917829" y="201930"/>
                </a:lnTo>
                <a:lnTo>
                  <a:pt x="932307" y="183451"/>
                </a:lnTo>
                <a:lnTo>
                  <a:pt x="943070" y="191929"/>
                </a:lnTo>
                <a:lnTo>
                  <a:pt x="928592" y="210407"/>
                </a:lnTo>
                <a:close/>
                <a:moveTo>
                  <a:pt x="1499521" y="204788"/>
                </a:moveTo>
                <a:cubicBezTo>
                  <a:pt x="1494473" y="198882"/>
                  <a:pt x="1489329" y="193072"/>
                  <a:pt x="1484091" y="187452"/>
                </a:cubicBezTo>
                <a:lnTo>
                  <a:pt x="1494187" y="178213"/>
                </a:lnTo>
                <a:cubicBezTo>
                  <a:pt x="1499521" y="184023"/>
                  <a:pt x="1504760" y="189928"/>
                  <a:pt x="1509998" y="195929"/>
                </a:cubicBezTo>
                <a:lnTo>
                  <a:pt x="1499616" y="204883"/>
                </a:lnTo>
                <a:close/>
                <a:moveTo>
                  <a:pt x="957644" y="173546"/>
                </a:moveTo>
                <a:lnTo>
                  <a:pt x="946976" y="164973"/>
                </a:lnTo>
                <a:cubicBezTo>
                  <a:pt x="951929" y="158877"/>
                  <a:pt x="956881" y="152686"/>
                  <a:pt x="961930" y="146685"/>
                </a:cubicBezTo>
                <a:lnTo>
                  <a:pt x="972503" y="155448"/>
                </a:lnTo>
                <a:cubicBezTo>
                  <a:pt x="967549" y="161449"/>
                  <a:pt x="962597" y="167449"/>
                  <a:pt x="957739" y="173546"/>
                </a:cubicBezTo>
                <a:close/>
                <a:moveTo>
                  <a:pt x="1467993" y="170593"/>
                </a:moveTo>
                <a:cubicBezTo>
                  <a:pt x="1462564" y="165068"/>
                  <a:pt x="1457039" y="159734"/>
                  <a:pt x="1451325" y="154400"/>
                </a:cubicBezTo>
                <a:lnTo>
                  <a:pt x="1460659" y="144399"/>
                </a:lnTo>
                <a:cubicBezTo>
                  <a:pt x="1466469" y="149828"/>
                  <a:pt x="1472089" y="155353"/>
                  <a:pt x="1477708" y="160972"/>
                </a:cubicBezTo>
                <a:lnTo>
                  <a:pt x="1467993" y="170593"/>
                </a:lnTo>
                <a:close/>
                <a:moveTo>
                  <a:pt x="1434179" y="138874"/>
                </a:moveTo>
                <a:cubicBezTo>
                  <a:pt x="1428369" y="133826"/>
                  <a:pt x="1422368" y="128873"/>
                  <a:pt x="1416367" y="124016"/>
                </a:cubicBezTo>
                <a:lnTo>
                  <a:pt x="1424940" y="113347"/>
                </a:lnTo>
                <a:cubicBezTo>
                  <a:pt x="1431132" y="118300"/>
                  <a:pt x="1437227" y="123349"/>
                  <a:pt x="1443133" y="128492"/>
                </a:cubicBezTo>
                <a:lnTo>
                  <a:pt x="1434179" y="138874"/>
                </a:lnTo>
                <a:close/>
                <a:moveTo>
                  <a:pt x="987552" y="137731"/>
                </a:moveTo>
                <a:lnTo>
                  <a:pt x="977265" y="128683"/>
                </a:lnTo>
                <a:lnTo>
                  <a:pt x="979456" y="126206"/>
                </a:lnTo>
                <a:cubicBezTo>
                  <a:pt x="983742" y="121348"/>
                  <a:pt x="988600" y="116396"/>
                  <a:pt x="993838" y="111347"/>
                </a:cubicBezTo>
                <a:lnTo>
                  <a:pt x="1003363" y="121158"/>
                </a:lnTo>
                <a:cubicBezTo>
                  <a:pt x="998410" y="126016"/>
                  <a:pt x="993838" y="130778"/>
                  <a:pt x="989743" y="135255"/>
                </a:cubicBezTo>
                <a:lnTo>
                  <a:pt x="987552" y="137731"/>
                </a:lnTo>
                <a:close/>
                <a:moveTo>
                  <a:pt x="1397984" y="109919"/>
                </a:moveTo>
                <a:cubicBezTo>
                  <a:pt x="1391793" y="105346"/>
                  <a:pt x="1385506" y="100965"/>
                  <a:pt x="1379030" y="96583"/>
                </a:cubicBezTo>
                <a:lnTo>
                  <a:pt x="1386649" y="85153"/>
                </a:lnTo>
                <a:cubicBezTo>
                  <a:pt x="1393222" y="89535"/>
                  <a:pt x="1399699" y="94107"/>
                  <a:pt x="1406081" y="98774"/>
                </a:cubicBezTo>
                <a:lnTo>
                  <a:pt x="1397984" y="109823"/>
                </a:lnTo>
                <a:close/>
                <a:moveTo>
                  <a:pt x="1020508" y="105632"/>
                </a:moveTo>
                <a:lnTo>
                  <a:pt x="1011650" y="95155"/>
                </a:lnTo>
                <a:cubicBezTo>
                  <a:pt x="1017556" y="90106"/>
                  <a:pt x="1023747" y="85153"/>
                  <a:pt x="1030224" y="80200"/>
                </a:cubicBezTo>
                <a:lnTo>
                  <a:pt x="1038511" y="91059"/>
                </a:lnTo>
                <a:cubicBezTo>
                  <a:pt x="1032225" y="95821"/>
                  <a:pt x="1026224" y="100679"/>
                  <a:pt x="1020508" y="105537"/>
                </a:cubicBezTo>
                <a:close/>
                <a:moveTo>
                  <a:pt x="1366743" y="88582"/>
                </a:moveTo>
                <a:lnTo>
                  <a:pt x="1346930" y="76009"/>
                </a:lnTo>
                <a:lnTo>
                  <a:pt x="1354265" y="64389"/>
                </a:lnTo>
                <a:lnTo>
                  <a:pt x="1374172" y="76962"/>
                </a:lnTo>
                <a:lnTo>
                  <a:pt x="1366838" y="88582"/>
                </a:lnTo>
                <a:close/>
                <a:moveTo>
                  <a:pt x="1057275" y="77533"/>
                </a:moveTo>
                <a:lnTo>
                  <a:pt x="1049465" y="66294"/>
                </a:lnTo>
                <a:cubicBezTo>
                  <a:pt x="1055942" y="61817"/>
                  <a:pt x="1062609" y="57436"/>
                  <a:pt x="1069372" y="53245"/>
                </a:cubicBezTo>
                <a:lnTo>
                  <a:pt x="1076611" y="64865"/>
                </a:lnTo>
                <a:cubicBezTo>
                  <a:pt x="1070039" y="68961"/>
                  <a:pt x="1063466" y="73247"/>
                  <a:pt x="1057180" y="77533"/>
                </a:cubicBezTo>
                <a:close/>
                <a:moveTo>
                  <a:pt x="1327023" y="63532"/>
                </a:moveTo>
                <a:lnTo>
                  <a:pt x="1307211" y="50959"/>
                </a:lnTo>
                <a:lnTo>
                  <a:pt x="1314545" y="39338"/>
                </a:lnTo>
                <a:lnTo>
                  <a:pt x="1334357" y="51911"/>
                </a:lnTo>
                <a:lnTo>
                  <a:pt x="1327023" y="63532"/>
                </a:lnTo>
                <a:close/>
                <a:moveTo>
                  <a:pt x="1096613" y="53054"/>
                </a:moveTo>
                <a:lnTo>
                  <a:pt x="1089946" y="41053"/>
                </a:lnTo>
                <a:cubicBezTo>
                  <a:pt x="1096899" y="37147"/>
                  <a:pt x="1103948" y="33433"/>
                  <a:pt x="1111091" y="30004"/>
                </a:cubicBezTo>
                <a:lnTo>
                  <a:pt x="1117092" y="42291"/>
                </a:lnTo>
                <a:cubicBezTo>
                  <a:pt x="1110234" y="45625"/>
                  <a:pt x="1103376" y="49244"/>
                  <a:pt x="1096613" y="53054"/>
                </a:cubicBezTo>
                <a:close/>
                <a:moveTo>
                  <a:pt x="1287304" y="38481"/>
                </a:moveTo>
                <a:lnTo>
                  <a:pt x="1267397" y="25908"/>
                </a:lnTo>
                <a:lnTo>
                  <a:pt x="1274731" y="14288"/>
                </a:lnTo>
                <a:lnTo>
                  <a:pt x="1294543" y="26860"/>
                </a:lnTo>
                <a:lnTo>
                  <a:pt x="1287208" y="38481"/>
                </a:lnTo>
                <a:close/>
                <a:moveTo>
                  <a:pt x="1138047" y="32861"/>
                </a:moveTo>
                <a:lnTo>
                  <a:pt x="1132809" y="20193"/>
                </a:lnTo>
                <a:cubicBezTo>
                  <a:pt x="1140428" y="17050"/>
                  <a:pt x="1147953" y="14192"/>
                  <a:pt x="1155287" y="11716"/>
                </a:cubicBezTo>
                <a:lnTo>
                  <a:pt x="1159669" y="24670"/>
                </a:lnTo>
                <a:cubicBezTo>
                  <a:pt x="1152715" y="27051"/>
                  <a:pt x="1145382" y="29718"/>
                  <a:pt x="1138143" y="32766"/>
                </a:cubicBezTo>
                <a:close/>
                <a:moveTo>
                  <a:pt x="1181576" y="18478"/>
                </a:moveTo>
                <a:lnTo>
                  <a:pt x="1178433" y="5144"/>
                </a:lnTo>
                <a:cubicBezTo>
                  <a:pt x="1186624" y="3239"/>
                  <a:pt x="1194721" y="1810"/>
                  <a:pt x="1202341" y="952"/>
                </a:cubicBezTo>
                <a:lnTo>
                  <a:pt x="1203865" y="14573"/>
                </a:lnTo>
                <a:cubicBezTo>
                  <a:pt x="1196721" y="15335"/>
                  <a:pt x="1189292" y="16669"/>
                  <a:pt x="1181576" y="18574"/>
                </a:cubicBezTo>
                <a:close/>
                <a:moveTo>
                  <a:pt x="1247870" y="17145"/>
                </a:moveTo>
                <a:cubicBezTo>
                  <a:pt x="1241203" y="15240"/>
                  <a:pt x="1233964" y="14097"/>
                  <a:pt x="1226249" y="13716"/>
                </a:cubicBezTo>
                <a:lnTo>
                  <a:pt x="1226916" y="0"/>
                </a:lnTo>
                <a:cubicBezTo>
                  <a:pt x="1235678" y="476"/>
                  <a:pt x="1243965" y="1810"/>
                  <a:pt x="1251585" y="4000"/>
                </a:cubicBezTo>
                <a:lnTo>
                  <a:pt x="1247775" y="17145"/>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3" name="Google Shape;308;p41"/>
          <p:cNvSpPr/>
          <p:nvPr/>
        </p:nvSpPr>
        <p:spPr>
          <a:xfrm rot="3612600">
            <a:off x="8386920" y="1334520"/>
            <a:ext cx="3224880" cy="5294880"/>
          </a:xfrm>
          <a:custGeom>
            <a:avLst/>
            <a:gdLst>
              <a:gd name="textAreaLeft" fmla="*/ 0 w 3224880"/>
              <a:gd name="textAreaRight" fmla="*/ 3225240 w 3224880"/>
              <a:gd name="textAreaTop" fmla="*/ 0 h 5294880"/>
              <a:gd name="textAreaBottom" fmla="*/ 5295240 h 5294880"/>
            </a:gdLst>
            <a:ahLst/>
            <a:cxnLst/>
            <a:rect l="textAreaLeft" t="textAreaTop" r="textAreaRight" b="textAreaBottom"/>
            <a:pathLst>
              <a:path w="886486" h="1382285">
                <a:moveTo>
                  <a:pt x="690045" y="38454"/>
                </a:moveTo>
                <a:cubicBezTo>
                  <a:pt x="532787" y="-42413"/>
                  <a:pt x="326761" y="11403"/>
                  <a:pt x="200936" y="133323"/>
                </a:cubicBezTo>
                <a:cubicBezTo>
                  <a:pt x="75110" y="255148"/>
                  <a:pt x="18818" y="430503"/>
                  <a:pt x="4054" y="602048"/>
                </a:cubicBezTo>
                <a:cubicBezTo>
                  <a:pt x="-10900" y="775689"/>
                  <a:pt x="13960" y="956759"/>
                  <a:pt x="104733" y="1107254"/>
                </a:cubicBezTo>
                <a:cubicBezTo>
                  <a:pt x="195506" y="1257749"/>
                  <a:pt x="358860" y="1372907"/>
                  <a:pt x="538883" y="1381765"/>
                </a:cubicBezTo>
                <a:cubicBezTo>
                  <a:pt x="639372" y="1386718"/>
                  <a:pt x="744718" y="1356428"/>
                  <a:pt x="814346" y="1286134"/>
                </a:cubicBezTo>
                <a:cubicBezTo>
                  <a:pt x="883974" y="1215839"/>
                  <a:pt x="909691" y="1102968"/>
                  <a:pt x="862447" y="1017053"/>
                </a:cubicBezTo>
                <a:cubicBezTo>
                  <a:pt x="823109" y="945710"/>
                  <a:pt x="743480" y="903229"/>
                  <a:pt x="696426" y="836363"/>
                </a:cubicBezTo>
                <a:cubicBezTo>
                  <a:pt x="642229" y="759306"/>
                  <a:pt x="639372" y="651483"/>
                  <a:pt x="689378" y="571759"/>
                </a:cubicBezTo>
                <a:cubicBezTo>
                  <a:pt x="713952" y="532611"/>
                  <a:pt x="749290" y="500893"/>
                  <a:pt x="776246" y="463174"/>
                </a:cubicBezTo>
                <a:cubicBezTo>
                  <a:pt x="869400" y="332777"/>
                  <a:pt x="845493" y="118083"/>
                  <a:pt x="690045" y="38264"/>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4" name="Google Shape;309;p41"/>
          <p:cNvSpPr/>
          <p:nvPr/>
        </p:nvSpPr>
        <p:spPr>
          <a:xfrm rot="7168200">
            <a:off x="630000" y="3826080"/>
            <a:ext cx="694440" cy="1544040"/>
          </a:xfrm>
          <a:custGeom>
            <a:avLst/>
            <a:gdLst>
              <a:gd name="textAreaLeft" fmla="*/ 0 w 694440"/>
              <a:gd name="textAreaRight" fmla="*/ 694800 w 694440"/>
              <a:gd name="textAreaTop" fmla="*/ 0 h 1544040"/>
              <a:gd name="textAreaBottom" fmla="*/ 1544400 h 1544040"/>
            </a:gdLst>
            <a:ahLst/>
            <a:cxnLst/>
            <a:rect l="textAreaLeft" t="textAreaTop" r="textAreaRight" b="textAreaBottom"/>
            <a:pathLst>
              <a:path w="303148" h="673968">
                <a:moveTo>
                  <a:pt x="6276" y="41516"/>
                </a:moveTo>
                <a:cubicBezTo>
                  <a:pt x="-13726" y="87903"/>
                  <a:pt x="18278" y="138576"/>
                  <a:pt x="43519" y="182296"/>
                </a:cubicBezTo>
                <a:cubicBezTo>
                  <a:pt x="93620" y="269164"/>
                  <a:pt x="120957" y="368890"/>
                  <a:pt x="122290" y="469093"/>
                </a:cubicBezTo>
                <a:cubicBezTo>
                  <a:pt x="122862" y="513861"/>
                  <a:pt x="118576" y="560057"/>
                  <a:pt x="133530" y="602348"/>
                </a:cubicBezTo>
                <a:cubicBezTo>
                  <a:pt x="148484" y="644544"/>
                  <a:pt x="190775" y="681787"/>
                  <a:pt x="234590" y="672547"/>
                </a:cubicBezTo>
                <a:cubicBezTo>
                  <a:pt x="266213" y="665880"/>
                  <a:pt x="289264" y="636829"/>
                  <a:pt x="297836" y="605682"/>
                </a:cubicBezTo>
                <a:cubicBezTo>
                  <a:pt x="306409" y="574535"/>
                  <a:pt x="303075" y="541483"/>
                  <a:pt x="298503" y="509479"/>
                </a:cubicBezTo>
                <a:cubicBezTo>
                  <a:pt x="279358" y="373462"/>
                  <a:pt x="237067" y="247923"/>
                  <a:pt x="187346" y="120669"/>
                </a:cubicBezTo>
                <a:cubicBezTo>
                  <a:pt x="173630" y="85522"/>
                  <a:pt x="166201" y="50470"/>
                  <a:pt x="136387" y="25228"/>
                </a:cubicBezTo>
                <a:cubicBezTo>
                  <a:pt x="96859" y="-8300"/>
                  <a:pt x="29993" y="-13634"/>
                  <a:pt x="6181" y="4161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pic>
        <p:nvPicPr>
          <p:cNvPr id="2" name="Picture 1">
            <a:extLst>
              <a:ext uri="{FF2B5EF4-FFF2-40B4-BE49-F238E27FC236}">
                <a16:creationId xmlns:a16="http://schemas.microsoft.com/office/drawing/2014/main" id="{1755F1E5-972E-09D8-593C-7760DE9793C1}"/>
              </a:ext>
            </a:extLst>
          </p:cNvPr>
          <p:cNvPicPr>
            <a:picLocks noChangeAspect="1"/>
          </p:cNvPicPr>
          <p:nvPr/>
        </p:nvPicPr>
        <p:blipFill>
          <a:blip r:embed="rId2"/>
          <a:stretch>
            <a:fillRect/>
          </a:stretch>
        </p:blipFill>
        <p:spPr>
          <a:xfrm>
            <a:off x="6706835" y="175510"/>
            <a:ext cx="2310514" cy="2183563"/>
          </a:xfrm>
          <a:prstGeom prst="rect">
            <a:avLst/>
          </a:prstGeom>
        </p:spPr>
      </p:pic>
      <p:sp>
        <p:nvSpPr>
          <p:cNvPr id="3" name="Rectangle 1">
            <a:extLst>
              <a:ext uri="{FF2B5EF4-FFF2-40B4-BE49-F238E27FC236}">
                <a16:creationId xmlns:a16="http://schemas.microsoft.com/office/drawing/2014/main" id="{24410680-3ACC-2F6A-3DC5-48FD0CF87464}"/>
              </a:ext>
            </a:extLst>
          </p:cNvPr>
          <p:cNvSpPr>
            <a:spLocks noGrp="1" noChangeArrowheads="1"/>
          </p:cNvSpPr>
          <p:nvPr>
            <p:ph type="subTitle"/>
          </p:nvPr>
        </p:nvSpPr>
        <p:spPr bwMode="auto">
          <a:xfrm>
            <a:off x="1480806" y="2233971"/>
            <a:ext cx="541987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accent2"/>
                </a:solidFill>
                <a:effectLst/>
                <a:latin typeface="Albert Sans"/>
              </a:rPr>
              <a:t>Plagiarism means using someone else’s work and pretending it’s your own. To avoid it, learn how to give credit, write in your own words, and manage your time well. Doing your own work helps you learn better and stay out of trouble. Remember, your ideas are important—don’t be afraid to use them! Be honest, be proud, and let your work show who you really are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1CE7A-1EE7-C293-C59F-7BB085771E92}"/>
            </a:ext>
          </a:extLst>
        </p:cNvPr>
        <p:cNvGrpSpPr/>
        <p:nvPr/>
      </p:nvGrpSpPr>
      <p:grpSpPr>
        <a:xfrm>
          <a:off x="0" y="0"/>
          <a:ext cx="0" cy="0"/>
          <a:chOff x="0" y="0"/>
          <a:chExt cx="0" cy="0"/>
        </a:xfrm>
      </p:grpSpPr>
      <p:sp>
        <p:nvSpPr>
          <p:cNvPr id="298" name="Google Shape;303;p41">
            <a:extLst>
              <a:ext uri="{FF2B5EF4-FFF2-40B4-BE49-F238E27FC236}">
                <a16:creationId xmlns:a16="http://schemas.microsoft.com/office/drawing/2014/main" id="{42721964-184D-4FD5-1AA3-85DD16462E1E}"/>
              </a:ext>
            </a:extLst>
          </p:cNvPr>
          <p:cNvSpPr/>
          <p:nvPr/>
        </p:nvSpPr>
        <p:spPr>
          <a:xfrm rot="8381400">
            <a:off x="-1546560" y="-739440"/>
            <a:ext cx="4253040" cy="3456000"/>
          </a:xfrm>
          <a:custGeom>
            <a:avLst/>
            <a:gdLst>
              <a:gd name="textAreaLeft" fmla="*/ 0 w 4253040"/>
              <a:gd name="textAreaRight" fmla="*/ 4253400 w 4253040"/>
              <a:gd name="textAreaTop" fmla="*/ 0 h 3456000"/>
              <a:gd name="textAreaBottom" fmla="*/ 3456360 h 3456000"/>
            </a:gdLst>
            <a:ahLst/>
            <a:cxnLst/>
            <a:rect l="textAreaLeft" t="textAreaTop" r="textAreaRight" b="textAreaBottom"/>
            <a:pathLst>
              <a:path w="1930774" h="1568974">
                <a:moveTo>
                  <a:pt x="11419" y="1021325"/>
                </a:moveTo>
                <a:cubicBezTo>
                  <a:pt x="-43064" y="785677"/>
                  <a:pt x="102383" y="500975"/>
                  <a:pt x="341841" y="467542"/>
                </a:cubicBezTo>
                <a:cubicBezTo>
                  <a:pt x="471953" y="449445"/>
                  <a:pt x="607398" y="503166"/>
                  <a:pt x="733985" y="467923"/>
                </a:cubicBezTo>
                <a:cubicBezTo>
                  <a:pt x="949917" y="407820"/>
                  <a:pt x="1030689" y="127690"/>
                  <a:pt x="1233477" y="32154"/>
                </a:cubicBezTo>
                <a:cubicBezTo>
                  <a:pt x="1407689" y="-49951"/>
                  <a:pt x="1623621" y="34726"/>
                  <a:pt x="1752113" y="178268"/>
                </a:cubicBezTo>
                <a:cubicBezTo>
                  <a:pt x="1937755" y="385627"/>
                  <a:pt x="1978236" y="702714"/>
                  <a:pt x="1875843" y="961509"/>
                </a:cubicBezTo>
                <a:cubicBezTo>
                  <a:pt x="1773449" y="1220303"/>
                  <a:pt x="1541610" y="1417661"/>
                  <a:pt x="1277577" y="1505672"/>
                </a:cubicBezTo>
                <a:cubicBezTo>
                  <a:pt x="832950" y="1653786"/>
                  <a:pt x="136482" y="1561298"/>
                  <a:pt x="11514" y="102123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9" name="PlaceHolder 1">
            <a:extLst>
              <a:ext uri="{FF2B5EF4-FFF2-40B4-BE49-F238E27FC236}">
                <a16:creationId xmlns:a16="http://schemas.microsoft.com/office/drawing/2014/main" id="{D591801F-7212-B849-98C5-2FCC722B1CDB}"/>
              </a:ext>
            </a:extLst>
          </p:cNvPr>
          <p:cNvSpPr>
            <a:spLocks noGrp="1"/>
          </p:cNvSpPr>
          <p:nvPr>
            <p:ph type="title"/>
          </p:nvPr>
        </p:nvSpPr>
        <p:spPr>
          <a:xfrm>
            <a:off x="1323281" y="627660"/>
            <a:ext cx="6105240" cy="1456920"/>
          </a:xfrm>
          <a:prstGeom prst="rect">
            <a:avLst/>
          </a:prstGeom>
          <a:noFill/>
          <a:ln w="0">
            <a:noFill/>
          </a:ln>
        </p:spPr>
        <p:txBody>
          <a:bodyPr lIns="91440" tIns="91440" rIns="91440" bIns="91440" anchor="ctr">
            <a:normAutofit/>
          </a:bodyPr>
          <a:lstStyle/>
          <a:p>
            <a:pPr indent="0" algn="ctr">
              <a:lnSpc>
                <a:spcPct val="100000"/>
              </a:lnSpc>
              <a:buNone/>
              <a:tabLst>
                <a:tab pos="0" algn="l"/>
              </a:tabLst>
            </a:pPr>
            <a:r>
              <a:rPr lang="en" sz="6000" spc="-1" dirty="0">
                <a:solidFill>
                  <a:schemeClr val="accent1"/>
                </a:solidFill>
                <a:latin typeface="Caveat Brush"/>
              </a:rPr>
              <a:t>Thank You!</a:t>
            </a:r>
            <a:endParaRPr lang="fr-FR" sz="6000" b="0" strike="noStrike" spc="-1" dirty="0">
              <a:solidFill>
                <a:schemeClr val="dk1"/>
              </a:solidFill>
              <a:latin typeface="Arial"/>
            </a:endParaRPr>
          </a:p>
        </p:txBody>
      </p:sp>
      <p:sp>
        <p:nvSpPr>
          <p:cNvPr id="301" name="Google Shape;306;p41">
            <a:extLst>
              <a:ext uri="{FF2B5EF4-FFF2-40B4-BE49-F238E27FC236}">
                <a16:creationId xmlns:a16="http://schemas.microsoft.com/office/drawing/2014/main" id="{407CEA71-6D3E-2C3D-74A5-3B4FF321C464}"/>
              </a:ext>
            </a:extLst>
          </p:cNvPr>
          <p:cNvSpPr/>
          <p:nvPr/>
        </p:nvSpPr>
        <p:spPr>
          <a:xfrm rot="2532600">
            <a:off x="3381480" y="163080"/>
            <a:ext cx="736560" cy="649440"/>
          </a:xfrm>
          <a:custGeom>
            <a:avLst/>
            <a:gdLst>
              <a:gd name="textAreaLeft" fmla="*/ 0 w 736560"/>
              <a:gd name="textAreaRight" fmla="*/ 736920 w 736560"/>
              <a:gd name="textAreaTop" fmla="*/ 0 h 649440"/>
              <a:gd name="textAreaBottom" fmla="*/ 649800 h 649440"/>
            </a:gdLst>
            <a:ahLst/>
            <a:cxnLst/>
            <a:rect l="textAreaLeft" t="textAreaTop" r="textAreaRight" b="textAreaBottom"/>
            <a:pathLst>
              <a:path w="579097" h="510716">
                <a:moveTo>
                  <a:pt x="210945" y="39399"/>
                </a:moveTo>
                <a:cubicBezTo>
                  <a:pt x="111789" y="86929"/>
                  <a:pt x="35780" y="180083"/>
                  <a:pt x="9110" y="286668"/>
                </a:cubicBezTo>
                <a:cubicBezTo>
                  <a:pt x="-1749" y="330102"/>
                  <a:pt x="-4606" y="376870"/>
                  <a:pt x="10062" y="419161"/>
                </a:cubicBezTo>
                <a:cubicBezTo>
                  <a:pt x="24731" y="461452"/>
                  <a:pt x="59211" y="498504"/>
                  <a:pt x="102931" y="508124"/>
                </a:cubicBezTo>
                <a:cubicBezTo>
                  <a:pt x="170749" y="522983"/>
                  <a:pt x="234662" y="471453"/>
                  <a:pt x="278572" y="417827"/>
                </a:cubicBezTo>
                <a:cubicBezTo>
                  <a:pt x="322577" y="364106"/>
                  <a:pt x="363630" y="301051"/>
                  <a:pt x="429257" y="278476"/>
                </a:cubicBezTo>
                <a:cubicBezTo>
                  <a:pt x="453546" y="270094"/>
                  <a:pt x="479740" y="267999"/>
                  <a:pt x="503552" y="258188"/>
                </a:cubicBezTo>
                <a:cubicBezTo>
                  <a:pt x="589944" y="222469"/>
                  <a:pt x="606708" y="90548"/>
                  <a:pt x="530508" y="36541"/>
                </a:cubicBezTo>
                <a:cubicBezTo>
                  <a:pt x="446974" y="-22609"/>
                  <a:pt x="295907" y="-1273"/>
                  <a:pt x="211040" y="39399"/>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2" name="Google Shape;307;p41">
            <a:extLst>
              <a:ext uri="{FF2B5EF4-FFF2-40B4-BE49-F238E27FC236}">
                <a16:creationId xmlns:a16="http://schemas.microsoft.com/office/drawing/2014/main" id="{1B38BD27-C783-D686-6B8E-8EEC096C7DE6}"/>
              </a:ext>
            </a:extLst>
          </p:cNvPr>
          <p:cNvSpPr/>
          <p:nvPr/>
        </p:nvSpPr>
        <p:spPr>
          <a:xfrm rot="9907200">
            <a:off x="-89280" y="-581760"/>
            <a:ext cx="2714760" cy="2418840"/>
          </a:xfrm>
          <a:custGeom>
            <a:avLst/>
            <a:gdLst>
              <a:gd name="textAreaLeft" fmla="*/ 0 w 2714760"/>
              <a:gd name="textAreaRight" fmla="*/ 2715120 w 2714760"/>
              <a:gd name="textAreaTop" fmla="*/ 0 h 2418840"/>
              <a:gd name="textAreaBottom" fmla="*/ 2419200 h 2418840"/>
            </a:gdLst>
            <a:ahLst/>
            <a:cxnLst/>
            <a:rect l="textAreaLeft" t="textAreaTop" r="textAreaRight" b="textAreaBottom"/>
            <a:pathLst>
              <a:path w="1776031" h="1582483">
                <a:moveTo>
                  <a:pt x="804196" y="1582484"/>
                </a:moveTo>
                <a:lnTo>
                  <a:pt x="804196" y="1568768"/>
                </a:lnTo>
                <a:cubicBezTo>
                  <a:pt x="811911" y="1568768"/>
                  <a:pt x="819722" y="1568768"/>
                  <a:pt x="827532" y="1568482"/>
                </a:cubicBezTo>
                <a:lnTo>
                  <a:pt x="827818" y="1582198"/>
                </a:lnTo>
                <a:cubicBezTo>
                  <a:pt x="819912" y="1582388"/>
                  <a:pt x="812101" y="1582484"/>
                  <a:pt x="804196" y="1582484"/>
                </a:cubicBezTo>
                <a:close/>
                <a:moveTo>
                  <a:pt x="780574" y="1582293"/>
                </a:moveTo>
                <a:cubicBezTo>
                  <a:pt x="772668" y="1582103"/>
                  <a:pt x="764858" y="1581912"/>
                  <a:pt x="756952" y="1581531"/>
                </a:cubicBezTo>
                <a:lnTo>
                  <a:pt x="757523" y="1567815"/>
                </a:lnTo>
                <a:cubicBezTo>
                  <a:pt x="765334" y="1568101"/>
                  <a:pt x="773049" y="1568387"/>
                  <a:pt x="780860" y="1568577"/>
                </a:cubicBezTo>
                <a:lnTo>
                  <a:pt x="780574" y="1582293"/>
                </a:lnTo>
                <a:close/>
                <a:moveTo>
                  <a:pt x="851440" y="1581531"/>
                </a:moveTo>
                <a:lnTo>
                  <a:pt x="850868" y="1567815"/>
                </a:lnTo>
                <a:cubicBezTo>
                  <a:pt x="858679" y="1567529"/>
                  <a:pt x="866394" y="1567053"/>
                  <a:pt x="874205" y="1566577"/>
                </a:cubicBezTo>
                <a:lnTo>
                  <a:pt x="875062" y="1580293"/>
                </a:lnTo>
                <a:cubicBezTo>
                  <a:pt x="867156" y="1580769"/>
                  <a:pt x="859346" y="1581150"/>
                  <a:pt x="851440" y="1581531"/>
                </a:cubicBezTo>
                <a:close/>
                <a:moveTo>
                  <a:pt x="733330" y="1580293"/>
                </a:moveTo>
                <a:cubicBezTo>
                  <a:pt x="725424" y="1579817"/>
                  <a:pt x="717613" y="1579150"/>
                  <a:pt x="709708" y="1578483"/>
                </a:cubicBezTo>
                <a:lnTo>
                  <a:pt x="710851" y="1564862"/>
                </a:lnTo>
                <a:cubicBezTo>
                  <a:pt x="718566" y="1565529"/>
                  <a:pt x="726376" y="1566101"/>
                  <a:pt x="734092" y="1566577"/>
                </a:cubicBezTo>
                <a:lnTo>
                  <a:pt x="733235" y="1580293"/>
                </a:lnTo>
                <a:close/>
                <a:moveTo>
                  <a:pt x="898588" y="1578578"/>
                </a:moveTo>
                <a:lnTo>
                  <a:pt x="897446" y="1564958"/>
                </a:lnTo>
                <a:cubicBezTo>
                  <a:pt x="905161" y="1564291"/>
                  <a:pt x="912971" y="1563624"/>
                  <a:pt x="920687" y="1562862"/>
                </a:cubicBezTo>
                <a:lnTo>
                  <a:pt x="922020" y="1576483"/>
                </a:lnTo>
                <a:cubicBezTo>
                  <a:pt x="914210" y="1577245"/>
                  <a:pt x="906304" y="1578007"/>
                  <a:pt x="898493" y="1578578"/>
                </a:cubicBezTo>
                <a:close/>
                <a:moveTo>
                  <a:pt x="686276" y="1576197"/>
                </a:moveTo>
                <a:cubicBezTo>
                  <a:pt x="678466" y="1575340"/>
                  <a:pt x="670655" y="1574387"/>
                  <a:pt x="662749" y="1573339"/>
                </a:cubicBezTo>
                <a:lnTo>
                  <a:pt x="664559" y="1559719"/>
                </a:lnTo>
                <a:cubicBezTo>
                  <a:pt x="672274" y="1560767"/>
                  <a:pt x="679990" y="1561719"/>
                  <a:pt x="687705" y="1562576"/>
                </a:cubicBezTo>
                <a:lnTo>
                  <a:pt x="686181" y="1576197"/>
                </a:lnTo>
                <a:close/>
                <a:moveTo>
                  <a:pt x="945547" y="1573911"/>
                </a:moveTo>
                <a:lnTo>
                  <a:pt x="943928" y="1560290"/>
                </a:lnTo>
                <a:cubicBezTo>
                  <a:pt x="951643" y="1559338"/>
                  <a:pt x="959358" y="1558385"/>
                  <a:pt x="967073" y="1557338"/>
                </a:cubicBezTo>
                <a:lnTo>
                  <a:pt x="968978" y="1570958"/>
                </a:lnTo>
                <a:cubicBezTo>
                  <a:pt x="961168" y="1572006"/>
                  <a:pt x="953357" y="1573054"/>
                  <a:pt x="945547" y="1573911"/>
                </a:cubicBezTo>
                <a:close/>
                <a:moveTo>
                  <a:pt x="639318" y="1569815"/>
                </a:moveTo>
                <a:cubicBezTo>
                  <a:pt x="631508" y="1568577"/>
                  <a:pt x="623792" y="1567243"/>
                  <a:pt x="615982" y="1565815"/>
                </a:cubicBezTo>
                <a:lnTo>
                  <a:pt x="618459" y="1552385"/>
                </a:lnTo>
                <a:cubicBezTo>
                  <a:pt x="626078" y="1553813"/>
                  <a:pt x="633794" y="1555147"/>
                  <a:pt x="641413" y="1556385"/>
                </a:cubicBezTo>
                <a:lnTo>
                  <a:pt x="639223" y="1569910"/>
                </a:lnTo>
                <a:close/>
                <a:moveTo>
                  <a:pt x="992315" y="1567529"/>
                </a:moveTo>
                <a:lnTo>
                  <a:pt x="990219" y="1554004"/>
                </a:lnTo>
                <a:cubicBezTo>
                  <a:pt x="997934" y="1552861"/>
                  <a:pt x="1005649" y="1551527"/>
                  <a:pt x="1013269" y="1550289"/>
                </a:cubicBezTo>
                <a:lnTo>
                  <a:pt x="1015556" y="1563814"/>
                </a:lnTo>
                <a:cubicBezTo>
                  <a:pt x="1007841" y="1565148"/>
                  <a:pt x="1000030" y="1566386"/>
                  <a:pt x="992219" y="1567625"/>
                </a:cubicBezTo>
                <a:close/>
                <a:moveTo>
                  <a:pt x="592836" y="1561148"/>
                </a:moveTo>
                <a:cubicBezTo>
                  <a:pt x="585121" y="1559528"/>
                  <a:pt x="577406" y="1557814"/>
                  <a:pt x="569785" y="1555909"/>
                </a:cubicBezTo>
                <a:lnTo>
                  <a:pt x="572929" y="1542574"/>
                </a:lnTo>
                <a:cubicBezTo>
                  <a:pt x="580454" y="1544384"/>
                  <a:pt x="588074" y="1546098"/>
                  <a:pt x="595694" y="1547717"/>
                </a:cubicBezTo>
                <a:lnTo>
                  <a:pt x="592836" y="1561148"/>
                </a:lnTo>
                <a:close/>
                <a:moveTo>
                  <a:pt x="1038892" y="1559528"/>
                </a:moveTo>
                <a:lnTo>
                  <a:pt x="1036320" y="1546098"/>
                </a:lnTo>
                <a:cubicBezTo>
                  <a:pt x="1043940" y="1544669"/>
                  <a:pt x="1051655" y="1543145"/>
                  <a:pt x="1059275" y="1541621"/>
                </a:cubicBezTo>
                <a:lnTo>
                  <a:pt x="1062038" y="1555052"/>
                </a:lnTo>
                <a:cubicBezTo>
                  <a:pt x="1054323" y="1556671"/>
                  <a:pt x="1046607" y="1558195"/>
                  <a:pt x="1038892" y="1559624"/>
                </a:cubicBezTo>
                <a:close/>
                <a:moveTo>
                  <a:pt x="546830" y="1550194"/>
                </a:moveTo>
                <a:cubicBezTo>
                  <a:pt x="539210" y="1548193"/>
                  <a:pt x="531591" y="1546003"/>
                  <a:pt x="524065" y="1543812"/>
                </a:cubicBezTo>
                <a:lnTo>
                  <a:pt x="527971" y="1530668"/>
                </a:lnTo>
                <a:cubicBezTo>
                  <a:pt x="535400" y="1532858"/>
                  <a:pt x="542925" y="1534954"/>
                  <a:pt x="550450" y="1536954"/>
                </a:cubicBezTo>
                <a:lnTo>
                  <a:pt x="546926" y="1550194"/>
                </a:lnTo>
                <a:close/>
                <a:moveTo>
                  <a:pt x="1085088" y="1550099"/>
                </a:moveTo>
                <a:lnTo>
                  <a:pt x="1082135" y="1536764"/>
                </a:lnTo>
                <a:cubicBezTo>
                  <a:pt x="1089755" y="1535049"/>
                  <a:pt x="1097375" y="1533335"/>
                  <a:pt x="1104900" y="1531525"/>
                </a:cubicBezTo>
                <a:lnTo>
                  <a:pt x="1108043" y="1544860"/>
                </a:lnTo>
                <a:cubicBezTo>
                  <a:pt x="1100423" y="1546670"/>
                  <a:pt x="1092708" y="1548384"/>
                  <a:pt x="1085088" y="1550099"/>
                </a:cubicBezTo>
                <a:close/>
                <a:moveTo>
                  <a:pt x="1130999" y="1539240"/>
                </a:moveTo>
                <a:lnTo>
                  <a:pt x="1127665" y="1526000"/>
                </a:lnTo>
                <a:cubicBezTo>
                  <a:pt x="1135190" y="1524095"/>
                  <a:pt x="1142810" y="1522095"/>
                  <a:pt x="1150334" y="1520095"/>
                </a:cubicBezTo>
                <a:lnTo>
                  <a:pt x="1153858" y="1533335"/>
                </a:lnTo>
                <a:cubicBezTo>
                  <a:pt x="1146239" y="1535335"/>
                  <a:pt x="1138619" y="1537335"/>
                  <a:pt x="1130999" y="1539240"/>
                </a:cubicBezTo>
                <a:close/>
                <a:moveTo>
                  <a:pt x="501396" y="1536859"/>
                </a:moveTo>
                <a:cubicBezTo>
                  <a:pt x="493871" y="1534478"/>
                  <a:pt x="486442" y="1531906"/>
                  <a:pt x="478917" y="1529334"/>
                </a:cubicBezTo>
                <a:lnTo>
                  <a:pt x="483489" y="1516380"/>
                </a:lnTo>
                <a:cubicBezTo>
                  <a:pt x="490823" y="1518952"/>
                  <a:pt x="498158" y="1521428"/>
                  <a:pt x="505587" y="1523810"/>
                </a:cubicBezTo>
                <a:lnTo>
                  <a:pt x="501396" y="1536859"/>
                </a:lnTo>
                <a:close/>
                <a:moveTo>
                  <a:pt x="1176528" y="1527048"/>
                </a:moveTo>
                <a:lnTo>
                  <a:pt x="1172813" y="1513904"/>
                </a:lnTo>
                <a:cubicBezTo>
                  <a:pt x="1180338" y="1511808"/>
                  <a:pt x="1187767" y="1509617"/>
                  <a:pt x="1195293" y="1507331"/>
                </a:cubicBezTo>
                <a:lnTo>
                  <a:pt x="1199198" y="1520476"/>
                </a:lnTo>
                <a:cubicBezTo>
                  <a:pt x="1191673" y="1522762"/>
                  <a:pt x="1184148" y="1524953"/>
                  <a:pt x="1176528" y="1527048"/>
                </a:cubicBezTo>
                <a:close/>
                <a:moveTo>
                  <a:pt x="456724" y="1521143"/>
                </a:moveTo>
                <a:cubicBezTo>
                  <a:pt x="449390" y="1518285"/>
                  <a:pt x="442055" y="1515428"/>
                  <a:pt x="434721" y="1512380"/>
                </a:cubicBezTo>
                <a:lnTo>
                  <a:pt x="439960" y="1499711"/>
                </a:lnTo>
                <a:cubicBezTo>
                  <a:pt x="447104" y="1502664"/>
                  <a:pt x="454342" y="1505522"/>
                  <a:pt x="461581" y="1508284"/>
                </a:cubicBezTo>
                <a:lnTo>
                  <a:pt x="456724" y="1521047"/>
                </a:lnTo>
                <a:close/>
                <a:moveTo>
                  <a:pt x="1221772" y="1513523"/>
                </a:moveTo>
                <a:lnTo>
                  <a:pt x="1217676" y="1500473"/>
                </a:lnTo>
                <a:cubicBezTo>
                  <a:pt x="1225106" y="1498187"/>
                  <a:pt x="1232535" y="1495806"/>
                  <a:pt x="1239965" y="1493330"/>
                </a:cubicBezTo>
                <a:lnTo>
                  <a:pt x="1244251" y="1506379"/>
                </a:lnTo>
                <a:cubicBezTo>
                  <a:pt x="1236726" y="1508855"/>
                  <a:pt x="1229297" y="1511237"/>
                  <a:pt x="1221772" y="1513618"/>
                </a:cubicBezTo>
                <a:close/>
                <a:moveTo>
                  <a:pt x="413004" y="1503045"/>
                </a:moveTo>
                <a:cubicBezTo>
                  <a:pt x="405765" y="1499807"/>
                  <a:pt x="398621" y="1496473"/>
                  <a:pt x="391573" y="1493044"/>
                </a:cubicBezTo>
                <a:lnTo>
                  <a:pt x="397478" y="1480661"/>
                </a:lnTo>
                <a:cubicBezTo>
                  <a:pt x="404431" y="1483995"/>
                  <a:pt x="411480" y="1487329"/>
                  <a:pt x="418624" y="1490472"/>
                </a:cubicBezTo>
                <a:lnTo>
                  <a:pt x="413004" y="1502950"/>
                </a:lnTo>
                <a:close/>
                <a:moveTo>
                  <a:pt x="1266539" y="1498759"/>
                </a:moveTo>
                <a:lnTo>
                  <a:pt x="1262063" y="1485805"/>
                </a:lnTo>
                <a:cubicBezTo>
                  <a:pt x="1269397" y="1483233"/>
                  <a:pt x="1276731" y="1480661"/>
                  <a:pt x="1284066" y="1477994"/>
                </a:cubicBezTo>
                <a:lnTo>
                  <a:pt x="1288733" y="1490853"/>
                </a:lnTo>
                <a:cubicBezTo>
                  <a:pt x="1281303" y="1493520"/>
                  <a:pt x="1273969" y="1496187"/>
                  <a:pt x="1266539" y="1498759"/>
                </a:cubicBezTo>
                <a:close/>
                <a:moveTo>
                  <a:pt x="1310831" y="1482566"/>
                </a:moveTo>
                <a:lnTo>
                  <a:pt x="1305878" y="1469803"/>
                </a:lnTo>
                <a:cubicBezTo>
                  <a:pt x="1313117" y="1467041"/>
                  <a:pt x="1320356" y="1464088"/>
                  <a:pt x="1327594" y="1461135"/>
                </a:cubicBezTo>
                <a:lnTo>
                  <a:pt x="1332738" y="1473803"/>
                </a:lnTo>
                <a:cubicBezTo>
                  <a:pt x="1325404" y="1476756"/>
                  <a:pt x="1318165" y="1479709"/>
                  <a:pt x="1310831" y="1482566"/>
                </a:cubicBezTo>
                <a:close/>
                <a:moveTo>
                  <a:pt x="370332" y="1482471"/>
                </a:moveTo>
                <a:cubicBezTo>
                  <a:pt x="363283" y="1478852"/>
                  <a:pt x="356330" y="1475137"/>
                  <a:pt x="349473" y="1471232"/>
                </a:cubicBezTo>
                <a:lnTo>
                  <a:pt x="356140" y="1459230"/>
                </a:lnTo>
                <a:cubicBezTo>
                  <a:pt x="362903" y="1463040"/>
                  <a:pt x="369760" y="1466660"/>
                  <a:pt x="376619" y="1470279"/>
                </a:cubicBezTo>
                <a:lnTo>
                  <a:pt x="370332" y="1482471"/>
                </a:lnTo>
                <a:close/>
                <a:moveTo>
                  <a:pt x="1354550" y="1464659"/>
                </a:moveTo>
                <a:lnTo>
                  <a:pt x="1349121" y="1452086"/>
                </a:lnTo>
                <a:cubicBezTo>
                  <a:pt x="1356265" y="1449038"/>
                  <a:pt x="1363408" y="1445800"/>
                  <a:pt x="1370457" y="1442561"/>
                </a:cubicBezTo>
                <a:lnTo>
                  <a:pt x="1376172" y="1455039"/>
                </a:lnTo>
                <a:cubicBezTo>
                  <a:pt x="1369028" y="1458278"/>
                  <a:pt x="1361789" y="1461516"/>
                  <a:pt x="1354550" y="1464659"/>
                </a:cubicBezTo>
                <a:close/>
                <a:moveTo>
                  <a:pt x="328994" y="1459516"/>
                </a:moveTo>
                <a:cubicBezTo>
                  <a:pt x="322231" y="1455515"/>
                  <a:pt x="315468" y="1451324"/>
                  <a:pt x="308801" y="1447038"/>
                </a:cubicBezTo>
                <a:lnTo>
                  <a:pt x="316135" y="1435513"/>
                </a:lnTo>
                <a:cubicBezTo>
                  <a:pt x="322707" y="1439704"/>
                  <a:pt x="329279" y="1443800"/>
                  <a:pt x="335947" y="1447705"/>
                </a:cubicBezTo>
                <a:lnTo>
                  <a:pt x="328898" y="1459516"/>
                </a:lnTo>
                <a:close/>
                <a:moveTo>
                  <a:pt x="1397603" y="1445038"/>
                </a:moveTo>
                <a:lnTo>
                  <a:pt x="1391603" y="1432751"/>
                </a:lnTo>
                <a:cubicBezTo>
                  <a:pt x="1398651" y="1429322"/>
                  <a:pt x="1405604" y="1425893"/>
                  <a:pt x="1412462" y="1422368"/>
                </a:cubicBezTo>
                <a:lnTo>
                  <a:pt x="1418749" y="1434560"/>
                </a:lnTo>
                <a:cubicBezTo>
                  <a:pt x="1411700" y="1438180"/>
                  <a:pt x="1404652" y="1441704"/>
                  <a:pt x="1397603" y="1445133"/>
                </a:cubicBezTo>
                <a:close/>
                <a:moveTo>
                  <a:pt x="289084" y="1433989"/>
                </a:moveTo>
                <a:cubicBezTo>
                  <a:pt x="282607" y="1429512"/>
                  <a:pt x="276130" y="1424940"/>
                  <a:pt x="269748" y="1420273"/>
                </a:cubicBezTo>
                <a:lnTo>
                  <a:pt x="277844" y="1409224"/>
                </a:lnTo>
                <a:cubicBezTo>
                  <a:pt x="284131" y="1413796"/>
                  <a:pt x="290417" y="1418273"/>
                  <a:pt x="296799" y="1422654"/>
                </a:cubicBezTo>
                <a:lnTo>
                  <a:pt x="289084" y="1433989"/>
                </a:lnTo>
                <a:close/>
                <a:moveTo>
                  <a:pt x="1439704" y="1423416"/>
                </a:moveTo>
                <a:lnTo>
                  <a:pt x="1433131" y="1411414"/>
                </a:lnTo>
                <a:cubicBezTo>
                  <a:pt x="1439990" y="1407700"/>
                  <a:pt x="1446752" y="1403890"/>
                  <a:pt x="1453515" y="1399985"/>
                </a:cubicBezTo>
                <a:lnTo>
                  <a:pt x="1460373" y="1411891"/>
                </a:lnTo>
                <a:cubicBezTo>
                  <a:pt x="1453515" y="1415796"/>
                  <a:pt x="1446657" y="1419701"/>
                  <a:pt x="1439704" y="1423511"/>
                </a:cubicBezTo>
                <a:close/>
                <a:moveTo>
                  <a:pt x="250793" y="1405985"/>
                </a:moveTo>
                <a:cubicBezTo>
                  <a:pt x="244602" y="1401128"/>
                  <a:pt x="238411" y="1396175"/>
                  <a:pt x="232410" y="1391031"/>
                </a:cubicBezTo>
                <a:lnTo>
                  <a:pt x="241173" y="1380554"/>
                </a:lnTo>
                <a:cubicBezTo>
                  <a:pt x="247079" y="1385507"/>
                  <a:pt x="253174" y="1390460"/>
                  <a:pt x="259271" y="1395222"/>
                </a:cubicBezTo>
                <a:lnTo>
                  <a:pt x="250793" y="1405985"/>
                </a:lnTo>
                <a:close/>
                <a:moveTo>
                  <a:pt x="1480661" y="1399699"/>
                </a:moveTo>
                <a:lnTo>
                  <a:pt x="1473517" y="1388078"/>
                </a:lnTo>
                <a:cubicBezTo>
                  <a:pt x="1480185" y="1383983"/>
                  <a:pt x="1486757" y="1379792"/>
                  <a:pt x="1493234" y="1375601"/>
                </a:cubicBezTo>
                <a:lnTo>
                  <a:pt x="1500759" y="1387031"/>
                </a:lnTo>
                <a:cubicBezTo>
                  <a:pt x="1494187" y="1391317"/>
                  <a:pt x="1487519" y="1395603"/>
                  <a:pt x="1480756" y="1399699"/>
                </a:cubicBezTo>
                <a:close/>
                <a:moveTo>
                  <a:pt x="214408" y="1375505"/>
                </a:moveTo>
                <a:cubicBezTo>
                  <a:pt x="211455" y="1372838"/>
                  <a:pt x="208597" y="1370267"/>
                  <a:pt x="205740" y="1367600"/>
                </a:cubicBezTo>
                <a:cubicBezTo>
                  <a:pt x="202787" y="1364933"/>
                  <a:pt x="199930" y="1362170"/>
                  <a:pt x="197073" y="1359408"/>
                </a:cubicBezTo>
                <a:lnTo>
                  <a:pt x="206598" y="1349502"/>
                </a:lnTo>
                <a:cubicBezTo>
                  <a:pt x="209360" y="1352169"/>
                  <a:pt x="212217" y="1354836"/>
                  <a:pt x="215074" y="1357503"/>
                </a:cubicBezTo>
                <a:cubicBezTo>
                  <a:pt x="217932" y="1360170"/>
                  <a:pt x="220790" y="1362742"/>
                  <a:pt x="223647" y="1365314"/>
                </a:cubicBezTo>
                <a:lnTo>
                  <a:pt x="214503" y="1375505"/>
                </a:lnTo>
                <a:close/>
                <a:moveTo>
                  <a:pt x="1520285" y="1373696"/>
                </a:moveTo>
                <a:lnTo>
                  <a:pt x="1512475" y="1362456"/>
                </a:lnTo>
                <a:cubicBezTo>
                  <a:pt x="1518856" y="1357979"/>
                  <a:pt x="1525143" y="1353503"/>
                  <a:pt x="1531334" y="1348835"/>
                </a:cubicBezTo>
                <a:lnTo>
                  <a:pt x="1539526" y="1359789"/>
                </a:lnTo>
                <a:cubicBezTo>
                  <a:pt x="1533239" y="1364552"/>
                  <a:pt x="1526762" y="1369124"/>
                  <a:pt x="1520285" y="1373696"/>
                </a:cubicBezTo>
                <a:close/>
                <a:moveTo>
                  <a:pt x="1558290" y="1345311"/>
                </a:moveTo>
                <a:lnTo>
                  <a:pt x="1549717" y="1334643"/>
                </a:lnTo>
                <a:cubicBezTo>
                  <a:pt x="1555814" y="1329785"/>
                  <a:pt x="1561719" y="1324832"/>
                  <a:pt x="1567624" y="1319784"/>
                </a:cubicBezTo>
                <a:lnTo>
                  <a:pt x="1576578" y="1330166"/>
                </a:lnTo>
                <a:cubicBezTo>
                  <a:pt x="1570577" y="1335310"/>
                  <a:pt x="1564482" y="1340358"/>
                  <a:pt x="1558290" y="1345311"/>
                </a:cubicBezTo>
                <a:close/>
                <a:moveTo>
                  <a:pt x="180213" y="1342549"/>
                </a:moveTo>
                <a:cubicBezTo>
                  <a:pt x="174688" y="1336834"/>
                  <a:pt x="169354" y="1331119"/>
                  <a:pt x="164021" y="1325213"/>
                </a:cubicBezTo>
                <a:lnTo>
                  <a:pt x="174212" y="1316069"/>
                </a:lnTo>
                <a:cubicBezTo>
                  <a:pt x="179356" y="1321784"/>
                  <a:pt x="184690" y="1327499"/>
                  <a:pt x="190024" y="1333024"/>
                </a:cubicBezTo>
                <a:lnTo>
                  <a:pt x="180213" y="1342549"/>
                </a:lnTo>
                <a:close/>
                <a:moveTo>
                  <a:pt x="1594294" y="1314355"/>
                </a:moveTo>
                <a:lnTo>
                  <a:pt x="1584960" y="1304258"/>
                </a:lnTo>
                <a:cubicBezTo>
                  <a:pt x="1590675" y="1299020"/>
                  <a:pt x="1596199" y="1293590"/>
                  <a:pt x="1601724" y="1288161"/>
                </a:cubicBezTo>
                <a:lnTo>
                  <a:pt x="1611440" y="1297877"/>
                </a:lnTo>
                <a:cubicBezTo>
                  <a:pt x="1605820" y="1303496"/>
                  <a:pt x="1600105" y="1308926"/>
                  <a:pt x="1594294" y="1314355"/>
                </a:cubicBezTo>
                <a:close/>
                <a:moveTo>
                  <a:pt x="148495" y="1307306"/>
                </a:moveTo>
                <a:cubicBezTo>
                  <a:pt x="143447" y="1301210"/>
                  <a:pt x="138398" y="1295114"/>
                  <a:pt x="133540" y="1288828"/>
                </a:cubicBezTo>
                <a:lnTo>
                  <a:pt x="144304" y="1280446"/>
                </a:lnTo>
                <a:cubicBezTo>
                  <a:pt x="149066" y="1286542"/>
                  <a:pt x="153924" y="1292543"/>
                  <a:pt x="158877" y="1298543"/>
                </a:cubicBezTo>
                <a:lnTo>
                  <a:pt x="148399" y="1307306"/>
                </a:lnTo>
                <a:close/>
                <a:moveTo>
                  <a:pt x="1627918" y="1280827"/>
                </a:moveTo>
                <a:lnTo>
                  <a:pt x="1617821" y="1271492"/>
                </a:lnTo>
                <a:cubicBezTo>
                  <a:pt x="1623060" y="1265777"/>
                  <a:pt x="1628204" y="1260062"/>
                  <a:pt x="1633252" y="1254157"/>
                </a:cubicBezTo>
                <a:lnTo>
                  <a:pt x="1643634" y="1263015"/>
                </a:lnTo>
                <a:cubicBezTo>
                  <a:pt x="1638490" y="1269016"/>
                  <a:pt x="1633252" y="1274921"/>
                  <a:pt x="1627823" y="1280732"/>
                </a:cubicBezTo>
                <a:close/>
                <a:moveTo>
                  <a:pt x="119348" y="1269873"/>
                </a:moveTo>
                <a:cubicBezTo>
                  <a:pt x="114681" y="1263491"/>
                  <a:pt x="110204" y="1257014"/>
                  <a:pt x="105823" y="1250442"/>
                </a:cubicBezTo>
                <a:lnTo>
                  <a:pt x="117158" y="1242822"/>
                </a:lnTo>
                <a:cubicBezTo>
                  <a:pt x="121444" y="1249299"/>
                  <a:pt x="125921" y="1255585"/>
                  <a:pt x="130398" y="1261872"/>
                </a:cubicBezTo>
                <a:lnTo>
                  <a:pt x="119253" y="1269873"/>
                </a:lnTo>
                <a:close/>
                <a:moveTo>
                  <a:pt x="1658683" y="1244632"/>
                </a:moveTo>
                <a:lnTo>
                  <a:pt x="1647920" y="1236155"/>
                </a:lnTo>
                <a:cubicBezTo>
                  <a:pt x="1652683" y="1230059"/>
                  <a:pt x="1657255" y="1223867"/>
                  <a:pt x="1661827" y="1217581"/>
                </a:cubicBezTo>
                <a:lnTo>
                  <a:pt x="1672971" y="1225487"/>
                </a:lnTo>
                <a:cubicBezTo>
                  <a:pt x="1668399" y="1231964"/>
                  <a:pt x="1663637" y="1238250"/>
                  <a:pt x="1658779" y="1244537"/>
                </a:cubicBezTo>
                <a:close/>
                <a:moveTo>
                  <a:pt x="92964" y="1230439"/>
                </a:moveTo>
                <a:cubicBezTo>
                  <a:pt x="88773" y="1223677"/>
                  <a:pt x="84772" y="1216914"/>
                  <a:pt x="80867" y="1210056"/>
                </a:cubicBezTo>
                <a:lnTo>
                  <a:pt x="92774" y="1203293"/>
                </a:lnTo>
                <a:cubicBezTo>
                  <a:pt x="96583" y="1210056"/>
                  <a:pt x="100584" y="1216724"/>
                  <a:pt x="104680" y="1223296"/>
                </a:cubicBezTo>
                <a:lnTo>
                  <a:pt x="93059" y="1230535"/>
                </a:lnTo>
                <a:close/>
                <a:moveTo>
                  <a:pt x="1686306" y="1205960"/>
                </a:moveTo>
                <a:lnTo>
                  <a:pt x="1674781" y="1198531"/>
                </a:lnTo>
                <a:cubicBezTo>
                  <a:pt x="1677257" y="1194721"/>
                  <a:pt x="1679639" y="1190911"/>
                  <a:pt x="1682020" y="1187006"/>
                </a:cubicBezTo>
                <a:cubicBezTo>
                  <a:pt x="1683734" y="1184243"/>
                  <a:pt x="1685354" y="1181481"/>
                  <a:pt x="1686973" y="1178814"/>
                </a:cubicBezTo>
                <a:lnTo>
                  <a:pt x="1698784" y="1185767"/>
                </a:lnTo>
                <a:cubicBezTo>
                  <a:pt x="1697165" y="1188625"/>
                  <a:pt x="1695450" y="1191387"/>
                  <a:pt x="1693735" y="1194245"/>
                </a:cubicBezTo>
                <a:cubicBezTo>
                  <a:pt x="1691354" y="1198245"/>
                  <a:pt x="1688783" y="1202150"/>
                  <a:pt x="1686306" y="1206056"/>
                </a:cubicBezTo>
                <a:close/>
                <a:moveTo>
                  <a:pt x="69437" y="1189196"/>
                </a:moveTo>
                <a:cubicBezTo>
                  <a:pt x="65722" y="1182148"/>
                  <a:pt x="62198" y="1175099"/>
                  <a:pt x="58865" y="1167956"/>
                </a:cubicBezTo>
                <a:lnTo>
                  <a:pt x="71247" y="1162050"/>
                </a:lnTo>
                <a:cubicBezTo>
                  <a:pt x="74581" y="1169003"/>
                  <a:pt x="78010" y="1175957"/>
                  <a:pt x="81629" y="1182814"/>
                </a:cubicBezTo>
                <a:lnTo>
                  <a:pt x="69533" y="1189196"/>
                </a:lnTo>
                <a:close/>
                <a:moveTo>
                  <a:pt x="1710404" y="1164908"/>
                </a:moveTo>
                <a:lnTo>
                  <a:pt x="1698308" y="1158526"/>
                </a:lnTo>
                <a:cubicBezTo>
                  <a:pt x="1701927" y="1151668"/>
                  <a:pt x="1705356" y="1144714"/>
                  <a:pt x="1708594" y="1137761"/>
                </a:cubicBezTo>
                <a:lnTo>
                  <a:pt x="1720977" y="1143572"/>
                </a:lnTo>
                <a:cubicBezTo>
                  <a:pt x="1717643" y="1150715"/>
                  <a:pt x="1714119" y="1157859"/>
                  <a:pt x="1710404" y="1164908"/>
                </a:cubicBezTo>
                <a:close/>
                <a:moveTo>
                  <a:pt x="48958" y="1146429"/>
                </a:moveTo>
                <a:cubicBezTo>
                  <a:pt x="45816" y="1139190"/>
                  <a:pt x="42767" y="1131856"/>
                  <a:pt x="39910" y="1124426"/>
                </a:cubicBezTo>
                <a:lnTo>
                  <a:pt x="52673" y="1119473"/>
                </a:lnTo>
                <a:cubicBezTo>
                  <a:pt x="55435" y="1126712"/>
                  <a:pt x="58388" y="1133856"/>
                  <a:pt x="61436" y="1141000"/>
                </a:cubicBezTo>
                <a:lnTo>
                  <a:pt x="48863" y="1146429"/>
                </a:lnTo>
                <a:close/>
                <a:moveTo>
                  <a:pt x="1730598" y="1121855"/>
                </a:moveTo>
                <a:lnTo>
                  <a:pt x="1717929" y="1116616"/>
                </a:lnTo>
                <a:cubicBezTo>
                  <a:pt x="1720882" y="1109472"/>
                  <a:pt x="1723739" y="1102233"/>
                  <a:pt x="1726407" y="1094994"/>
                </a:cubicBezTo>
                <a:lnTo>
                  <a:pt x="1739265" y="1099757"/>
                </a:lnTo>
                <a:cubicBezTo>
                  <a:pt x="1736503" y="1107186"/>
                  <a:pt x="1733645" y="1114616"/>
                  <a:pt x="1730598" y="1121950"/>
                </a:cubicBezTo>
                <a:close/>
                <a:moveTo>
                  <a:pt x="31813" y="1102138"/>
                </a:moveTo>
                <a:cubicBezTo>
                  <a:pt x="29242" y="1094613"/>
                  <a:pt x="26765" y="1087088"/>
                  <a:pt x="24479" y="1079564"/>
                </a:cubicBezTo>
                <a:lnTo>
                  <a:pt x="37624" y="1075563"/>
                </a:lnTo>
                <a:cubicBezTo>
                  <a:pt x="39814" y="1082993"/>
                  <a:pt x="42196" y="1090327"/>
                  <a:pt x="44767" y="1097661"/>
                </a:cubicBezTo>
                <a:lnTo>
                  <a:pt x="31813" y="1102138"/>
                </a:lnTo>
                <a:close/>
                <a:moveTo>
                  <a:pt x="1746980" y="1077278"/>
                </a:moveTo>
                <a:lnTo>
                  <a:pt x="1733931" y="1073087"/>
                </a:lnTo>
                <a:cubicBezTo>
                  <a:pt x="1736312" y="1065752"/>
                  <a:pt x="1738503" y="1058323"/>
                  <a:pt x="1740503" y="1050893"/>
                </a:cubicBezTo>
                <a:lnTo>
                  <a:pt x="1753743" y="1054513"/>
                </a:lnTo>
                <a:cubicBezTo>
                  <a:pt x="1751648" y="1062133"/>
                  <a:pt x="1749362" y="1069753"/>
                  <a:pt x="1746980" y="1077278"/>
                </a:cubicBezTo>
                <a:close/>
                <a:moveTo>
                  <a:pt x="18097" y="1056608"/>
                </a:moveTo>
                <a:cubicBezTo>
                  <a:pt x="16097" y="1048893"/>
                  <a:pt x="14288" y="1041273"/>
                  <a:pt x="12573" y="1033463"/>
                </a:cubicBezTo>
                <a:lnTo>
                  <a:pt x="26003" y="1030605"/>
                </a:lnTo>
                <a:cubicBezTo>
                  <a:pt x="27622" y="1038130"/>
                  <a:pt x="29432" y="1045655"/>
                  <a:pt x="31337" y="1053179"/>
                </a:cubicBezTo>
                <a:lnTo>
                  <a:pt x="18097" y="1056608"/>
                </a:lnTo>
                <a:close/>
                <a:moveTo>
                  <a:pt x="1759553" y="1031462"/>
                </a:moveTo>
                <a:lnTo>
                  <a:pt x="1746218" y="1028319"/>
                </a:lnTo>
                <a:cubicBezTo>
                  <a:pt x="1747933" y="1020794"/>
                  <a:pt x="1749552" y="1013174"/>
                  <a:pt x="1750981" y="1005650"/>
                </a:cubicBezTo>
                <a:lnTo>
                  <a:pt x="1764411" y="1008221"/>
                </a:lnTo>
                <a:cubicBezTo>
                  <a:pt x="1762887" y="1016032"/>
                  <a:pt x="1761268" y="1023747"/>
                  <a:pt x="1759458" y="1031462"/>
                </a:cubicBezTo>
                <a:close/>
                <a:moveTo>
                  <a:pt x="8096" y="1010222"/>
                </a:moveTo>
                <a:cubicBezTo>
                  <a:pt x="6763" y="1002411"/>
                  <a:pt x="5525" y="994601"/>
                  <a:pt x="4572" y="986695"/>
                </a:cubicBezTo>
                <a:lnTo>
                  <a:pt x="18193" y="984885"/>
                </a:lnTo>
                <a:cubicBezTo>
                  <a:pt x="19145" y="992600"/>
                  <a:pt x="20384" y="1000220"/>
                  <a:pt x="21622" y="1007840"/>
                </a:cubicBezTo>
                <a:lnTo>
                  <a:pt x="8096" y="1010126"/>
                </a:lnTo>
                <a:close/>
                <a:moveTo>
                  <a:pt x="1768412" y="984790"/>
                </a:moveTo>
                <a:lnTo>
                  <a:pt x="1754886" y="982694"/>
                </a:lnTo>
                <a:cubicBezTo>
                  <a:pt x="1756029" y="975074"/>
                  <a:pt x="1757077" y="967359"/>
                  <a:pt x="1757934" y="959644"/>
                </a:cubicBezTo>
                <a:lnTo>
                  <a:pt x="1771555" y="961263"/>
                </a:lnTo>
                <a:cubicBezTo>
                  <a:pt x="1770602" y="969169"/>
                  <a:pt x="1769555" y="976979"/>
                  <a:pt x="1768412" y="984790"/>
                </a:cubicBezTo>
                <a:close/>
                <a:moveTo>
                  <a:pt x="2000" y="963073"/>
                </a:moveTo>
                <a:cubicBezTo>
                  <a:pt x="1334" y="955167"/>
                  <a:pt x="762" y="947261"/>
                  <a:pt x="476" y="939355"/>
                </a:cubicBezTo>
                <a:lnTo>
                  <a:pt x="14192" y="938784"/>
                </a:lnTo>
                <a:cubicBezTo>
                  <a:pt x="14478" y="946499"/>
                  <a:pt x="15050" y="954214"/>
                  <a:pt x="15716" y="961930"/>
                </a:cubicBezTo>
                <a:lnTo>
                  <a:pt x="2096" y="963073"/>
                </a:lnTo>
                <a:close/>
                <a:moveTo>
                  <a:pt x="1773936" y="937641"/>
                </a:moveTo>
                <a:lnTo>
                  <a:pt x="1760316" y="936593"/>
                </a:lnTo>
                <a:cubicBezTo>
                  <a:pt x="1760887" y="928878"/>
                  <a:pt x="1761363" y="921163"/>
                  <a:pt x="1761744" y="913352"/>
                </a:cubicBezTo>
                <a:lnTo>
                  <a:pt x="1775460" y="914019"/>
                </a:lnTo>
                <a:cubicBezTo>
                  <a:pt x="1775079" y="921925"/>
                  <a:pt x="1774603" y="929830"/>
                  <a:pt x="1774032" y="937641"/>
                </a:cubicBezTo>
                <a:close/>
                <a:moveTo>
                  <a:pt x="13716" y="915543"/>
                </a:moveTo>
                <a:lnTo>
                  <a:pt x="0" y="915543"/>
                </a:lnTo>
                <a:cubicBezTo>
                  <a:pt x="0" y="907637"/>
                  <a:pt x="190" y="899636"/>
                  <a:pt x="571" y="891730"/>
                </a:cubicBezTo>
                <a:lnTo>
                  <a:pt x="14288" y="892397"/>
                </a:lnTo>
                <a:cubicBezTo>
                  <a:pt x="13906" y="900113"/>
                  <a:pt x="13716" y="907828"/>
                  <a:pt x="13716" y="915543"/>
                </a:cubicBezTo>
                <a:close/>
                <a:moveTo>
                  <a:pt x="1776031" y="890302"/>
                </a:moveTo>
                <a:lnTo>
                  <a:pt x="1762315" y="890111"/>
                </a:lnTo>
                <a:cubicBezTo>
                  <a:pt x="1762315" y="887254"/>
                  <a:pt x="1762315" y="884396"/>
                  <a:pt x="1762315" y="881539"/>
                </a:cubicBezTo>
                <a:cubicBezTo>
                  <a:pt x="1762315" y="876586"/>
                  <a:pt x="1762315" y="871728"/>
                  <a:pt x="1762125" y="866775"/>
                </a:cubicBezTo>
                <a:lnTo>
                  <a:pt x="1775841" y="866489"/>
                </a:lnTo>
                <a:cubicBezTo>
                  <a:pt x="1775936" y="871538"/>
                  <a:pt x="1776031" y="876491"/>
                  <a:pt x="1776031" y="881539"/>
                </a:cubicBezTo>
                <a:cubicBezTo>
                  <a:pt x="1776031" y="884492"/>
                  <a:pt x="1776031" y="887349"/>
                  <a:pt x="1776031" y="890207"/>
                </a:cubicBezTo>
                <a:close/>
                <a:moveTo>
                  <a:pt x="15907" y="869347"/>
                </a:moveTo>
                <a:lnTo>
                  <a:pt x="2286" y="868013"/>
                </a:lnTo>
                <a:cubicBezTo>
                  <a:pt x="3048" y="860108"/>
                  <a:pt x="4001" y="852202"/>
                  <a:pt x="5144" y="844391"/>
                </a:cubicBezTo>
                <a:lnTo>
                  <a:pt x="18669" y="846392"/>
                </a:lnTo>
                <a:cubicBezTo>
                  <a:pt x="17526" y="854011"/>
                  <a:pt x="16669" y="861727"/>
                  <a:pt x="15907" y="869347"/>
                </a:cubicBezTo>
                <a:close/>
                <a:moveTo>
                  <a:pt x="1761363" y="843629"/>
                </a:moveTo>
                <a:cubicBezTo>
                  <a:pt x="1760982" y="835914"/>
                  <a:pt x="1760410" y="828104"/>
                  <a:pt x="1759839" y="820388"/>
                </a:cubicBezTo>
                <a:lnTo>
                  <a:pt x="1773460" y="819245"/>
                </a:lnTo>
                <a:cubicBezTo>
                  <a:pt x="1774126" y="827151"/>
                  <a:pt x="1774603" y="834961"/>
                  <a:pt x="1775079" y="842867"/>
                </a:cubicBezTo>
                <a:lnTo>
                  <a:pt x="1761363" y="843534"/>
                </a:lnTo>
                <a:close/>
                <a:moveTo>
                  <a:pt x="22479" y="823436"/>
                </a:moveTo>
                <a:lnTo>
                  <a:pt x="9049" y="820865"/>
                </a:lnTo>
                <a:cubicBezTo>
                  <a:pt x="10573" y="813054"/>
                  <a:pt x="12287" y="805339"/>
                  <a:pt x="14097" y="797624"/>
                </a:cubicBezTo>
                <a:lnTo>
                  <a:pt x="27432" y="800862"/>
                </a:lnTo>
                <a:cubicBezTo>
                  <a:pt x="25622" y="808387"/>
                  <a:pt x="24003" y="815911"/>
                  <a:pt x="22479" y="823532"/>
                </a:cubicBezTo>
                <a:close/>
                <a:moveTo>
                  <a:pt x="1757553" y="797243"/>
                </a:moveTo>
                <a:cubicBezTo>
                  <a:pt x="1756696" y="789527"/>
                  <a:pt x="1755743" y="781812"/>
                  <a:pt x="1754600" y="774097"/>
                </a:cubicBezTo>
                <a:lnTo>
                  <a:pt x="1768126" y="772192"/>
                </a:lnTo>
                <a:cubicBezTo>
                  <a:pt x="1769269" y="780002"/>
                  <a:pt x="1770221" y="787813"/>
                  <a:pt x="1771079" y="795719"/>
                </a:cubicBezTo>
                <a:lnTo>
                  <a:pt x="1757458" y="797243"/>
                </a:lnTo>
                <a:close/>
                <a:moveTo>
                  <a:pt x="33433" y="778478"/>
                </a:moveTo>
                <a:lnTo>
                  <a:pt x="20288" y="774668"/>
                </a:lnTo>
                <a:cubicBezTo>
                  <a:pt x="22479" y="767048"/>
                  <a:pt x="24860" y="759524"/>
                  <a:pt x="27432" y="751999"/>
                </a:cubicBezTo>
                <a:lnTo>
                  <a:pt x="40386" y="756476"/>
                </a:lnTo>
                <a:cubicBezTo>
                  <a:pt x="37910" y="763810"/>
                  <a:pt x="35528" y="771144"/>
                  <a:pt x="33433" y="778574"/>
                </a:cubicBezTo>
                <a:close/>
                <a:moveTo>
                  <a:pt x="1751076" y="751046"/>
                </a:moveTo>
                <a:cubicBezTo>
                  <a:pt x="1749742" y="743426"/>
                  <a:pt x="1748314" y="735711"/>
                  <a:pt x="1746885" y="728186"/>
                </a:cubicBezTo>
                <a:lnTo>
                  <a:pt x="1760316" y="725519"/>
                </a:lnTo>
                <a:cubicBezTo>
                  <a:pt x="1761839" y="733234"/>
                  <a:pt x="1763268" y="741045"/>
                  <a:pt x="1764601" y="748760"/>
                </a:cubicBezTo>
                <a:lnTo>
                  <a:pt x="1751076" y="751046"/>
                </a:lnTo>
                <a:close/>
                <a:moveTo>
                  <a:pt x="48387" y="734568"/>
                </a:moveTo>
                <a:lnTo>
                  <a:pt x="35623" y="729520"/>
                </a:lnTo>
                <a:cubicBezTo>
                  <a:pt x="38576" y="722186"/>
                  <a:pt x="41624" y="714851"/>
                  <a:pt x="44863" y="707612"/>
                </a:cubicBezTo>
                <a:lnTo>
                  <a:pt x="57340" y="713232"/>
                </a:lnTo>
                <a:cubicBezTo>
                  <a:pt x="54198" y="720281"/>
                  <a:pt x="51149" y="727424"/>
                  <a:pt x="48387" y="734568"/>
                </a:cubicBezTo>
                <a:close/>
                <a:moveTo>
                  <a:pt x="1741932" y="705422"/>
                </a:moveTo>
                <a:cubicBezTo>
                  <a:pt x="1740217" y="697802"/>
                  <a:pt x="1738408" y="690277"/>
                  <a:pt x="1736408" y="682752"/>
                </a:cubicBezTo>
                <a:lnTo>
                  <a:pt x="1749648" y="679323"/>
                </a:lnTo>
                <a:cubicBezTo>
                  <a:pt x="1751648" y="686943"/>
                  <a:pt x="1753457" y="694658"/>
                  <a:pt x="1755267" y="702374"/>
                </a:cubicBezTo>
                <a:lnTo>
                  <a:pt x="1741932" y="705422"/>
                </a:lnTo>
                <a:close/>
                <a:moveTo>
                  <a:pt x="67342" y="692277"/>
                </a:moveTo>
                <a:lnTo>
                  <a:pt x="55054" y="686086"/>
                </a:lnTo>
                <a:cubicBezTo>
                  <a:pt x="58579" y="679037"/>
                  <a:pt x="62389" y="671989"/>
                  <a:pt x="66199" y="665036"/>
                </a:cubicBezTo>
                <a:lnTo>
                  <a:pt x="78105" y="671703"/>
                </a:lnTo>
                <a:cubicBezTo>
                  <a:pt x="74295" y="678466"/>
                  <a:pt x="70676" y="685229"/>
                  <a:pt x="67247" y="692182"/>
                </a:cubicBezTo>
                <a:close/>
                <a:moveTo>
                  <a:pt x="1730407" y="660273"/>
                </a:moveTo>
                <a:cubicBezTo>
                  <a:pt x="1728311" y="652748"/>
                  <a:pt x="1726025" y="645319"/>
                  <a:pt x="1723739" y="637984"/>
                </a:cubicBezTo>
                <a:lnTo>
                  <a:pt x="1736789" y="633889"/>
                </a:lnTo>
                <a:cubicBezTo>
                  <a:pt x="1739170" y="641413"/>
                  <a:pt x="1741456" y="648938"/>
                  <a:pt x="1743551" y="656558"/>
                </a:cubicBezTo>
                <a:lnTo>
                  <a:pt x="1730407" y="660273"/>
                </a:lnTo>
                <a:close/>
                <a:moveTo>
                  <a:pt x="90011" y="651986"/>
                </a:moveTo>
                <a:lnTo>
                  <a:pt x="78391" y="644747"/>
                </a:lnTo>
                <a:cubicBezTo>
                  <a:pt x="82582" y="637984"/>
                  <a:pt x="86963" y="631412"/>
                  <a:pt x="91440" y="624840"/>
                </a:cubicBezTo>
                <a:lnTo>
                  <a:pt x="102679" y="632651"/>
                </a:lnTo>
                <a:cubicBezTo>
                  <a:pt x="98298" y="639032"/>
                  <a:pt x="94012" y="645414"/>
                  <a:pt x="89916" y="651986"/>
                </a:cubicBezTo>
                <a:close/>
                <a:moveTo>
                  <a:pt x="1716405" y="615791"/>
                </a:moveTo>
                <a:cubicBezTo>
                  <a:pt x="1713834" y="608457"/>
                  <a:pt x="1711262" y="601123"/>
                  <a:pt x="1708594" y="593884"/>
                </a:cubicBezTo>
                <a:lnTo>
                  <a:pt x="1721453" y="589121"/>
                </a:lnTo>
                <a:cubicBezTo>
                  <a:pt x="1724215" y="596456"/>
                  <a:pt x="1726883" y="603885"/>
                  <a:pt x="1729454" y="611410"/>
                </a:cubicBezTo>
                <a:lnTo>
                  <a:pt x="1716500" y="615886"/>
                </a:lnTo>
                <a:close/>
                <a:moveTo>
                  <a:pt x="116396" y="613886"/>
                </a:moveTo>
                <a:lnTo>
                  <a:pt x="105537" y="605600"/>
                </a:lnTo>
                <a:cubicBezTo>
                  <a:pt x="110395" y="599313"/>
                  <a:pt x="115348" y="593122"/>
                  <a:pt x="120396" y="587026"/>
                </a:cubicBezTo>
                <a:lnTo>
                  <a:pt x="130874" y="595884"/>
                </a:lnTo>
                <a:cubicBezTo>
                  <a:pt x="125921" y="601790"/>
                  <a:pt x="121063" y="607790"/>
                  <a:pt x="116396" y="613982"/>
                </a:cubicBezTo>
                <a:close/>
                <a:moveTo>
                  <a:pt x="146209" y="578453"/>
                </a:moveTo>
                <a:lnTo>
                  <a:pt x="136208" y="569119"/>
                </a:lnTo>
                <a:cubicBezTo>
                  <a:pt x="141637" y="563309"/>
                  <a:pt x="147161" y="557594"/>
                  <a:pt x="152876" y="552069"/>
                </a:cubicBezTo>
                <a:lnTo>
                  <a:pt x="162401" y="561880"/>
                </a:lnTo>
                <a:cubicBezTo>
                  <a:pt x="156877" y="567214"/>
                  <a:pt x="151447" y="572738"/>
                  <a:pt x="146209" y="578453"/>
                </a:cubicBezTo>
                <a:close/>
                <a:moveTo>
                  <a:pt x="1700308" y="571976"/>
                </a:moveTo>
                <a:cubicBezTo>
                  <a:pt x="1697546" y="564737"/>
                  <a:pt x="1694688" y="557403"/>
                  <a:pt x="1691831" y="550164"/>
                </a:cubicBezTo>
                <a:lnTo>
                  <a:pt x="1704594" y="545116"/>
                </a:lnTo>
                <a:cubicBezTo>
                  <a:pt x="1707451" y="552450"/>
                  <a:pt x="1710309" y="559784"/>
                  <a:pt x="1713071" y="567023"/>
                </a:cubicBezTo>
                <a:lnTo>
                  <a:pt x="1700308" y="571881"/>
                </a:lnTo>
                <a:close/>
                <a:moveTo>
                  <a:pt x="179260" y="546163"/>
                </a:moveTo>
                <a:lnTo>
                  <a:pt x="170212" y="535877"/>
                </a:lnTo>
                <a:cubicBezTo>
                  <a:pt x="176213" y="530638"/>
                  <a:pt x="182308" y="525494"/>
                  <a:pt x="188500" y="520636"/>
                </a:cubicBezTo>
                <a:lnTo>
                  <a:pt x="196977" y="531400"/>
                </a:lnTo>
                <a:cubicBezTo>
                  <a:pt x="190976" y="536162"/>
                  <a:pt x="184976" y="541115"/>
                  <a:pt x="179260" y="546259"/>
                </a:cubicBezTo>
                <a:close/>
                <a:moveTo>
                  <a:pt x="1683163" y="528352"/>
                </a:moveTo>
                <a:cubicBezTo>
                  <a:pt x="1680210" y="521113"/>
                  <a:pt x="1677257" y="513874"/>
                  <a:pt x="1674305" y="506730"/>
                </a:cubicBezTo>
                <a:lnTo>
                  <a:pt x="1686973" y="501491"/>
                </a:lnTo>
                <a:cubicBezTo>
                  <a:pt x="1690021" y="508730"/>
                  <a:pt x="1692974" y="515969"/>
                  <a:pt x="1695926" y="523304"/>
                </a:cubicBezTo>
                <a:lnTo>
                  <a:pt x="1683258" y="528447"/>
                </a:lnTo>
                <a:close/>
                <a:moveTo>
                  <a:pt x="215551" y="517493"/>
                </a:moveTo>
                <a:lnTo>
                  <a:pt x="207645" y="506349"/>
                </a:lnTo>
                <a:cubicBezTo>
                  <a:pt x="214122" y="501777"/>
                  <a:pt x="220790" y="497300"/>
                  <a:pt x="227457" y="493109"/>
                </a:cubicBezTo>
                <a:lnTo>
                  <a:pt x="234791" y="504730"/>
                </a:lnTo>
                <a:cubicBezTo>
                  <a:pt x="228314" y="508825"/>
                  <a:pt x="221837" y="513112"/>
                  <a:pt x="215551" y="517588"/>
                </a:cubicBezTo>
                <a:close/>
                <a:moveTo>
                  <a:pt x="254699" y="492919"/>
                </a:moveTo>
                <a:lnTo>
                  <a:pt x="248031" y="480917"/>
                </a:lnTo>
                <a:cubicBezTo>
                  <a:pt x="254984" y="477012"/>
                  <a:pt x="262128" y="473392"/>
                  <a:pt x="269272" y="469963"/>
                </a:cubicBezTo>
                <a:lnTo>
                  <a:pt x="275177" y="482251"/>
                </a:lnTo>
                <a:cubicBezTo>
                  <a:pt x="268319" y="485584"/>
                  <a:pt x="261366" y="489109"/>
                  <a:pt x="254699" y="492919"/>
                </a:cubicBezTo>
                <a:close/>
                <a:moveTo>
                  <a:pt x="1665160" y="485204"/>
                </a:moveTo>
                <a:cubicBezTo>
                  <a:pt x="1662113" y="478060"/>
                  <a:pt x="1658969" y="470916"/>
                  <a:pt x="1655826" y="463772"/>
                </a:cubicBezTo>
                <a:lnTo>
                  <a:pt x="1668304" y="458248"/>
                </a:lnTo>
                <a:cubicBezTo>
                  <a:pt x="1671447" y="465392"/>
                  <a:pt x="1674685" y="472631"/>
                  <a:pt x="1677733" y="479869"/>
                </a:cubicBezTo>
                <a:lnTo>
                  <a:pt x="1665160" y="485299"/>
                </a:lnTo>
                <a:close/>
                <a:moveTo>
                  <a:pt x="296228" y="472821"/>
                </a:moveTo>
                <a:lnTo>
                  <a:pt x="290989" y="460153"/>
                </a:lnTo>
                <a:cubicBezTo>
                  <a:pt x="298323" y="457105"/>
                  <a:pt x="305753" y="454247"/>
                  <a:pt x="313182" y="451580"/>
                </a:cubicBezTo>
                <a:lnTo>
                  <a:pt x="317754" y="464439"/>
                </a:lnTo>
                <a:cubicBezTo>
                  <a:pt x="310515" y="467011"/>
                  <a:pt x="303276" y="469773"/>
                  <a:pt x="296132" y="472726"/>
                </a:cubicBezTo>
                <a:close/>
                <a:moveTo>
                  <a:pt x="339852" y="457295"/>
                </a:moveTo>
                <a:lnTo>
                  <a:pt x="335851" y="444151"/>
                </a:lnTo>
                <a:cubicBezTo>
                  <a:pt x="343376" y="441865"/>
                  <a:pt x="350996" y="439674"/>
                  <a:pt x="358712" y="437674"/>
                </a:cubicBezTo>
                <a:lnTo>
                  <a:pt x="362236" y="450913"/>
                </a:lnTo>
                <a:cubicBezTo>
                  <a:pt x="354711" y="452914"/>
                  <a:pt x="347281" y="455009"/>
                  <a:pt x="339852" y="457295"/>
                </a:cubicBezTo>
                <a:close/>
                <a:moveTo>
                  <a:pt x="384810" y="445389"/>
                </a:moveTo>
                <a:lnTo>
                  <a:pt x="381762" y="432054"/>
                </a:lnTo>
                <a:cubicBezTo>
                  <a:pt x="389477" y="430244"/>
                  <a:pt x="397192" y="428625"/>
                  <a:pt x="404908" y="427101"/>
                </a:cubicBezTo>
                <a:lnTo>
                  <a:pt x="407575" y="440531"/>
                </a:lnTo>
                <a:cubicBezTo>
                  <a:pt x="399955" y="442055"/>
                  <a:pt x="392335" y="443675"/>
                  <a:pt x="384810" y="445389"/>
                </a:cubicBezTo>
                <a:close/>
                <a:moveTo>
                  <a:pt x="1646206" y="442436"/>
                </a:moveTo>
                <a:cubicBezTo>
                  <a:pt x="1642968" y="435388"/>
                  <a:pt x="1639633" y="428339"/>
                  <a:pt x="1636300" y="421291"/>
                </a:cubicBezTo>
                <a:lnTo>
                  <a:pt x="1648682" y="415385"/>
                </a:lnTo>
                <a:cubicBezTo>
                  <a:pt x="1652111" y="422434"/>
                  <a:pt x="1655445" y="429578"/>
                  <a:pt x="1658683" y="436721"/>
                </a:cubicBezTo>
                <a:lnTo>
                  <a:pt x="1646206" y="442436"/>
                </a:lnTo>
                <a:close/>
                <a:moveTo>
                  <a:pt x="430530" y="436150"/>
                </a:moveTo>
                <a:lnTo>
                  <a:pt x="428149" y="422624"/>
                </a:lnTo>
                <a:cubicBezTo>
                  <a:pt x="435864" y="421291"/>
                  <a:pt x="443674" y="419957"/>
                  <a:pt x="451390" y="418719"/>
                </a:cubicBezTo>
                <a:lnTo>
                  <a:pt x="453581" y="432244"/>
                </a:lnTo>
                <a:cubicBezTo>
                  <a:pt x="445866" y="433483"/>
                  <a:pt x="438150" y="434816"/>
                  <a:pt x="430530" y="436150"/>
                </a:cubicBezTo>
                <a:close/>
                <a:moveTo>
                  <a:pt x="476726" y="428720"/>
                </a:moveTo>
                <a:lnTo>
                  <a:pt x="474726" y="415195"/>
                </a:lnTo>
                <a:cubicBezTo>
                  <a:pt x="482441" y="414052"/>
                  <a:pt x="490252" y="412909"/>
                  <a:pt x="498062" y="411861"/>
                </a:cubicBezTo>
                <a:lnTo>
                  <a:pt x="499967" y="425386"/>
                </a:lnTo>
                <a:cubicBezTo>
                  <a:pt x="492252" y="426530"/>
                  <a:pt x="484537" y="427577"/>
                  <a:pt x="476726" y="428720"/>
                </a:cubicBezTo>
                <a:close/>
                <a:moveTo>
                  <a:pt x="523208" y="422053"/>
                </a:moveTo>
                <a:lnTo>
                  <a:pt x="521303" y="408527"/>
                </a:lnTo>
                <a:lnTo>
                  <a:pt x="544544" y="405194"/>
                </a:lnTo>
                <a:lnTo>
                  <a:pt x="546544" y="418719"/>
                </a:lnTo>
                <a:lnTo>
                  <a:pt x="523304" y="422053"/>
                </a:lnTo>
                <a:close/>
                <a:moveTo>
                  <a:pt x="569785" y="415290"/>
                </a:moveTo>
                <a:lnTo>
                  <a:pt x="567690" y="401765"/>
                </a:lnTo>
                <a:cubicBezTo>
                  <a:pt x="575405" y="400621"/>
                  <a:pt x="583121" y="399383"/>
                  <a:pt x="590740" y="398050"/>
                </a:cubicBezTo>
                <a:lnTo>
                  <a:pt x="593026" y="411575"/>
                </a:lnTo>
                <a:cubicBezTo>
                  <a:pt x="585311" y="412909"/>
                  <a:pt x="577501" y="414147"/>
                  <a:pt x="569785" y="415290"/>
                </a:cubicBezTo>
                <a:close/>
                <a:moveTo>
                  <a:pt x="616267" y="407480"/>
                </a:moveTo>
                <a:lnTo>
                  <a:pt x="613696" y="394049"/>
                </a:lnTo>
                <a:cubicBezTo>
                  <a:pt x="621316" y="392621"/>
                  <a:pt x="628936" y="391096"/>
                  <a:pt x="636556" y="389477"/>
                </a:cubicBezTo>
                <a:lnTo>
                  <a:pt x="639413" y="402908"/>
                </a:lnTo>
                <a:cubicBezTo>
                  <a:pt x="631698" y="404527"/>
                  <a:pt x="623983" y="406146"/>
                  <a:pt x="616267" y="407575"/>
                </a:cubicBezTo>
                <a:close/>
                <a:moveTo>
                  <a:pt x="1625917" y="400240"/>
                </a:moveTo>
                <a:cubicBezTo>
                  <a:pt x="1622393" y="393287"/>
                  <a:pt x="1618869" y="386334"/>
                  <a:pt x="1615249" y="379381"/>
                </a:cubicBezTo>
                <a:lnTo>
                  <a:pt x="1627346" y="372999"/>
                </a:lnTo>
                <a:cubicBezTo>
                  <a:pt x="1630966" y="379952"/>
                  <a:pt x="1634585" y="387001"/>
                  <a:pt x="1638110" y="394049"/>
                </a:cubicBezTo>
                <a:lnTo>
                  <a:pt x="1625823" y="400145"/>
                </a:lnTo>
                <a:close/>
                <a:moveTo>
                  <a:pt x="662464" y="397383"/>
                </a:moveTo>
                <a:lnTo>
                  <a:pt x="659130" y="384048"/>
                </a:lnTo>
                <a:cubicBezTo>
                  <a:pt x="666655" y="382143"/>
                  <a:pt x="674084" y="380143"/>
                  <a:pt x="681514" y="378047"/>
                </a:cubicBezTo>
                <a:lnTo>
                  <a:pt x="685324" y="391192"/>
                </a:lnTo>
                <a:cubicBezTo>
                  <a:pt x="677799" y="393383"/>
                  <a:pt x="670084" y="395478"/>
                  <a:pt x="662464" y="397383"/>
                </a:cubicBezTo>
                <a:close/>
                <a:moveTo>
                  <a:pt x="708088" y="384143"/>
                </a:moveTo>
                <a:lnTo>
                  <a:pt x="703707" y="371189"/>
                </a:lnTo>
                <a:cubicBezTo>
                  <a:pt x="711041" y="368713"/>
                  <a:pt x="718280" y="366046"/>
                  <a:pt x="725424" y="363284"/>
                </a:cubicBezTo>
                <a:lnTo>
                  <a:pt x="730473" y="376047"/>
                </a:lnTo>
                <a:cubicBezTo>
                  <a:pt x="723138" y="379000"/>
                  <a:pt x="715613" y="381667"/>
                  <a:pt x="708088" y="384238"/>
                </a:cubicBezTo>
                <a:close/>
                <a:moveTo>
                  <a:pt x="752380" y="366522"/>
                </a:moveTo>
                <a:lnTo>
                  <a:pt x="746569" y="354140"/>
                </a:lnTo>
                <a:cubicBezTo>
                  <a:pt x="753618" y="350806"/>
                  <a:pt x="760571" y="347377"/>
                  <a:pt x="767144" y="343757"/>
                </a:cubicBezTo>
                <a:lnTo>
                  <a:pt x="773716" y="355759"/>
                </a:lnTo>
                <a:cubicBezTo>
                  <a:pt x="766858" y="359473"/>
                  <a:pt x="759714" y="363093"/>
                  <a:pt x="752380" y="366522"/>
                </a:cubicBezTo>
                <a:close/>
                <a:moveTo>
                  <a:pt x="1604296" y="358807"/>
                </a:moveTo>
                <a:cubicBezTo>
                  <a:pt x="1600581" y="351949"/>
                  <a:pt x="1596771" y="345186"/>
                  <a:pt x="1592866" y="338423"/>
                </a:cubicBezTo>
                <a:lnTo>
                  <a:pt x="1604772" y="331565"/>
                </a:lnTo>
                <a:cubicBezTo>
                  <a:pt x="1608677" y="338423"/>
                  <a:pt x="1612583" y="345281"/>
                  <a:pt x="1616298" y="352234"/>
                </a:cubicBezTo>
                <a:lnTo>
                  <a:pt x="1604296" y="358807"/>
                </a:lnTo>
                <a:close/>
                <a:moveTo>
                  <a:pt x="794385" y="343757"/>
                </a:moveTo>
                <a:lnTo>
                  <a:pt x="787051" y="332137"/>
                </a:lnTo>
                <a:cubicBezTo>
                  <a:pt x="792385" y="328708"/>
                  <a:pt x="797719" y="325184"/>
                  <a:pt x="802958" y="321373"/>
                </a:cubicBezTo>
                <a:lnTo>
                  <a:pt x="806006" y="319183"/>
                </a:lnTo>
                <a:lnTo>
                  <a:pt x="814102" y="330232"/>
                </a:lnTo>
                <a:lnTo>
                  <a:pt x="810863" y="332518"/>
                </a:lnTo>
                <a:cubicBezTo>
                  <a:pt x="805434" y="336423"/>
                  <a:pt x="799910" y="340138"/>
                  <a:pt x="794290" y="343662"/>
                </a:cubicBezTo>
                <a:close/>
                <a:moveTo>
                  <a:pt x="1580960" y="318325"/>
                </a:moveTo>
                <a:cubicBezTo>
                  <a:pt x="1576959" y="311658"/>
                  <a:pt x="1572863" y="305086"/>
                  <a:pt x="1568673" y="298513"/>
                </a:cubicBezTo>
                <a:lnTo>
                  <a:pt x="1580198" y="291179"/>
                </a:lnTo>
                <a:cubicBezTo>
                  <a:pt x="1584389" y="297847"/>
                  <a:pt x="1588580" y="304514"/>
                  <a:pt x="1592675" y="311277"/>
                </a:cubicBezTo>
                <a:lnTo>
                  <a:pt x="1580960" y="318325"/>
                </a:lnTo>
                <a:close/>
                <a:moveTo>
                  <a:pt x="832866" y="315373"/>
                </a:moveTo>
                <a:lnTo>
                  <a:pt x="824008" y="304895"/>
                </a:lnTo>
                <a:cubicBezTo>
                  <a:pt x="829723" y="300038"/>
                  <a:pt x="835533" y="294894"/>
                  <a:pt x="841153" y="289465"/>
                </a:cubicBezTo>
                <a:lnTo>
                  <a:pt x="850583" y="299371"/>
                </a:lnTo>
                <a:cubicBezTo>
                  <a:pt x="844677" y="304990"/>
                  <a:pt x="838676" y="310325"/>
                  <a:pt x="832771" y="315373"/>
                </a:cubicBezTo>
                <a:close/>
                <a:moveTo>
                  <a:pt x="867442" y="282607"/>
                </a:moveTo>
                <a:lnTo>
                  <a:pt x="857536" y="273177"/>
                </a:lnTo>
                <a:cubicBezTo>
                  <a:pt x="862870" y="267557"/>
                  <a:pt x="868108" y="261842"/>
                  <a:pt x="873252" y="256032"/>
                </a:cubicBezTo>
                <a:lnTo>
                  <a:pt x="883539" y="265081"/>
                </a:lnTo>
                <a:cubicBezTo>
                  <a:pt x="878300" y="270986"/>
                  <a:pt x="872966" y="276892"/>
                  <a:pt x="867442" y="282607"/>
                </a:cubicBezTo>
                <a:close/>
                <a:moveTo>
                  <a:pt x="1555909" y="278987"/>
                </a:moveTo>
                <a:cubicBezTo>
                  <a:pt x="1551527" y="272510"/>
                  <a:pt x="1547146" y="266129"/>
                  <a:pt x="1542574" y="259842"/>
                </a:cubicBezTo>
                <a:lnTo>
                  <a:pt x="1553718" y="251936"/>
                </a:lnTo>
                <a:cubicBezTo>
                  <a:pt x="1558290" y="258318"/>
                  <a:pt x="1562767" y="264890"/>
                  <a:pt x="1567244" y="271367"/>
                </a:cubicBezTo>
                <a:lnTo>
                  <a:pt x="1555909" y="278987"/>
                </a:lnTo>
                <a:close/>
                <a:moveTo>
                  <a:pt x="898969" y="247078"/>
                </a:moveTo>
                <a:lnTo>
                  <a:pt x="888492" y="238316"/>
                </a:lnTo>
                <a:cubicBezTo>
                  <a:pt x="893445" y="232315"/>
                  <a:pt x="898398" y="226314"/>
                  <a:pt x="903256" y="220218"/>
                </a:cubicBezTo>
                <a:lnTo>
                  <a:pt x="913924" y="228791"/>
                </a:lnTo>
                <a:cubicBezTo>
                  <a:pt x="908971" y="234982"/>
                  <a:pt x="904018" y="241078"/>
                  <a:pt x="898969" y="247078"/>
                </a:cubicBezTo>
                <a:close/>
                <a:moveTo>
                  <a:pt x="1528763" y="240983"/>
                </a:moveTo>
                <a:cubicBezTo>
                  <a:pt x="1524095" y="234791"/>
                  <a:pt x="1519238" y="228695"/>
                  <a:pt x="1514380" y="222599"/>
                </a:cubicBezTo>
                <a:lnTo>
                  <a:pt x="1525048" y="214027"/>
                </a:lnTo>
                <a:cubicBezTo>
                  <a:pt x="1530001" y="220218"/>
                  <a:pt x="1534858" y="226409"/>
                  <a:pt x="1539621" y="232696"/>
                </a:cubicBezTo>
                <a:lnTo>
                  <a:pt x="1528668" y="240983"/>
                </a:lnTo>
                <a:close/>
                <a:moveTo>
                  <a:pt x="928592" y="210407"/>
                </a:moveTo>
                <a:lnTo>
                  <a:pt x="917829" y="201930"/>
                </a:lnTo>
                <a:lnTo>
                  <a:pt x="932307" y="183451"/>
                </a:lnTo>
                <a:lnTo>
                  <a:pt x="943070" y="191929"/>
                </a:lnTo>
                <a:lnTo>
                  <a:pt x="928592" y="210407"/>
                </a:lnTo>
                <a:close/>
                <a:moveTo>
                  <a:pt x="1499521" y="204788"/>
                </a:moveTo>
                <a:cubicBezTo>
                  <a:pt x="1494473" y="198882"/>
                  <a:pt x="1489329" y="193072"/>
                  <a:pt x="1484091" y="187452"/>
                </a:cubicBezTo>
                <a:lnTo>
                  <a:pt x="1494187" y="178213"/>
                </a:lnTo>
                <a:cubicBezTo>
                  <a:pt x="1499521" y="184023"/>
                  <a:pt x="1504760" y="189928"/>
                  <a:pt x="1509998" y="195929"/>
                </a:cubicBezTo>
                <a:lnTo>
                  <a:pt x="1499616" y="204883"/>
                </a:lnTo>
                <a:close/>
                <a:moveTo>
                  <a:pt x="957644" y="173546"/>
                </a:moveTo>
                <a:lnTo>
                  <a:pt x="946976" y="164973"/>
                </a:lnTo>
                <a:cubicBezTo>
                  <a:pt x="951929" y="158877"/>
                  <a:pt x="956881" y="152686"/>
                  <a:pt x="961930" y="146685"/>
                </a:cubicBezTo>
                <a:lnTo>
                  <a:pt x="972503" y="155448"/>
                </a:lnTo>
                <a:cubicBezTo>
                  <a:pt x="967549" y="161449"/>
                  <a:pt x="962597" y="167449"/>
                  <a:pt x="957739" y="173546"/>
                </a:cubicBezTo>
                <a:close/>
                <a:moveTo>
                  <a:pt x="1467993" y="170593"/>
                </a:moveTo>
                <a:cubicBezTo>
                  <a:pt x="1462564" y="165068"/>
                  <a:pt x="1457039" y="159734"/>
                  <a:pt x="1451325" y="154400"/>
                </a:cubicBezTo>
                <a:lnTo>
                  <a:pt x="1460659" y="144399"/>
                </a:lnTo>
                <a:cubicBezTo>
                  <a:pt x="1466469" y="149828"/>
                  <a:pt x="1472089" y="155353"/>
                  <a:pt x="1477708" y="160972"/>
                </a:cubicBezTo>
                <a:lnTo>
                  <a:pt x="1467993" y="170593"/>
                </a:lnTo>
                <a:close/>
                <a:moveTo>
                  <a:pt x="1434179" y="138874"/>
                </a:moveTo>
                <a:cubicBezTo>
                  <a:pt x="1428369" y="133826"/>
                  <a:pt x="1422368" y="128873"/>
                  <a:pt x="1416367" y="124016"/>
                </a:cubicBezTo>
                <a:lnTo>
                  <a:pt x="1424940" y="113347"/>
                </a:lnTo>
                <a:cubicBezTo>
                  <a:pt x="1431132" y="118300"/>
                  <a:pt x="1437227" y="123349"/>
                  <a:pt x="1443133" y="128492"/>
                </a:cubicBezTo>
                <a:lnTo>
                  <a:pt x="1434179" y="138874"/>
                </a:lnTo>
                <a:close/>
                <a:moveTo>
                  <a:pt x="987552" y="137731"/>
                </a:moveTo>
                <a:lnTo>
                  <a:pt x="977265" y="128683"/>
                </a:lnTo>
                <a:lnTo>
                  <a:pt x="979456" y="126206"/>
                </a:lnTo>
                <a:cubicBezTo>
                  <a:pt x="983742" y="121348"/>
                  <a:pt x="988600" y="116396"/>
                  <a:pt x="993838" y="111347"/>
                </a:cubicBezTo>
                <a:lnTo>
                  <a:pt x="1003363" y="121158"/>
                </a:lnTo>
                <a:cubicBezTo>
                  <a:pt x="998410" y="126016"/>
                  <a:pt x="993838" y="130778"/>
                  <a:pt x="989743" y="135255"/>
                </a:cubicBezTo>
                <a:lnTo>
                  <a:pt x="987552" y="137731"/>
                </a:lnTo>
                <a:close/>
                <a:moveTo>
                  <a:pt x="1397984" y="109919"/>
                </a:moveTo>
                <a:cubicBezTo>
                  <a:pt x="1391793" y="105346"/>
                  <a:pt x="1385506" y="100965"/>
                  <a:pt x="1379030" y="96583"/>
                </a:cubicBezTo>
                <a:lnTo>
                  <a:pt x="1386649" y="85153"/>
                </a:lnTo>
                <a:cubicBezTo>
                  <a:pt x="1393222" y="89535"/>
                  <a:pt x="1399699" y="94107"/>
                  <a:pt x="1406081" y="98774"/>
                </a:cubicBezTo>
                <a:lnTo>
                  <a:pt x="1397984" y="109823"/>
                </a:lnTo>
                <a:close/>
                <a:moveTo>
                  <a:pt x="1020508" y="105632"/>
                </a:moveTo>
                <a:lnTo>
                  <a:pt x="1011650" y="95155"/>
                </a:lnTo>
                <a:cubicBezTo>
                  <a:pt x="1017556" y="90106"/>
                  <a:pt x="1023747" y="85153"/>
                  <a:pt x="1030224" y="80200"/>
                </a:cubicBezTo>
                <a:lnTo>
                  <a:pt x="1038511" y="91059"/>
                </a:lnTo>
                <a:cubicBezTo>
                  <a:pt x="1032225" y="95821"/>
                  <a:pt x="1026224" y="100679"/>
                  <a:pt x="1020508" y="105537"/>
                </a:cubicBezTo>
                <a:close/>
                <a:moveTo>
                  <a:pt x="1366743" y="88582"/>
                </a:moveTo>
                <a:lnTo>
                  <a:pt x="1346930" y="76009"/>
                </a:lnTo>
                <a:lnTo>
                  <a:pt x="1354265" y="64389"/>
                </a:lnTo>
                <a:lnTo>
                  <a:pt x="1374172" y="76962"/>
                </a:lnTo>
                <a:lnTo>
                  <a:pt x="1366838" y="88582"/>
                </a:lnTo>
                <a:close/>
                <a:moveTo>
                  <a:pt x="1057275" y="77533"/>
                </a:moveTo>
                <a:lnTo>
                  <a:pt x="1049465" y="66294"/>
                </a:lnTo>
                <a:cubicBezTo>
                  <a:pt x="1055942" y="61817"/>
                  <a:pt x="1062609" y="57436"/>
                  <a:pt x="1069372" y="53245"/>
                </a:cubicBezTo>
                <a:lnTo>
                  <a:pt x="1076611" y="64865"/>
                </a:lnTo>
                <a:cubicBezTo>
                  <a:pt x="1070039" y="68961"/>
                  <a:pt x="1063466" y="73247"/>
                  <a:pt x="1057180" y="77533"/>
                </a:cubicBezTo>
                <a:close/>
                <a:moveTo>
                  <a:pt x="1327023" y="63532"/>
                </a:moveTo>
                <a:lnTo>
                  <a:pt x="1307211" y="50959"/>
                </a:lnTo>
                <a:lnTo>
                  <a:pt x="1314545" y="39338"/>
                </a:lnTo>
                <a:lnTo>
                  <a:pt x="1334357" y="51911"/>
                </a:lnTo>
                <a:lnTo>
                  <a:pt x="1327023" y="63532"/>
                </a:lnTo>
                <a:close/>
                <a:moveTo>
                  <a:pt x="1096613" y="53054"/>
                </a:moveTo>
                <a:lnTo>
                  <a:pt x="1089946" y="41053"/>
                </a:lnTo>
                <a:cubicBezTo>
                  <a:pt x="1096899" y="37147"/>
                  <a:pt x="1103948" y="33433"/>
                  <a:pt x="1111091" y="30004"/>
                </a:cubicBezTo>
                <a:lnTo>
                  <a:pt x="1117092" y="42291"/>
                </a:lnTo>
                <a:cubicBezTo>
                  <a:pt x="1110234" y="45625"/>
                  <a:pt x="1103376" y="49244"/>
                  <a:pt x="1096613" y="53054"/>
                </a:cubicBezTo>
                <a:close/>
                <a:moveTo>
                  <a:pt x="1287304" y="38481"/>
                </a:moveTo>
                <a:lnTo>
                  <a:pt x="1267397" y="25908"/>
                </a:lnTo>
                <a:lnTo>
                  <a:pt x="1274731" y="14288"/>
                </a:lnTo>
                <a:lnTo>
                  <a:pt x="1294543" y="26860"/>
                </a:lnTo>
                <a:lnTo>
                  <a:pt x="1287208" y="38481"/>
                </a:lnTo>
                <a:close/>
                <a:moveTo>
                  <a:pt x="1138047" y="32861"/>
                </a:moveTo>
                <a:lnTo>
                  <a:pt x="1132809" y="20193"/>
                </a:lnTo>
                <a:cubicBezTo>
                  <a:pt x="1140428" y="17050"/>
                  <a:pt x="1147953" y="14192"/>
                  <a:pt x="1155287" y="11716"/>
                </a:cubicBezTo>
                <a:lnTo>
                  <a:pt x="1159669" y="24670"/>
                </a:lnTo>
                <a:cubicBezTo>
                  <a:pt x="1152715" y="27051"/>
                  <a:pt x="1145382" y="29718"/>
                  <a:pt x="1138143" y="32766"/>
                </a:cubicBezTo>
                <a:close/>
                <a:moveTo>
                  <a:pt x="1181576" y="18478"/>
                </a:moveTo>
                <a:lnTo>
                  <a:pt x="1178433" y="5144"/>
                </a:lnTo>
                <a:cubicBezTo>
                  <a:pt x="1186624" y="3239"/>
                  <a:pt x="1194721" y="1810"/>
                  <a:pt x="1202341" y="952"/>
                </a:cubicBezTo>
                <a:lnTo>
                  <a:pt x="1203865" y="14573"/>
                </a:lnTo>
                <a:cubicBezTo>
                  <a:pt x="1196721" y="15335"/>
                  <a:pt x="1189292" y="16669"/>
                  <a:pt x="1181576" y="18574"/>
                </a:cubicBezTo>
                <a:close/>
                <a:moveTo>
                  <a:pt x="1247870" y="17145"/>
                </a:moveTo>
                <a:cubicBezTo>
                  <a:pt x="1241203" y="15240"/>
                  <a:pt x="1233964" y="14097"/>
                  <a:pt x="1226249" y="13716"/>
                </a:cubicBezTo>
                <a:lnTo>
                  <a:pt x="1226916" y="0"/>
                </a:lnTo>
                <a:cubicBezTo>
                  <a:pt x="1235678" y="476"/>
                  <a:pt x="1243965" y="1810"/>
                  <a:pt x="1251585" y="4000"/>
                </a:cubicBezTo>
                <a:lnTo>
                  <a:pt x="1247775" y="17145"/>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3" name="Google Shape;308;p41">
            <a:extLst>
              <a:ext uri="{FF2B5EF4-FFF2-40B4-BE49-F238E27FC236}">
                <a16:creationId xmlns:a16="http://schemas.microsoft.com/office/drawing/2014/main" id="{CDA5D77B-CFBF-DD25-D1F9-EADE5750644E}"/>
              </a:ext>
            </a:extLst>
          </p:cNvPr>
          <p:cNvSpPr/>
          <p:nvPr/>
        </p:nvSpPr>
        <p:spPr>
          <a:xfrm rot="3612600">
            <a:off x="8386920" y="1334520"/>
            <a:ext cx="3224880" cy="5294880"/>
          </a:xfrm>
          <a:custGeom>
            <a:avLst/>
            <a:gdLst>
              <a:gd name="textAreaLeft" fmla="*/ 0 w 3224880"/>
              <a:gd name="textAreaRight" fmla="*/ 3225240 w 3224880"/>
              <a:gd name="textAreaTop" fmla="*/ 0 h 5294880"/>
              <a:gd name="textAreaBottom" fmla="*/ 5295240 h 5294880"/>
            </a:gdLst>
            <a:ahLst/>
            <a:cxnLst/>
            <a:rect l="textAreaLeft" t="textAreaTop" r="textAreaRight" b="textAreaBottom"/>
            <a:pathLst>
              <a:path w="886486" h="1382285">
                <a:moveTo>
                  <a:pt x="690045" y="38454"/>
                </a:moveTo>
                <a:cubicBezTo>
                  <a:pt x="532787" y="-42413"/>
                  <a:pt x="326761" y="11403"/>
                  <a:pt x="200936" y="133323"/>
                </a:cubicBezTo>
                <a:cubicBezTo>
                  <a:pt x="75110" y="255148"/>
                  <a:pt x="18818" y="430503"/>
                  <a:pt x="4054" y="602048"/>
                </a:cubicBezTo>
                <a:cubicBezTo>
                  <a:pt x="-10900" y="775689"/>
                  <a:pt x="13960" y="956759"/>
                  <a:pt x="104733" y="1107254"/>
                </a:cubicBezTo>
                <a:cubicBezTo>
                  <a:pt x="195506" y="1257749"/>
                  <a:pt x="358860" y="1372907"/>
                  <a:pt x="538883" y="1381765"/>
                </a:cubicBezTo>
                <a:cubicBezTo>
                  <a:pt x="639372" y="1386718"/>
                  <a:pt x="744718" y="1356428"/>
                  <a:pt x="814346" y="1286134"/>
                </a:cubicBezTo>
                <a:cubicBezTo>
                  <a:pt x="883974" y="1215839"/>
                  <a:pt x="909691" y="1102968"/>
                  <a:pt x="862447" y="1017053"/>
                </a:cubicBezTo>
                <a:cubicBezTo>
                  <a:pt x="823109" y="945710"/>
                  <a:pt x="743480" y="903229"/>
                  <a:pt x="696426" y="836363"/>
                </a:cubicBezTo>
                <a:cubicBezTo>
                  <a:pt x="642229" y="759306"/>
                  <a:pt x="639372" y="651483"/>
                  <a:pt x="689378" y="571759"/>
                </a:cubicBezTo>
                <a:cubicBezTo>
                  <a:pt x="713952" y="532611"/>
                  <a:pt x="749290" y="500893"/>
                  <a:pt x="776246" y="463174"/>
                </a:cubicBezTo>
                <a:cubicBezTo>
                  <a:pt x="869400" y="332777"/>
                  <a:pt x="845493" y="118083"/>
                  <a:pt x="690045" y="38264"/>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4" name="Google Shape;309;p41">
            <a:extLst>
              <a:ext uri="{FF2B5EF4-FFF2-40B4-BE49-F238E27FC236}">
                <a16:creationId xmlns:a16="http://schemas.microsoft.com/office/drawing/2014/main" id="{FE102112-00BD-DC52-1D4C-06A9BF49192A}"/>
              </a:ext>
            </a:extLst>
          </p:cNvPr>
          <p:cNvSpPr/>
          <p:nvPr/>
        </p:nvSpPr>
        <p:spPr>
          <a:xfrm rot="7168200">
            <a:off x="630000" y="3826080"/>
            <a:ext cx="694440" cy="1544040"/>
          </a:xfrm>
          <a:custGeom>
            <a:avLst/>
            <a:gdLst>
              <a:gd name="textAreaLeft" fmla="*/ 0 w 694440"/>
              <a:gd name="textAreaRight" fmla="*/ 694800 w 694440"/>
              <a:gd name="textAreaTop" fmla="*/ 0 h 1544040"/>
              <a:gd name="textAreaBottom" fmla="*/ 1544400 h 1544040"/>
            </a:gdLst>
            <a:ahLst/>
            <a:cxnLst/>
            <a:rect l="textAreaLeft" t="textAreaTop" r="textAreaRight" b="textAreaBottom"/>
            <a:pathLst>
              <a:path w="303148" h="673968">
                <a:moveTo>
                  <a:pt x="6276" y="41516"/>
                </a:moveTo>
                <a:cubicBezTo>
                  <a:pt x="-13726" y="87903"/>
                  <a:pt x="18278" y="138576"/>
                  <a:pt x="43519" y="182296"/>
                </a:cubicBezTo>
                <a:cubicBezTo>
                  <a:pt x="93620" y="269164"/>
                  <a:pt x="120957" y="368890"/>
                  <a:pt x="122290" y="469093"/>
                </a:cubicBezTo>
                <a:cubicBezTo>
                  <a:pt x="122862" y="513861"/>
                  <a:pt x="118576" y="560057"/>
                  <a:pt x="133530" y="602348"/>
                </a:cubicBezTo>
                <a:cubicBezTo>
                  <a:pt x="148484" y="644544"/>
                  <a:pt x="190775" y="681787"/>
                  <a:pt x="234590" y="672547"/>
                </a:cubicBezTo>
                <a:cubicBezTo>
                  <a:pt x="266213" y="665880"/>
                  <a:pt x="289264" y="636829"/>
                  <a:pt x="297836" y="605682"/>
                </a:cubicBezTo>
                <a:cubicBezTo>
                  <a:pt x="306409" y="574535"/>
                  <a:pt x="303075" y="541483"/>
                  <a:pt x="298503" y="509479"/>
                </a:cubicBezTo>
                <a:cubicBezTo>
                  <a:pt x="279358" y="373462"/>
                  <a:pt x="237067" y="247923"/>
                  <a:pt x="187346" y="120669"/>
                </a:cubicBezTo>
                <a:cubicBezTo>
                  <a:pt x="173630" y="85522"/>
                  <a:pt x="166201" y="50470"/>
                  <a:pt x="136387" y="25228"/>
                </a:cubicBezTo>
                <a:cubicBezTo>
                  <a:pt x="96859" y="-8300"/>
                  <a:pt x="29993" y="-13634"/>
                  <a:pt x="6181" y="4161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pic>
        <p:nvPicPr>
          <p:cNvPr id="6150" name="Picture 6" descr="Any Questions concept on Blackboard — Stock Photo © crashmediafi@gmail.com  #73056033">
            <a:extLst>
              <a:ext uri="{FF2B5EF4-FFF2-40B4-BE49-F238E27FC236}">
                <a16:creationId xmlns:a16="http://schemas.microsoft.com/office/drawing/2014/main" id="{CD5F42B6-931F-71BF-941F-27C05D0B81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990" y="1868793"/>
            <a:ext cx="4488886" cy="2992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6595349"/>
      </p:ext>
    </p:extLst>
  </p:cSld>
  <p:clrMapOvr>
    <a:masterClrMapping/>
  </p:clrMapOvr>
</p:sld>
</file>

<file path=ppt/theme/theme1.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3.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4.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5.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6.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7.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8.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9.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0.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1.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2.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3.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4.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5.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6.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7.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8.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9.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0.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1.xml><?xml version="1.0" encoding="utf-8"?>
<a:theme xmlns:a="http://schemas.openxmlformats.org/drawingml/2006/main" name="Quinoa by Slidesgo">
  <a:themeElements>
    <a:clrScheme name="Simple Light">
      <a:dk1>
        <a:srgbClr val="000000"/>
      </a:dk1>
      <a:lt1>
        <a:srgbClr val="084E29"/>
      </a:lt1>
      <a:dk2>
        <a:srgbClr val="96E8F9"/>
      </a:dk2>
      <a:lt2>
        <a:srgbClr val="F2A818"/>
      </a:lt2>
      <a:accent1>
        <a:srgbClr val="F5F2D2"/>
      </a:accent1>
      <a:accent2>
        <a:srgbClr val="FFFFFF"/>
      </a:accent2>
      <a:accent3>
        <a:srgbClr val="FFFFFF"/>
      </a:accent3>
      <a:accent4>
        <a:srgbClr val="FFFFFF"/>
      </a:accent4>
      <a:accent5>
        <a:srgbClr val="FFFFFF"/>
      </a:accent5>
      <a:accent6>
        <a:srgbClr val="FFFFFF"/>
      </a:accent6>
      <a:hlink>
        <a:srgbClr val="F5F2D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3.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198</TotalTime>
  <Words>1382</Words>
  <Application>Microsoft Office PowerPoint</Application>
  <PresentationFormat>On-screen Show (16:9)</PresentationFormat>
  <Paragraphs>144</Paragraphs>
  <Slides>21</Slides>
  <Notes>0</Notes>
  <HiddenSlides>0</HiddenSlides>
  <MMClips>0</MMClips>
  <ScaleCrop>false</ScaleCrop>
  <HeadingPairs>
    <vt:vector size="6" baseType="variant">
      <vt:variant>
        <vt:lpstr>Fonts Used</vt:lpstr>
      </vt:variant>
      <vt:variant>
        <vt:i4>7</vt:i4>
      </vt:variant>
      <vt:variant>
        <vt:lpstr>Theme</vt:lpstr>
      </vt:variant>
      <vt:variant>
        <vt:i4>33</vt:i4>
      </vt:variant>
      <vt:variant>
        <vt:lpstr>Slide Titles</vt:lpstr>
      </vt:variant>
      <vt:variant>
        <vt:i4>21</vt:i4>
      </vt:variant>
    </vt:vector>
  </HeadingPairs>
  <TitlesOfParts>
    <vt:vector size="61" baseType="lpstr">
      <vt:lpstr>ADLaM Display</vt:lpstr>
      <vt:lpstr>Albert Sans</vt:lpstr>
      <vt:lpstr>Arial</vt:lpstr>
      <vt:lpstr>Caveat Brush</vt:lpstr>
      <vt:lpstr>OpenSymbol</vt:lpstr>
      <vt:lpstr>Symbol</vt:lpstr>
      <vt:lpstr>Wingdings</vt:lpstr>
      <vt:lpstr>Quinoa by Slidesgo</vt:lpstr>
      <vt:lpstr>Quinoa by Slidesgo</vt:lpstr>
      <vt:lpstr>Quinoa by Slidesgo</vt:lpstr>
      <vt:lpstr>Quinoa by Slidesgo</vt:lpstr>
      <vt:lpstr>Quinoa by Slidesgo</vt:lpstr>
      <vt:lpstr>Quinoa by Slidesgo</vt:lpstr>
      <vt:lpstr>Quinoa by Slidesgo</vt:lpstr>
      <vt:lpstr>Quinoa by Slidesgo</vt:lpstr>
      <vt:lpstr>Quinoa by Slidesgo</vt:lpstr>
      <vt:lpstr>Quinoa by Slidesgo</vt:lpstr>
      <vt:lpstr>Quinoa by Slidesgo</vt:lpstr>
      <vt:lpstr>Quinoa by Slidesgo</vt:lpstr>
      <vt:lpstr>Quinoa by Slidesgo</vt:lpstr>
      <vt:lpstr>Quinoa by Slidesgo</vt:lpstr>
      <vt:lpstr>Quinoa by Slidesgo</vt:lpstr>
      <vt:lpstr>Quinoa by Slidesgo</vt:lpstr>
      <vt:lpstr>Quinoa by Slidesgo</vt:lpstr>
      <vt:lpstr>Quinoa by Slidesgo</vt:lpstr>
      <vt:lpstr>Quinoa by Slidesgo</vt:lpstr>
      <vt:lpstr>Quinoa by Slidesgo</vt:lpstr>
      <vt:lpstr>Quinoa by Slidesgo</vt:lpstr>
      <vt:lpstr>Quinoa by Slidesgo</vt:lpstr>
      <vt:lpstr>Quinoa by Slidesgo</vt:lpstr>
      <vt:lpstr>Quinoa by Slidesgo</vt:lpstr>
      <vt:lpstr>Quinoa by Slidesgo</vt:lpstr>
      <vt:lpstr>Quinoa by Slidesgo</vt:lpstr>
      <vt:lpstr>Quinoa by Slidesgo</vt:lpstr>
      <vt:lpstr>Quinoa by Slidesgo</vt:lpstr>
      <vt:lpstr>Quinoa by Slidesgo</vt:lpstr>
      <vt:lpstr>Quinoa by Slidesgo</vt:lpstr>
      <vt:lpstr>Quinoa by Slidesgo</vt:lpstr>
      <vt:lpstr>Slidesgo Final Pages</vt:lpstr>
      <vt:lpstr>Slidesgo Final Pages</vt:lpstr>
      <vt:lpstr>Plagiarism</vt:lpstr>
      <vt:lpstr>Introduction</vt:lpstr>
      <vt:lpstr>Why do student plagiarize?</vt:lpstr>
      <vt:lpstr>Types of Plagiarism</vt:lpstr>
      <vt:lpstr>Global Plagiarism</vt:lpstr>
      <vt:lpstr>Patchwork Plagiarism</vt:lpstr>
      <vt:lpstr> Incremental Plagiarism</vt:lpstr>
      <vt:lpstr>Summary of the types</vt:lpstr>
      <vt:lpstr>Consequences</vt:lpstr>
      <vt:lpstr>Academic Punishment</vt:lpstr>
      <vt:lpstr>Legal Repercussions</vt:lpstr>
      <vt:lpstr>Personal Consequences</vt:lpstr>
      <vt:lpstr>Damage to Reputation</vt:lpstr>
      <vt:lpstr>How to prevent Plagiarism</vt:lpstr>
      <vt:lpstr> Give Credit to the Author</vt:lpstr>
      <vt:lpstr>Use in-text Citations</vt:lpstr>
      <vt:lpstr>Reference List</vt:lpstr>
      <vt:lpstr>Use Online Resources</vt:lpstr>
      <vt:lpstr>Guidelines for Writing Plagiarism free</vt:lpstr>
      <vt:lpstr>Conclusion</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Muhammad Hamzah Iqbal</dc:creator>
  <cp:lastModifiedBy>Muhammad Hamzah Iqbal</cp:lastModifiedBy>
  <cp:revision>2</cp:revision>
  <dcterms:modified xsi:type="dcterms:W3CDTF">2025-05-20T18:52:41Z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2025-05-20T15:19:46Z</dcterms:created>
  <dc:creator>Unknown Creator</dc:creator>
  <dc:description/>
  <dc:language>en-US</dc:language>
  <cp:lastModifiedBy>Unknown Creator</cp:lastModifiedBy>
  <dcterms:modified xsi:type="dcterms:W3CDTF">2025-05-20T15:19:46Z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24</vt:r8>
  </property>
</Properties>
</file>